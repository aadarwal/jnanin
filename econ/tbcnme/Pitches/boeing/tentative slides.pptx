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424" r:id="rId2"/>
    <p:sldId id="425" r:id="rId3"/>
    <p:sldId id="426" r:id="rId4"/>
    <p:sldId id="283" r:id="rId5"/>
    <p:sldId id="416" r:id="rId6"/>
    <p:sldId id="420" r:id="rId7"/>
    <p:sldId id="421" r:id="rId8"/>
    <p:sldId id="42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50"/>
    <p:restoredTop sz="94710"/>
  </p:normalViewPr>
  <p:slideViewPr>
    <p:cSldViewPr snapToGrid="0">
      <p:cViewPr varScale="1">
        <p:scale>
          <a:sx n="150" d="100"/>
          <a:sy n="150" d="100"/>
        </p:scale>
        <p:origin x="432"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F06030-2878-C047-AA2A-86ED8D9CC300}" type="datetimeFigureOut">
              <a:rPr lang="en-US" smtClean="0"/>
              <a:t>5/11/24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4315B5-DADC-0240-B197-64F02654F165}" type="slidenum">
              <a:rPr lang="en-US" smtClean="0"/>
              <a:t>‹#›</a:t>
            </a:fld>
            <a:endParaRPr lang="en-US"/>
          </a:p>
        </p:txBody>
      </p:sp>
    </p:spTree>
    <p:extLst>
      <p:ext uri="{BB962C8B-B14F-4D97-AF65-F5344CB8AC3E}">
        <p14:creationId xmlns:p14="http://schemas.microsoft.com/office/powerpoint/2010/main" val="2820983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DE306B-BB36-4E06-954B-C2B4885C1C46}" type="slidenum">
              <a:rPr lang="en-US" smtClean="0"/>
              <a:t>4</a:t>
            </a:fld>
            <a:endParaRPr lang="en-US"/>
          </a:p>
        </p:txBody>
      </p:sp>
    </p:spTree>
    <p:extLst>
      <p:ext uri="{BB962C8B-B14F-4D97-AF65-F5344CB8AC3E}">
        <p14:creationId xmlns:p14="http://schemas.microsoft.com/office/powerpoint/2010/main" val="1394654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5FC86-251F-2C79-2372-C6BBDDF330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A6E001-973F-F18B-BF2D-F947516125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0410E9-95DB-5776-297B-A3B4857A8CBF}"/>
              </a:ext>
            </a:extLst>
          </p:cNvPr>
          <p:cNvSpPr>
            <a:spLocks noGrp="1"/>
          </p:cNvSpPr>
          <p:nvPr>
            <p:ph type="dt" sz="half" idx="10"/>
          </p:nvPr>
        </p:nvSpPr>
        <p:spPr/>
        <p:txBody>
          <a:bodyPr/>
          <a:lstStyle/>
          <a:p>
            <a:fld id="{76D4F25B-D514-A846-9796-5DE574801CB3}" type="datetimeFigureOut">
              <a:rPr lang="en-US" smtClean="0"/>
              <a:t>5/11/24</a:t>
            </a:fld>
            <a:endParaRPr lang="en-US"/>
          </a:p>
        </p:txBody>
      </p:sp>
      <p:sp>
        <p:nvSpPr>
          <p:cNvPr id="5" name="Footer Placeholder 4">
            <a:extLst>
              <a:ext uri="{FF2B5EF4-FFF2-40B4-BE49-F238E27FC236}">
                <a16:creationId xmlns:a16="http://schemas.microsoft.com/office/drawing/2014/main" id="{F667A483-9E0E-8D19-3BB2-1A62DD9372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DD604-3E0C-6956-8094-636348BFBF47}"/>
              </a:ext>
            </a:extLst>
          </p:cNvPr>
          <p:cNvSpPr>
            <a:spLocks noGrp="1"/>
          </p:cNvSpPr>
          <p:nvPr>
            <p:ph type="sldNum" sz="quarter" idx="12"/>
          </p:nvPr>
        </p:nvSpPr>
        <p:spPr/>
        <p:txBody>
          <a:bodyPr/>
          <a:lstStyle/>
          <a:p>
            <a:fld id="{418C5725-D2BA-334C-A8E2-E75E1AF7EC06}" type="slidenum">
              <a:rPr lang="en-US" smtClean="0"/>
              <a:t>‹#›</a:t>
            </a:fld>
            <a:endParaRPr lang="en-US"/>
          </a:p>
        </p:txBody>
      </p:sp>
    </p:spTree>
    <p:extLst>
      <p:ext uri="{BB962C8B-B14F-4D97-AF65-F5344CB8AC3E}">
        <p14:creationId xmlns:p14="http://schemas.microsoft.com/office/powerpoint/2010/main" val="674861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3C8DD-C0F1-C726-ABAC-39AC46BBDC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B13138-0A98-601E-1F5A-8E8DDAD086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98C35-8336-2FB6-1FF4-1139F3829C90}"/>
              </a:ext>
            </a:extLst>
          </p:cNvPr>
          <p:cNvSpPr>
            <a:spLocks noGrp="1"/>
          </p:cNvSpPr>
          <p:nvPr>
            <p:ph type="dt" sz="half" idx="10"/>
          </p:nvPr>
        </p:nvSpPr>
        <p:spPr/>
        <p:txBody>
          <a:bodyPr/>
          <a:lstStyle/>
          <a:p>
            <a:fld id="{76D4F25B-D514-A846-9796-5DE574801CB3}" type="datetimeFigureOut">
              <a:rPr lang="en-US" smtClean="0"/>
              <a:t>5/11/24</a:t>
            </a:fld>
            <a:endParaRPr lang="en-US"/>
          </a:p>
        </p:txBody>
      </p:sp>
      <p:sp>
        <p:nvSpPr>
          <p:cNvPr id="5" name="Footer Placeholder 4">
            <a:extLst>
              <a:ext uri="{FF2B5EF4-FFF2-40B4-BE49-F238E27FC236}">
                <a16:creationId xmlns:a16="http://schemas.microsoft.com/office/drawing/2014/main" id="{50B0207B-5166-328E-6D14-1057046839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AC02A4-FAE2-3B56-7D23-B6DA4C114B60}"/>
              </a:ext>
            </a:extLst>
          </p:cNvPr>
          <p:cNvSpPr>
            <a:spLocks noGrp="1"/>
          </p:cNvSpPr>
          <p:nvPr>
            <p:ph type="sldNum" sz="quarter" idx="12"/>
          </p:nvPr>
        </p:nvSpPr>
        <p:spPr/>
        <p:txBody>
          <a:bodyPr/>
          <a:lstStyle/>
          <a:p>
            <a:fld id="{418C5725-D2BA-334C-A8E2-E75E1AF7EC06}" type="slidenum">
              <a:rPr lang="en-US" smtClean="0"/>
              <a:t>‹#›</a:t>
            </a:fld>
            <a:endParaRPr lang="en-US"/>
          </a:p>
        </p:txBody>
      </p:sp>
    </p:spTree>
    <p:extLst>
      <p:ext uri="{BB962C8B-B14F-4D97-AF65-F5344CB8AC3E}">
        <p14:creationId xmlns:p14="http://schemas.microsoft.com/office/powerpoint/2010/main" val="877267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F241F-E9D7-D27D-0DA1-0124F82CC3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54D122-49D3-7377-350C-D47C0973672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07DCDB-000B-F7E2-7AE1-E331DD1B0CB0}"/>
              </a:ext>
            </a:extLst>
          </p:cNvPr>
          <p:cNvSpPr>
            <a:spLocks noGrp="1"/>
          </p:cNvSpPr>
          <p:nvPr>
            <p:ph type="dt" sz="half" idx="10"/>
          </p:nvPr>
        </p:nvSpPr>
        <p:spPr/>
        <p:txBody>
          <a:bodyPr/>
          <a:lstStyle/>
          <a:p>
            <a:fld id="{76D4F25B-D514-A846-9796-5DE574801CB3}" type="datetimeFigureOut">
              <a:rPr lang="en-US" smtClean="0"/>
              <a:t>5/11/24</a:t>
            </a:fld>
            <a:endParaRPr lang="en-US"/>
          </a:p>
        </p:txBody>
      </p:sp>
      <p:sp>
        <p:nvSpPr>
          <p:cNvPr id="5" name="Footer Placeholder 4">
            <a:extLst>
              <a:ext uri="{FF2B5EF4-FFF2-40B4-BE49-F238E27FC236}">
                <a16:creationId xmlns:a16="http://schemas.microsoft.com/office/drawing/2014/main" id="{9629D6D5-61C7-2126-B261-E55DEC1498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644135-E694-89EE-FC57-07357D8B9870}"/>
              </a:ext>
            </a:extLst>
          </p:cNvPr>
          <p:cNvSpPr>
            <a:spLocks noGrp="1"/>
          </p:cNvSpPr>
          <p:nvPr>
            <p:ph type="sldNum" sz="quarter" idx="12"/>
          </p:nvPr>
        </p:nvSpPr>
        <p:spPr/>
        <p:txBody>
          <a:bodyPr/>
          <a:lstStyle/>
          <a:p>
            <a:fld id="{418C5725-D2BA-334C-A8E2-E75E1AF7EC06}" type="slidenum">
              <a:rPr lang="en-US" smtClean="0"/>
              <a:t>‹#›</a:t>
            </a:fld>
            <a:endParaRPr lang="en-US"/>
          </a:p>
        </p:txBody>
      </p:sp>
    </p:spTree>
    <p:extLst>
      <p:ext uri="{BB962C8B-B14F-4D97-AF65-F5344CB8AC3E}">
        <p14:creationId xmlns:p14="http://schemas.microsoft.com/office/powerpoint/2010/main" val="356585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F6700-FF6C-9C27-DFC6-CE4A962537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24153A-A4D1-D7E9-ED12-6F13DBCF72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5DD464-5770-9B9A-9D71-86EB7C16EF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73BAC7-35FE-6E91-CBDD-9918CE30EF88}"/>
              </a:ext>
            </a:extLst>
          </p:cNvPr>
          <p:cNvSpPr>
            <a:spLocks noGrp="1"/>
          </p:cNvSpPr>
          <p:nvPr>
            <p:ph type="dt" sz="half" idx="10"/>
          </p:nvPr>
        </p:nvSpPr>
        <p:spPr/>
        <p:txBody>
          <a:bodyPr/>
          <a:lstStyle/>
          <a:p>
            <a:fld id="{76D4F25B-D514-A846-9796-5DE574801CB3}" type="datetimeFigureOut">
              <a:rPr lang="en-US" smtClean="0"/>
              <a:t>5/11/24</a:t>
            </a:fld>
            <a:endParaRPr lang="en-US"/>
          </a:p>
        </p:txBody>
      </p:sp>
      <p:sp>
        <p:nvSpPr>
          <p:cNvPr id="6" name="Footer Placeholder 5">
            <a:extLst>
              <a:ext uri="{FF2B5EF4-FFF2-40B4-BE49-F238E27FC236}">
                <a16:creationId xmlns:a16="http://schemas.microsoft.com/office/drawing/2014/main" id="{B4620848-E60D-A8A9-7ACD-98DB878F96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3F4FB7-6C79-EC7D-D2E3-28D9C352DAC0}"/>
              </a:ext>
            </a:extLst>
          </p:cNvPr>
          <p:cNvSpPr>
            <a:spLocks noGrp="1"/>
          </p:cNvSpPr>
          <p:nvPr>
            <p:ph type="sldNum" sz="quarter" idx="12"/>
          </p:nvPr>
        </p:nvSpPr>
        <p:spPr/>
        <p:txBody>
          <a:bodyPr/>
          <a:lstStyle/>
          <a:p>
            <a:fld id="{418C5725-D2BA-334C-A8E2-E75E1AF7EC06}" type="slidenum">
              <a:rPr lang="en-US" smtClean="0"/>
              <a:t>‹#›</a:t>
            </a:fld>
            <a:endParaRPr lang="en-US"/>
          </a:p>
        </p:txBody>
      </p:sp>
    </p:spTree>
    <p:extLst>
      <p:ext uri="{BB962C8B-B14F-4D97-AF65-F5344CB8AC3E}">
        <p14:creationId xmlns:p14="http://schemas.microsoft.com/office/powerpoint/2010/main" val="3138485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65B7-0CC1-3841-2993-6EC77BB143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0732EDE-9CD1-35E2-918E-BDF935648C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110675-0668-1E21-2320-665A6554C6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F2026D-890C-96EC-166C-79761849CF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E1702F-F020-3E6A-A64B-6F0F58A5C9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CCFE8B-4FDA-BB4C-2381-42BBD533FC73}"/>
              </a:ext>
            </a:extLst>
          </p:cNvPr>
          <p:cNvSpPr>
            <a:spLocks noGrp="1"/>
          </p:cNvSpPr>
          <p:nvPr>
            <p:ph type="dt" sz="half" idx="10"/>
          </p:nvPr>
        </p:nvSpPr>
        <p:spPr/>
        <p:txBody>
          <a:bodyPr/>
          <a:lstStyle/>
          <a:p>
            <a:fld id="{76D4F25B-D514-A846-9796-5DE574801CB3}" type="datetimeFigureOut">
              <a:rPr lang="en-US" smtClean="0"/>
              <a:t>5/11/24</a:t>
            </a:fld>
            <a:endParaRPr lang="en-US"/>
          </a:p>
        </p:txBody>
      </p:sp>
      <p:sp>
        <p:nvSpPr>
          <p:cNvPr id="8" name="Footer Placeholder 7">
            <a:extLst>
              <a:ext uri="{FF2B5EF4-FFF2-40B4-BE49-F238E27FC236}">
                <a16:creationId xmlns:a16="http://schemas.microsoft.com/office/drawing/2014/main" id="{04CD8BDD-63AB-EC14-AB81-F06DEB9060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29E0B3-D78B-E92F-5307-6E04DA696FD9}"/>
              </a:ext>
            </a:extLst>
          </p:cNvPr>
          <p:cNvSpPr>
            <a:spLocks noGrp="1"/>
          </p:cNvSpPr>
          <p:nvPr>
            <p:ph type="sldNum" sz="quarter" idx="12"/>
          </p:nvPr>
        </p:nvSpPr>
        <p:spPr/>
        <p:txBody>
          <a:bodyPr/>
          <a:lstStyle/>
          <a:p>
            <a:fld id="{418C5725-D2BA-334C-A8E2-E75E1AF7EC06}" type="slidenum">
              <a:rPr lang="en-US" smtClean="0"/>
              <a:t>‹#›</a:t>
            </a:fld>
            <a:endParaRPr lang="en-US"/>
          </a:p>
        </p:txBody>
      </p:sp>
    </p:spTree>
    <p:extLst>
      <p:ext uri="{BB962C8B-B14F-4D97-AF65-F5344CB8AC3E}">
        <p14:creationId xmlns:p14="http://schemas.microsoft.com/office/powerpoint/2010/main" val="3021911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4F76E-9AA4-B84B-8471-488D38EC59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0B81D7B-2AF5-F754-FA09-04F8D3DD96A8}"/>
              </a:ext>
            </a:extLst>
          </p:cNvPr>
          <p:cNvSpPr>
            <a:spLocks noGrp="1"/>
          </p:cNvSpPr>
          <p:nvPr>
            <p:ph type="dt" sz="half" idx="10"/>
          </p:nvPr>
        </p:nvSpPr>
        <p:spPr/>
        <p:txBody>
          <a:bodyPr/>
          <a:lstStyle/>
          <a:p>
            <a:fld id="{76D4F25B-D514-A846-9796-5DE574801CB3}" type="datetimeFigureOut">
              <a:rPr lang="en-US" smtClean="0"/>
              <a:t>5/11/24</a:t>
            </a:fld>
            <a:endParaRPr lang="en-US"/>
          </a:p>
        </p:txBody>
      </p:sp>
      <p:sp>
        <p:nvSpPr>
          <p:cNvPr id="4" name="Footer Placeholder 3">
            <a:extLst>
              <a:ext uri="{FF2B5EF4-FFF2-40B4-BE49-F238E27FC236}">
                <a16:creationId xmlns:a16="http://schemas.microsoft.com/office/drawing/2014/main" id="{18ADCD22-1ED7-0DF7-033D-FDC2F052B0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D832A0-F2DC-0A10-51F0-22E09B23CCCC}"/>
              </a:ext>
            </a:extLst>
          </p:cNvPr>
          <p:cNvSpPr>
            <a:spLocks noGrp="1"/>
          </p:cNvSpPr>
          <p:nvPr>
            <p:ph type="sldNum" sz="quarter" idx="12"/>
          </p:nvPr>
        </p:nvSpPr>
        <p:spPr/>
        <p:txBody>
          <a:bodyPr/>
          <a:lstStyle/>
          <a:p>
            <a:fld id="{418C5725-D2BA-334C-A8E2-E75E1AF7EC06}" type="slidenum">
              <a:rPr lang="en-US" smtClean="0"/>
              <a:t>‹#›</a:t>
            </a:fld>
            <a:endParaRPr lang="en-US"/>
          </a:p>
        </p:txBody>
      </p:sp>
    </p:spTree>
    <p:extLst>
      <p:ext uri="{BB962C8B-B14F-4D97-AF65-F5344CB8AC3E}">
        <p14:creationId xmlns:p14="http://schemas.microsoft.com/office/powerpoint/2010/main" val="4292869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494DF0-1607-856C-6F54-56391B7C9F5D}"/>
              </a:ext>
            </a:extLst>
          </p:cNvPr>
          <p:cNvSpPr>
            <a:spLocks noGrp="1"/>
          </p:cNvSpPr>
          <p:nvPr>
            <p:ph type="dt" sz="half" idx="10"/>
          </p:nvPr>
        </p:nvSpPr>
        <p:spPr/>
        <p:txBody>
          <a:bodyPr/>
          <a:lstStyle/>
          <a:p>
            <a:fld id="{76D4F25B-D514-A846-9796-5DE574801CB3}" type="datetimeFigureOut">
              <a:rPr lang="en-US" smtClean="0"/>
              <a:t>5/11/24</a:t>
            </a:fld>
            <a:endParaRPr lang="en-US"/>
          </a:p>
        </p:txBody>
      </p:sp>
      <p:sp>
        <p:nvSpPr>
          <p:cNvPr id="3" name="Footer Placeholder 2">
            <a:extLst>
              <a:ext uri="{FF2B5EF4-FFF2-40B4-BE49-F238E27FC236}">
                <a16:creationId xmlns:a16="http://schemas.microsoft.com/office/drawing/2014/main" id="{FDAB8762-C607-D198-B365-04B1D7E022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E59D4A-A729-E0CC-AEB7-40E3C68BBBF3}"/>
              </a:ext>
            </a:extLst>
          </p:cNvPr>
          <p:cNvSpPr>
            <a:spLocks noGrp="1"/>
          </p:cNvSpPr>
          <p:nvPr>
            <p:ph type="sldNum" sz="quarter" idx="12"/>
          </p:nvPr>
        </p:nvSpPr>
        <p:spPr/>
        <p:txBody>
          <a:bodyPr/>
          <a:lstStyle/>
          <a:p>
            <a:fld id="{418C5725-D2BA-334C-A8E2-E75E1AF7EC06}" type="slidenum">
              <a:rPr lang="en-US" smtClean="0"/>
              <a:t>‹#›</a:t>
            </a:fld>
            <a:endParaRPr lang="en-US"/>
          </a:p>
        </p:txBody>
      </p:sp>
    </p:spTree>
    <p:extLst>
      <p:ext uri="{BB962C8B-B14F-4D97-AF65-F5344CB8AC3E}">
        <p14:creationId xmlns:p14="http://schemas.microsoft.com/office/powerpoint/2010/main" val="1318306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D2411-58DF-391C-A2A3-2EB903F835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866F18-3B16-BFF7-24C4-D7A7A93BBB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8E4BD4-B41B-657D-C180-15AC4452CA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B98721-8F1C-41FB-83A9-F2E46A241715}"/>
              </a:ext>
            </a:extLst>
          </p:cNvPr>
          <p:cNvSpPr>
            <a:spLocks noGrp="1"/>
          </p:cNvSpPr>
          <p:nvPr>
            <p:ph type="dt" sz="half" idx="10"/>
          </p:nvPr>
        </p:nvSpPr>
        <p:spPr/>
        <p:txBody>
          <a:bodyPr/>
          <a:lstStyle/>
          <a:p>
            <a:fld id="{76D4F25B-D514-A846-9796-5DE574801CB3}" type="datetimeFigureOut">
              <a:rPr lang="en-US" smtClean="0"/>
              <a:t>5/11/24</a:t>
            </a:fld>
            <a:endParaRPr lang="en-US"/>
          </a:p>
        </p:txBody>
      </p:sp>
      <p:sp>
        <p:nvSpPr>
          <p:cNvPr id="6" name="Footer Placeholder 5">
            <a:extLst>
              <a:ext uri="{FF2B5EF4-FFF2-40B4-BE49-F238E27FC236}">
                <a16:creationId xmlns:a16="http://schemas.microsoft.com/office/drawing/2014/main" id="{E2696244-167B-5887-F91B-1997E25211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AE87B4-3681-946A-887F-EE355906B391}"/>
              </a:ext>
            </a:extLst>
          </p:cNvPr>
          <p:cNvSpPr>
            <a:spLocks noGrp="1"/>
          </p:cNvSpPr>
          <p:nvPr>
            <p:ph type="sldNum" sz="quarter" idx="12"/>
          </p:nvPr>
        </p:nvSpPr>
        <p:spPr/>
        <p:txBody>
          <a:bodyPr/>
          <a:lstStyle/>
          <a:p>
            <a:fld id="{418C5725-D2BA-334C-A8E2-E75E1AF7EC06}" type="slidenum">
              <a:rPr lang="en-US" smtClean="0"/>
              <a:t>‹#›</a:t>
            </a:fld>
            <a:endParaRPr lang="en-US"/>
          </a:p>
        </p:txBody>
      </p:sp>
    </p:spTree>
    <p:extLst>
      <p:ext uri="{BB962C8B-B14F-4D97-AF65-F5344CB8AC3E}">
        <p14:creationId xmlns:p14="http://schemas.microsoft.com/office/powerpoint/2010/main" val="138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9DBC9-174B-1CDD-4251-67951C658B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47DEC2-74EE-393A-5851-A6CB250141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D83104-16FB-CD1E-01C6-76C5A7999B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7451BA-EE88-1762-6D07-F042565FE4B7}"/>
              </a:ext>
            </a:extLst>
          </p:cNvPr>
          <p:cNvSpPr>
            <a:spLocks noGrp="1"/>
          </p:cNvSpPr>
          <p:nvPr>
            <p:ph type="dt" sz="half" idx="10"/>
          </p:nvPr>
        </p:nvSpPr>
        <p:spPr/>
        <p:txBody>
          <a:bodyPr/>
          <a:lstStyle/>
          <a:p>
            <a:fld id="{76D4F25B-D514-A846-9796-5DE574801CB3}" type="datetimeFigureOut">
              <a:rPr lang="en-US" smtClean="0"/>
              <a:t>5/11/24</a:t>
            </a:fld>
            <a:endParaRPr lang="en-US"/>
          </a:p>
        </p:txBody>
      </p:sp>
      <p:sp>
        <p:nvSpPr>
          <p:cNvPr id="6" name="Footer Placeholder 5">
            <a:extLst>
              <a:ext uri="{FF2B5EF4-FFF2-40B4-BE49-F238E27FC236}">
                <a16:creationId xmlns:a16="http://schemas.microsoft.com/office/drawing/2014/main" id="{F755A66E-76B7-4B5E-1378-A68EA6B346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F1348E-F189-9DEF-6826-9E3FB3D8E6DC}"/>
              </a:ext>
            </a:extLst>
          </p:cNvPr>
          <p:cNvSpPr>
            <a:spLocks noGrp="1"/>
          </p:cNvSpPr>
          <p:nvPr>
            <p:ph type="sldNum" sz="quarter" idx="12"/>
          </p:nvPr>
        </p:nvSpPr>
        <p:spPr/>
        <p:txBody>
          <a:bodyPr/>
          <a:lstStyle/>
          <a:p>
            <a:fld id="{418C5725-D2BA-334C-A8E2-E75E1AF7EC06}" type="slidenum">
              <a:rPr lang="en-US" smtClean="0"/>
              <a:t>‹#›</a:t>
            </a:fld>
            <a:endParaRPr lang="en-US"/>
          </a:p>
        </p:txBody>
      </p:sp>
    </p:spTree>
    <p:extLst>
      <p:ext uri="{BB962C8B-B14F-4D97-AF65-F5344CB8AC3E}">
        <p14:creationId xmlns:p14="http://schemas.microsoft.com/office/powerpoint/2010/main" val="2576193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42E8C-02ED-5010-A72A-26CBA54C35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E4A98A-FD07-D854-40A9-0DD35CD953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68C20A-2CEE-7E3F-080F-2EFF24F8CC44}"/>
              </a:ext>
            </a:extLst>
          </p:cNvPr>
          <p:cNvSpPr>
            <a:spLocks noGrp="1"/>
          </p:cNvSpPr>
          <p:nvPr>
            <p:ph type="dt" sz="half" idx="10"/>
          </p:nvPr>
        </p:nvSpPr>
        <p:spPr/>
        <p:txBody>
          <a:bodyPr/>
          <a:lstStyle/>
          <a:p>
            <a:fld id="{76D4F25B-D514-A846-9796-5DE574801CB3}" type="datetimeFigureOut">
              <a:rPr lang="en-US" smtClean="0"/>
              <a:t>5/11/24</a:t>
            </a:fld>
            <a:endParaRPr lang="en-US"/>
          </a:p>
        </p:txBody>
      </p:sp>
      <p:sp>
        <p:nvSpPr>
          <p:cNvPr id="5" name="Footer Placeholder 4">
            <a:extLst>
              <a:ext uri="{FF2B5EF4-FFF2-40B4-BE49-F238E27FC236}">
                <a16:creationId xmlns:a16="http://schemas.microsoft.com/office/drawing/2014/main" id="{FD013981-706D-10B9-3860-2EB67FD9D8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62010-399E-A7DF-C938-0A142CABDE41}"/>
              </a:ext>
            </a:extLst>
          </p:cNvPr>
          <p:cNvSpPr>
            <a:spLocks noGrp="1"/>
          </p:cNvSpPr>
          <p:nvPr>
            <p:ph type="sldNum" sz="quarter" idx="12"/>
          </p:nvPr>
        </p:nvSpPr>
        <p:spPr/>
        <p:txBody>
          <a:bodyPr/>
          <a:lstStyle/>
          <a:p>
            <a:fld id="{418C5725-D2BA-334C-A8E2-E75E1AF7EC06}" type="slidenum">
              <a:rPr lang="en-US" smtClean="0"/>
              <a:t>‹#›</a:t>
            </a:fld>
            <a:endParaRPr lang="en-US"/>
          </a:p>
        </p:txBody>
      </p:sp>
    </p:spTree>
    <p:extLst>
      <p:ext uri="{BB962C8B-B14F-4D97-AF65-F5344CB8AC3E}">
        <p14:creationId xmlns:p14="http://schemas.microsoft.com/office/powerpoint/2010/main" val="3042138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7E9256-D399-0421-4D69-D87D0269883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556566-84CB-F766-03CB-9F87022204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FFC261-3A9A-923F-655B-001EA128C232}"/>
              </a:ext>
            </a:extLst>
          </p:cNvPr>
          <p:cNvSpPr>
            <a:spLocks noGrp="1"/>
          </p:cNvSpPr>
          <p:nvPr>
            <p:ph type="dt" sz="half" idx="10"/>
          </p:nvPr>
        </p:nvSpPr>
        <p:spPr/>
        <p:txBody>
          <a:bodyPr/>
          <a:lstStyle/>
          <a:p>
            <a:fld id="{76D4F25B-D514-A846-9796-5DE574801CB3}" type="datetimeFigureOut">
              <a:rPr lang="en-US" smtClean="0"/>
              <a:t>5/11/24</a:t>
            </a:fld>
            <a:endParaRPr lang="en-US"/>
          </a:p>
        </p:txBody>
      </p:sp>
      <p:sp>
        <p:nvSpPr>
          <p:cNvPr id="5" name="Footer Placeholder 4">
            <a:extLst>
              <a:ext uri="{FF2B5EF4-FFF2-40B4-BE49-F238E27FC236}">
                <a16:creationId xmlns:a16="http://schemas.microsoft.com/office/drawing/2014/main" id="{A2D661CF-CA78-8785-ACE9-1362547D61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58D61-98A9-6EF4-839E-D85F3D2D0696}"/>
              </a:ext>
            </a:extLst>
          </p:cNvPr>
          <p:cNvSpPr>
            <a:spLocks noGrp="1"/>
          </p:cNvSpPr>
          <p:nvPr>
            <p:ph type="sldNum" sz="quarter" idx="12"/>
          </p:nvPr>
        </p:nvSpPr>
        <p:spPr/>
        <p:txBody>
          <a:bodyPr/>
          <a:lstStyle/>
          <a:p>
            <a:fld id="{418C5725-D2BA-334C-A8E2-E75E1AF7EC06}" type="slidenum">
              <a:rPr lang="en-US" smtClean="0"/>
              <a:t>‹#›</a:t>
            </a:fld>
            <a:endParaRPr lang="en-US"/>
          </a:p>
        </p:txBody>
      </p:sp>
    </p:spTree>
    <p:extLst>
      <p:ext uri="{BB962C8B-B14F-4D97-AF65-F5344CB8AC3E}">
        <p14:creationId xmlns:p14="http://schemas.microsoft.com/office/powerpoint/2010/main" val="2807395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Two Subsections">
    <p:spTree>
      <p:nvGrpSpPr>
        <p:cNvPr id="1" name=""/>
        <p:cNvGrpSpPr/>
        <p:nvPr/>
      </p:nvGrpSpPr>
      <p:grpSpPr>
        <a:xfrm>
          <a:off x="0" y="0"/>
          <a:ext cx="0" cy="0"/>
          <a:chOff x="0" y="0"/>
          <a:chExt cx="0" cy="0"/>
        </a:xfrm>
      </p:grpSpPr>
      <p:sp>
        <p:nvSpPr>
          <p:cNvPr id="2" name="Title 1"/>
          <p:cNvSpPr>
            <a:spLocks noGrp="1"/>
          </p:cNvSpPr>
          <p:nvPr>
            <p:ph type="title"/>
          </p:nvPr>
        </p:nvSpPr>
        <p:spPr>
          <a:xfrm>
            <a:off x="559543" y="322471"/>
            <a:ext cx="11083636" cy="645459"/>
          </a:xfrm>
        </p:spPr>
        <p:txBody>
          <a:bodyPr lIns="0" tIns="0" rIns="0" bIns="0" anchor="b">
            <a:noAutofit/>
          </a:bodyPr>
          <a:lstStyle>
            <a:lvl1pPr algn="l">
              <a:defRPr sz="2471"/>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2646B5E7-46FE-9147-90FD-86B4FD3EF191}"/>
              </a:ext>
            </a:extLst>
          </p:cNvPr>
          <p:cNvSpPr/>
          <p:nvPr userDrawn="1"/>
        </p:nvSpPr>
        <p:spPr>
          <a:xfrm>
            <a:off x="559543" y="1010164"/>
            <a:ext cx="11083636" cy="0"/>
          </a:xfrm>
          <a:prstGeom prst="rect">
            <a:avLst/>
          </a:prstGeom>
          <a:solidFill>
            <a:srgbClr val="00396B"/>
          </a:solidFill>
          <a:ln w="3810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12" dirty="0"/>
          </a:p>
        </p:txBody>
      </p:sp>
      <p:sp>
        <p:nvSpPr>
          <p:cNvPr id="8" name="Rectangle 7">
            <a:extLst>
              <a:ext uri="{FF2B5EF4-FFF2-40B4-BE49-F238E27FC236}">
                <a16:creationId xmlns:a16="http://schemas.microsoft.com/office/drawing/2014/main" id="{60AC43C3-41D9-9C4F-B8B0-DA592026F312}"/>
              </a:ext>
            </a:extLst>
          </p:cNvPr>
          <p:cNvSpPr/>
          <p:nvPr userDrawn="1"/>
        </p:nvSpPr>
        <p:spPr>
          <a:xfrm>
            <a:off x="361478" y="688323"/>
            <a:ext cx="170217" cy="7992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88"/>
          </a:p>
        </p:txBody>
      </p:sp>
      <p:sp>
        <p:nvSpPr>
          <p:cNvPr id="9" name="Rectangle 8">
            <a:extLst>
              <a:ext uri="{FF2B5EF4-FFF2-40B4-BE49-F238E27FC236}">
                <a16:creationId xmlns:a16="http://schemas.microsoft.com/office/drawing/2014/main" id="{F0F01F0F-0C02-0349-8EC7-9C1A12E678A6}"/>
              </a:ext>
            </a:extLst>
          </p:cNvPr>
          <p:cNvSpPr/>
          <p:nvPr userDrawn="1"/>
        </p:nvSpPr>
        <p:spPr>
          <a:xfrm>
            <a:off x="11654452" y="688323"/>
            <a:ext cx="163699" cy="6087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88"/>
          </a:p>
        </p:txBody>
      </p:sp>
      <p:sp>
        <p:nvSpPr>
          <p:cNvPr id="14" name="Rectangle 13">
            <a:extLst>
              <a:ext uri="{FF2B5EF4-FFF2-40B4-BE49-F238E27FC236}">
                <a16:creationId xmlns:a16="http://schemas.microsoft.com/office/drawing/2014/main" id="{C5F8A2F7-AF6E-8B47-BFCE-0F05ED9722E2}"/>
              </a:ext>
            </a:extLst>
          </p:cNvPr>
          <p:cNvSpPr/>
          <p:nvPr userDrawn="1"/>
        </p:nvSpPr>
        <p:spPr>
          <a:xfrm>
            <a:off x="559543" y="6269352"/>
            <a:ext cx="11083636" cy="0"/>
          </a:xfrm>
          <a:prstGeom prst="rect">
            <a:avLst/>
          </a:prstGeom>
          <a:solidFill>
            <a:srgbClr val="00396B"/>
          </a:solidFill>
          <a:ln w="19050">
            <a:solidFill>
              <a:srgbClr val="00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12" dirty="0"/>
          </a:p>
        </p:txBody>
      </p:sp>
      <p:sp>
        <p:nvSpPr>
          <p:cNvPr id="15" name="Rectangle 14">
            <a:extLst>
              <a:ext uri="{FF2B5EF4-FFF2-40B4-BE49-F238E27FC236}">
                <a16:creationId xmlns:a16="http://schemas.microsoft.com/office/drawing/2014/main" id="{7E704648-A2D3-CF47-A418-6C3DA12F0E1F}"/>
              </a:ext>
            </a:extLst>
          </p:cNvPr>
          <p:cNvSpPr/>
          <p:nvPr userDrawn="1"/>
        </p:nvSpPr>
        <p:spPr>
          <a:xfrm>
            <a:off x="371845" y="6164193"/>
            <a:ext cx="163699" cy="2387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88"/>
          </a:p>
        </p:txBody>
      </p:sp>
      <p:sp>
        <p:nvSpPr>
          <p:cNvPr id="16" name="Rectangle 15">
            <a:extLst>
              <a:ext uri="{FF2B5EF4-FFF2-40B4-BE49-F238E27FC236}">
                <a16:creationId xmlns:a16="http://schemas.microsoft.com/office/drawing/2014/main" id="{306910E1-718B-9148-82CB-2C98644C11FB}"/>
              </a:ext>
            </a:extLst>
          </p:cNvPr>
          <p:cNvSpPr/>
          <p:nvPr userDrawn="1"/>
        </p:nvSpPr>
        <p:spPr>
          <a:xfrm>
            <a:off x="11654452" y="6164193"/>
            <a:ext cx="163699" cy="2387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88"/>
          </a:p>
        </p:txBody>
      </p:sp>
      <p:sp>
        <p:nvSpPr>
          <p:cNvPr id="32" name="Slide Number Placeholder 31">
            <a:extLst>
              <a:ext uri="{FF2B5EF4-FFF2-40B4-BE49-F238E27FC236}">
                <a16:creationId xmlns:a16="http://schemas.microsoft.com/office/drawing/2014/main" id="{92A52980-2613-2347-B25E-DCB831E65E90}"/>
              </a:ext>
            </a:extLst>
          </p:cNvPr>
          <p:cNvSpPr>
            <a:spLocks noGrp="1"/>
          </p:cNvSpPr>
          <p:nvPr>
            <p:ph type="sldNum" sz="quarter" idx="17"/>
          </p:nvPr>
        </p:nvSpPr>
        <p:spPr>
          <a:xfrm>
            <a:off x="11171494" y="6353998"/>
            <a:ext cx="471685" cy="365125"/>
          </a:xfrm>
          <a:prstGeom prst="rect">
            <a:avLst/>
          </a:prstGeom>
        </p:spPr>
        <p:txBody>
          <a:bodyPr lIns="0" tIns="0" rIns="0" bIns="0" anchor="ctr"/>
          <a:lstStyle>
            <a:lvl1pPr>
              <a:defRPr sz="1059">
                <a:latin typeface="Garamond" panose="02020404030301010803" pitchFamily="18" charset="0"/>
              </a:defRPr>
            </a:lvl1pPr>
          </a:lstStyle>
          <a:p>
            <a:fld id="{3FEFCAF1-6404-E34E-8C55-31475CA0CB4C}" type="slidenum">
              <a:rPr lang="en-US" smtClean="0"/>
              <a:pPr/>
              <a:t>‹#›</a:t>
            </a:fld>
            <a:endParaRPr lang="en-US" dirty="0"/>
          </a:p>
        </p:txBody>
      </p:sp>
      <p:sp>
        <p:nvSpPr>
          <p:cNvPr id="5" name="Text Placeholder 4">
            <a:extLst>
              <a:ext uri="{FF2B5EF4-FFF2-40B4-BE49-F238E27FC236}">
                <a16:creationId xmlns:a16="http://schemas.microsoft.com/office/drawing/2014/main" id="{BCC58857-C60A-334F-99DC-0BDAF0F9C4BC}"/>
              </a:ext>
            </a:extLst>
          </p:cNvPr>
          <p:cNvSpPr>
            <a:spLocks noGrp="1"/>
          </p:cNvSpPr>
          <p:nvPr>
            <p:ph type="body" sz="quarter" idx="18" hasCustomPrompt="1"/>
          </p:nvPr>
        </p:nvSpPr>
        <p:spPr>
          <a:xfrm>
            <a:off x="559955" y="1101907"/>
            <a:ext cx="11083636" cy="313765"/>
          </a:xfrm>
        </p:spPr>
        <p:txBody>
          <a:bodyPr lIns="0" tIns="0" rIns="0" bIns="0" anchor="t">
            <a:normAutofit/>
          </a:bodyPr>
          <a:lstStyle>
            <a:lvl1pPr marL="0" indent="0">
              <a:buNone/>
              <a:defRPr sz="1588"/>
            </a:lvl1pPr>
          </a:lstStyle>
          <a:p>
            <a:pPr lvl="0"/>
            <a:r>
              <a:rPr lang="en-US" dirty="0"/>
              <a:t>Click to edit subtitle</a:t>
            </a:r>
          </a:p>
        </p:txBody>
      </p:sp>
      <p:sp>
        <p:nvSpPr>
          <p:cNvPr id="13" name="Content1">
            <a:extLst>
              <a:ext uri="{FF2B5EF4-FFF2-40B4-BE49-F238E27FC236}">
                <a16:creationId xmlns:a16="http://schemas.microsoft.com/office/drawing/2014/main" id="{D46044D0-78E9-9B42-B3E1-4B17267FF4C5}"/>
              </a:ext>
            </a:extLst>
          </p:cNvPr>
          <p:cNvSpPr>
            <a:spLocks noGrp="1"/>
          </p:cNvSpPr>
          <p:nvPr>
            <p:ph idx="10"/>
          </p:nvPr>
        </p:nvSpPr>
        <p:spPr>
          <a:xfrm>
            <a:off x="559543" y="1497762"/>
            <a:ext cx="11083636" cy="1261575"/>
          </a:xfrm>
        </p:spPr>
        <p:txBody>
          <a:bodyPr>
            <a:normAutofit/>
          </a:bodyPr>
          <a:lstStyle>
            <a:lvl1pPr>
              <a:spcBef>
                <a:spcPts val="441"/>
              </a:spcBef>
              <a:defRPr sz="1412" b="0" i="0">
                <a:solidFill>
                  <a:schemeClr val="tx1"/>
                </a:solidFill>
                <a:latin typeface="Garamond" panose="02020404030301010803" pitchFamily="18" charset="0"/>
              </a:defRPr>
            </a:lvl1pPr>
            <a:lvl2pPr>
              <a:spcBef>
                <a:spcPts val="441"/>
              </a:spcBef>
              <a:defRPr sz="1412" b="0" i="0">
                <a:solidFill>
                  <a:schemeClr val="tx1"/>
                </a:solidFill>
                <a:latin typeface="Garamond" panose="02020404030301010803" pitchFamily="18" charset="0"/>
              </a:defRPr>
            </a:lvl2pPr>
            <a:lvl3pPr>
              <a:spcBef>
                <a:spcPts val="441"/>
              </a:spcBef>
              <a:defRPr sz="1412" b="0" i="0">
                <a:solidFill>
                  <a:schemeClr val="tx1"/>
                </a:solidFill>
                <a:latin typeface="Garamond" panose="02020404030301010803" pitchFamily="18" charset="0"/>
              </a:defRPr>
            </a:lvl3pPr>
            <a:lvl4pPr>
              <a:spcBef>
                <a:spcPts val="441"/>
              </a:spcBef>
              <a:defRPr sz="1412" b="0" i="0">
                <a:solidFill>
                  <a:schemeClr val="tx1"/>
                </a:solidFill>
                <a:latin typeface="Garamond" panose="02020404030301010803" pitchFamily="18" charset="0"/>
              </a:defRPr>
            </a:lvl4pPr>
            <a:lvl5pPr>
              <a:spcBef>
                <a:spcPts val="441"/>
              </a:spcBef>
              <a:defRPr sz="1412"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2">
            <a:extLst>
              <a:ext uri="{FF2B5EF4-FFF2-40B4-BE49-F238E27FC236}">
                <a16:creationId xmlns:a16="http://schemas.microsoft.com/office/drawing/2014/main" id="{514BEE0B-5D43-414C-AFBF-36F61DE4825F}"/>
              </a:ext>
            </a:extLst>
          </p:cNvPr>
          <p:cNvSpPr>
            <a:spLocks noGrp="1"/>
          </p:cNvSpPr>
          <p:nvPr>
            <p:ph sz="quarter" idx="11"/>
          </p:nvPr>
        </p:nvSpPr>
        <p:spPr>
          <a:xfrm>
            <a:off x="559543" y="3168036"/>
            <a:ext cx="5408815" cy="3016671"/>
          </a:xfrm>
          <a:prstGeom prst="rect">
            <a:avLst/>
          </a:prstGeom>
        </p:spPr>
        <p:txBody>
          <a:bodyPr>
            <a:normAutofit/>
          </a:bodyPr>
          <a:lstStyle>
            <a:lvl1pPr>
              <a:spcBef>
                <a:spcPts val="441"/>
              </a:spcBef>
              <a:defRPr sz="1412" b="0" i="0">
                <a:solidFill>
                  <a:schemeClr val="tx1"/>
                </a:solidFill>
                <a:latin typeface="Garamond" panose="02020404030301010803" pitchFamily="18" charset="0"/>
              </a:defRPr>
            </a:lvl1pPr>
            <a:lvl2pPr>
              <a:spcBef>
                <a:spcPts val="441"/>
              </a:spcBef>
              <a:defRPr sz="1412" b="0" i="0">
                <a:solidFill>
                  <a:schemeClr val="tx1"/>
                </a:solidFill>
                <a:latin typeface="Garamond" panose="02020404030301010803" pitchFamily="18" charset="0"/>
              </a:defRPr>
            </a:lvl2pPr>
            <a:lvl3pPr>
              <a:spcBef>
                <a:spcPts val="441"/>
              </a:spcBef>
              <a:defRPr sz="1412" b="0" i="0">
                <a:solidFill>
                  <a:schemeClr val="tx1"/>
                </a:solidFill>
                <a:latin typeface="Garamond" panose="02020404030301010803" pitchFamily="18" charset="0"/>
              </a:defRPr>
            </a:lvl3pPr>
            <a:lvl4pPr>
              <a:spcBef>
                <a:spcPts val="441"/>
              </a:spcBef>
              <a:defRPr sz="1412" b="0" i="0">
                <a:solidFill>
                  <a:schemeClr val="tx1"/>
                </a:solidFill>
                <a:latin typeface="Garamond" panose="02020404030301010803" pitchFamily="18" charset="0"/>
              </a:defRPr>
            </a:lvl4pPr>
            <a:lvl5pPr>
              <a:spcBef>
                <a:spcPts val="441"/>
              </a:spcBef>
              <a:defRPr sz="1412"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4">
            <a:extLst>
              <a:ext uri="{FF2B5EF4-FFF2-40B4-BE49-F238E27FC236}">
                <a16:creationId xmlns:a16="http://schemas.microsoft.com/office/drawing/2014/main" id="{BDF34319-A32E-3B43-BA2D-1E51BE33E076}"/>
              </a:ext>
            </a:extLst>
          </p:cNvPr>
          <p:cNvSpPr>
            <a:spLocks noGrp="1"/>
          </p:cNvSpPr>
          <p:nvPr>
            <p:ph sz="quarter" idx="13"/>
          </p:nvPr>
        </p:nvSpPr>
        <p:spPr>
          <a:xfrm>
            <a:off x="6245637" y="3168036"/>
            <a:ext cx="5408815" cy="3016671"/>
          </a:xfrm>
          <a:prstGeom prst="rect">
            <a:avLst/>
          </a:prstGeom>
        </p:spPr>
        <p:txBody>
          <a:bodyPr>
            <a:normAutofit/>
          </a:bodyPr>
          <a:lstStyle>
            <a:lvl1pPr>
              <a:spcBef>
                <a:spcPts val="441"/>
              </a:spcBef>
              <a:defRPr sz="1412" b="0" i="0">
                <a:solidFill>
                  <a:schemeClr val="tx1"/>
                </a:solidFill>
                <a:latin typeface="Garamond" panose="02020404030301010803" pitchFamily="18" charset="0"/>
              </a:defRPr>
            </a:lvl1pPr>
            <a:lvl2pPr>
              <a:spcBef>
                <a:spcPts val="441"/>
              </a:spcBef>
              <a:defRPr sz="1412" b="0" i="0">
                <a:solidFill>
                  <a:schemeClr val="tx1"/>
                </a:solidFill>
                <a:latin typeface="Garamond" panose="02020404030301010803" pitchFamily="18" charset="0"/>
              </a:defRPr>
            </a:lvl2pPr>
            <a:lvl3pPr>
              <a:spcBef>
                <a:spcPts val="441"/>
              </a:spcBef>
              <a:defRPr sz="1412" b="0" i="0">
                <a:solidFill>
                  <a:schemeClr val="tx1"/>
                </a:solidFill>
                <a:latin typeface="Garamond" panose="02020404030301010803" pitchFamily="18" charset="0"/>
              </a:defRPr>
            </a:lvl3pPr>
            <a:lvl4pPr>
              <a:spcBef>
                <a:spcPts val="441"/>
              </a:spcBef>
              <a:defRPr sz="1412" b="0" i="0">
                <a:solidFill>
                  <a:schemeClr val="tx1"/>
                </a:solidFill>
                <a:latin typeface="Garamond" panose="02020404030301010803" pitchFamily="18" charset="0"/>
              </a:defRPr>
            </a:lvl4pPr>
            <a:lvl5pPr>
              <a:spcBef>
                <a:spcPts val="441"/>
              </a:spcBef>
              <a:defRPr sz="1412" b="0" i="0">
                <a:solidFill>
                  <a:schemeClr val="tx1"/>
                </a:solidFill>
                <a:latin typeface="Garamond" panose="020204040303010108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1">
            <a:extLst>
              <a:ext uri="{FF2B5EF4-FFF2-40B4-BE49-F238E27FC236}">
                <a16:creationId xmlns:a16="http://schemas.microsoft.com/office/drawing/2014/main" id="{5F96F686-6726-D140-A091-DADE6ED8B815}"/>
              </a:ext>
            </a:extLst>
          </p:cNvPr>
          <p:cNvSpPr>
            <a:spLocks noGrp="1"/>
          </p:cNvSpPr>
          <p:nvPr>
            <p:ph idx="21" hasCustomPrompt="1"/>
          </p:nvPr>
        </p:nvSpPr>
        <p:spPr>
          <a:xfrm>
            <a:off x="559543" y="2872942"/>
            <a:ext cx="5408815" cy="268533"/>
          </a:xfrm>
          <a:solidFill>
            <a:srgbClr val="1E1F49"/>
          </a:solidFill>
          <a:ln>
            <a:noFill/>
          </a:ln>
        </p:spPr>
        <p:txBody>
          <a:bodyPr lIns="0" tIns="0" rIns="0" bIns="0" anchor="ctr">
            <a:normAutofit/>
          </a:bodyPr>
          <a:lstStyle>
            <a:lvl1pPr marL="0" marR="0" indent="0" algn="ctr" defTabSz="887553" rtl="0" eaLnBrk="1" fontAlgn="auto" latinLnBrk="0" hangingPunct="1">
              <a:lnSpc>
                <a:spcPct val="90000"/>
              </a:lnSpc>
              <a:spcBef>
                <a:spcPts val="971"/>
              </a:spcBef>
              <a:spcAft>
                <a:spcPts val="0"/>
              </a:spcAft>
              <a:buClr>
                <a:srgbClr val="710F32"/>
              </a:buClr>
              <a:buSzPct val="90000"/>
              <a:buFont typeface="Wingdings" pitchFamily="2" charset="2"/>
              <a:buNone/>
              <a:tabLst/>
              <a:defRPr sz="1412" b="0" i="0">
                <a:solidFill>
                  <a:schemeClr val="bg1"/>
                </a:solidFill>
                <a:latin typeface="Garamond" panose="02020404030301010803" pitchFamily="18" charset="0"/>
              </a:defRPr>
            </a:lvl1pPr>
            <a:lvl2pPr marL="443777" indent="0">
              <a:buNone/>
              <a:defRPr sz="1412" b="0" i="0">
                <a:solidFill>
                  <a:schemeClr val="tx1"/>
                </a:solidFill>
                <a:latin typeface="Garamond" panose="02020404030301010803" pitchFamily="18" charset="0"/>
              </a:defRPr>
            </a:lvl2pPr>
            <a:lvl3pPr>
              <a:defRPr sz="1412" b="0" i="0">
                <a:solidFill>
                  <a:schemeClr val="tx1"/>
                </a:solidFill>
                <a:latin typeface="Garamond" panose="02020404030301010803" pitchFamily="18" charset="0"/>
              </a:defRPr>
            </a:lvl3pPr>
            <a:lvl4pPr>
              <a:defRPr sz="1412" b="0" i="0">
                <a:solidFill>
                  <a:schemeClr val="tx1"/>
                </a:solidFill>
                <a:latin typeface="Garamond" panose="02020404030301010803" pitchFamily="18" charset="0"/>
              </a:defRPr>
            </a:lvl4pPr>
            <a:lvl5pPr>
              <a:defRPr sz="1412" b="0" i="0">
                <a:solidFill>
                  <a:schemeClr val="tx1"/>
                </a:solidFill>
                <a:latin typeface="Garamond" panose="02020404030301010803" pitchFamily="18" charset="0"/>
              </a:defRPr>
            </a:lvl5pPr>
          </a:lstStyle>
          <a:p>
            <a:pPr marL="0" marR="0" lvl="0" indent="0" algn="ctr" defTabSz="887553" rtl="0" eaLnBrk="1" fontAlgn="auto" latinLnBrk="0" hangingPunct="1">
              <a:lnSpc>
                <a:spcPct val="90000"/>
              </a:lnSpc>
              <a:spcBef>
                <a:spcPts val="971"/>
              </a:spcBef>
              <a:spcAft>
                <a:spcPts val="0"/>
              </a:spcAft>
              <a:buClr>
                <a:srgbClr val="710F32"/>
              </a:buClr>
              <a:buSzPct val="90000"/>
              <a:buFont typeface="Wingdings" pitchFamily="2" charset="2"/>
              <a:buNone/>
              <a:tabLst/>
              <a:defRPr/>
            </a:pPr>
            <a:r>
              <a:rPr lang="en-US" dirty="0"/>
              <a:t>Click to edit section title</a:t>
            </a:r>
          </a:p>
        </p:txBody>
      </p:sp>
      <p:sp>
        <p:nvSpPr>
          <p:cNvPr id="23" name="Content1">
            <a:extLst>
              <a:ext uri="{FF2B5EF4-FFF2-40B4-BE49-F238E27FC236}">
                <a16:creationId xmlns:a16="http://schemas.microsoft.com/office/drawing/2014/main" id="{BA9A4183-D676-264B-9F00-3DB87FCD9B78}"/>
              </a:ext>
            </a:extLst>
          </p:cNvPr>
          <p:cNvSpPr>
            <a:spLocks noGrp="1"/>
          </p:cNvSpPr>
          <p:nvPr>
            <p:ph idx="22" hasCustomPrompt="1"/>
          </p:nvPr>
        </p:nvSpPr>
        <p:spPr>
          <a:xfrm>
            <a:off x="6245638" y="2875571"/>
            <a:ext cx="5410600" cy="268533"/>
          </a:xfrm>
          <a:solidFill>
            <a:srgbClr val="1E1F49"/>
          </a:solidFill>
          <a:ln>
            <a:noFill/>
          </a:ln>
        </p:spPr>
        <p:txBody>
          <a:bodyPr lIns="0" tIns="0" rIns="0" bIns="0" anchor="ctr">
            <a:normAutofit/>
          </a:bodyPr>
          <a:lstStyle>
            <a:lvl1pPr marL="0" marR="0" indent="0" algn="ctr" defTabSz="887553" rtl="0" eaLnBrk="1" fontAlgn="auto" latinLnBrk="0" hangingPunct="1">
              <a:lnSpc>
                <a:spcPct val="90000"/>
              </a:lnSpc>
              <a:spcBef>
                <a:spcPts val="971"/>
              </a:spcBef>
              <a:spcAft>
                <a:spcPts val="0"/>
              </a:spcAft>
              <a:buClr>
                <a:srgbClr val="710F32"/>
              </a:buClr>
              <a:buSzPct val="90000"/>
              <a:buFont typeface="Wingdings" pitchFamily="2" charset="2"/>
              <a:buNone/>
              <a:tabLst/>
              <a:defRPr sz="1412" b="0" i="0">
                <a:solidFill>
                  <a:schemeClr val="bg1"/>
                </a:solidFill>
                <a:latin typeface="Garamond" panose="02020404030301010803" pitchFamily="18" charset="0"/>
              </a:defRPr>
            </a:lvl1pPr>
            <a:lvl2pPr marL="443777" indent="0">
              <a:buNone/>
              <a:defRPr sz="1412" b="0" i="0">
                <a:solidFill>
                  <a:schemeClr val="tx1"/>
                </a:solidFill>
                <a:latin typeface="Garamond" panose="02020404030301010803" pitchFamily="18" charset="0"/>
              </a:defRPr>
            </a:lvl2pPr>
            <a:lvl3pPr>
              <a:defRPr sz="1412" b="0" i="0">
                <a:solidFill>
                  <a:schemeClr val="tx1"/>
                </a:solidFill>
                <a:latin typeface="Garamond" panose="02020404030301010803" pitchFamily="18" charset="0"/>
              </a:defRPr>
            </a:lvl3pPr>
            <a:lvl4pPr>
              <a:defRPr sz="1412" b="0" i="0">
                <a:solidFill>
                  <a:schemeClr val="tx1"/>
                </a:solidFill>
                <a:latin typeface="Garamond" panose="02020404030301010803" pitchFamily="18" charset="0"/>
              </a:defRPr>
            </a:lvl4pPr>
            <a:lvl5pPr>
              <a:defRPr sz="1412" b="0" i="0">
                <a:solidFill>
                  <a:schemeClr val="tx1"/>
                </a:solidFill>
                <a:latin typeface="Garamond" panose="02020404030301010803" pitchFamily="18" charset="0"/>
              </a:defRPr>
            </a:lvl5pPr>
          </a:lstStyle>
          <a:p>
            <a:pPr marL="0" marR="0" lvl="0" indent="0" algn="ctr" defTabSz="887553" rtl="0" eaLnBrk="1" fontAlgn="auto" latinLnBrk="0" hangingPunct="1">
              <a:lnSpc>
                <a:spcPct val="90000"/>
              </a:lnSpc>
              <a:spcBef>
                <a:spcPts val="971"/>
              </a:spcBef>
              <a:spcAft>
                <a:spcPts val="0"/>
              </a:spcAft>
              <a:buClr>
                <a:srgbClr val="710F32"/>
              </a:buClr>
              <a:buSzPct val="90000"/>
              <a:buFont typeface="Wingdings" pitchFamily="2" charset="2"/>
              <a:buNone/>
              <a:tabLst/>
              <a:defRPr/>
            </a:pPr>
            <a:r>
              <a:rPr lang="en-US" dirty="0"/>
              <a:t>Click to edit section title</a:t>
            </a:r>
          </a:p>
        </p:txBody>
      </p:sp>
    </p:spTree>
    <p:extLst>
      <p:ext uri="{BB962C8B-B14F-4D97-AF65-F5344CB8AC3E}">
        <p14:creationId xmlns:p14="http://schemas.microsoft.com/office/powerpoint/2010/main" val="128618194"/>
      </p:ext>
    </p:extLst>
  </p:cSld>
  <p:clrMapOvr>
    <a:masterClrMapping/>
  </p:clrMapOvr>
  <p:extLst>
    <p:ext uri="{DCECCB84-F9BA-43D5-87BE-67443E8EF086}">
      <p15:sldGuideLst xmlns:p15="http://schemas.microsoft.com/office/powerpoint/2012/main">
        <p15:guide id="1" orient="horz" pos="2448">
          <p15:clr>
            <a:srgbClr val="FBAE40"/>
          </p15:clr>
        </p15:guide>
        <p15:guide id="2" pos="316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D33C7C-CF9E-033D-028F-C271E83688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4F5959-7923-F020-CF6A-E051F83007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D3B57B-0A89-CA93-6E58-DC9C7735D2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D4F25B-D514-A846-9796-5DE574801CB3}" type="datetimeFigureOut">
              <a:rPr lang="en-US" smtClean="0"/>
              <a:t>5/11/24</a:t>
            </a:fld>
            <a:endParaRPr lang="en-US"/>
          </a:p>
        </p:txBody>
      </p:sp>
      <p:sp>
        <p:nvSpPr>
          <p:cNvPr id="5" name="Footer Placeholder 4">
            <a:extLst>
              <a:ext uri="{FF2B5EF4-FFF2-40B4-BE49-F238E27FC236}">
                <a16:creationId xmlns:a16="http://schemas.microsoft.com/office/drawing/2014/main" id="{BF58F304-3498-F52D-40AF-2B6531A1E0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4A3E4A-155A-FB7F-B98A-AAE8DE4613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8C5725-D2BA-334C-A8E2-E75E1AF7EC06}" type="slidenum">
              <a:rPr lang="en-US" smtClean="0"/>
              <a:t>‹#›</a:t>
            </a:fld>
            <a:endParaRPr lang="en-US"/>
          </a:p>
        </p:txBody>
      </p:sp>
    </p:spTree>
    <p:extLst>
      <p:ext uri="{BB962C8B-B14F-4D97-AF65-F5344CB8AC3E}">
        <p14:creationId xmlns:p14="http://schemas.microsoft.com/office/powerpoint/2010/main" val="2288900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C5056-EDE7-72C5-704B-D5D5C8385DBA}"/>
              </a:ext>
            </a:extLst>
          </p:cNvPr>
          <p:cNvSpPr>
            <a:spLocks noGrp="1"/>
          </p:cNvSpPr>
          <p:nvPr>
            <p:ph type="title"/>
          </p:nvPr>
        </p:nvSpPr>
        <p:spPr/>
        <p:txBody>
          <a:bodyPr/>
          <a:lstStyle/>
          <a:p>
            <a:r>
              <a:rPr lang="en-US" dirty="0"/>
              <a:t>Sustained Capital for Reinvestment &amp; Return</a:t>
            </a:r>
          </a:p>
        </p:txBody>
      </p:sp>
      <p:sp>
        <p:nvSpPr>
          <p:cNvPr id="3" name="Slide Number Placeholder 2">
            <a:extLst>
              <a:ext uri="{FF2B5EF4-FFF2-40B4-BE49-F238E27FC236}">
                <a16:creationId xmlns:a16="http://schemas.microsoft.com/office/drawing/2014/main" id="{FF07E089-0FE8-C176-D1D9-79F74AEA87DA}"/>
              </a:ext>
            </a:extLst>
          </p:cNvPr>
          <p:cNvSpPr>
            <a:spLocks noGrp="1"/>
          </p:cNvSpPr>
          <p:nvPr>
            <p:ph type="sldNum" sz="quarter" idx="17"/>
          </p:nvPr>
        </p:nvSpPr>
        <p:spPr/>
        <p:txBody>
          <a:bodyPr/>
          <a:lstStyle/>
          <a:p>
            <a:fld id="{3FEFCAF1-6404-E34E-8C55-31475CA0CB4C}" type="slidenum">
              <a:rPr lang="en-US" smtClean="0"/>
              <a:pPr/>
              <a:t>1</a:t>
            </a:fld>
            <a:endParaRPr lang="en-US" dirty="0"/>
          </a:p>
        </p:txBody>
      </p:sp>
      <p:sp>
        <p:nvSpPr>
          <p:cNvPr id="4" name="Text Placeholder 3">
            <a:extLst>
              <a:ext uri="{FF2B5EF4-FFF2-40B4-BE49-F238E27FC236}">
                <a16:creationId xmlns:a16="http://schemas.microsoft.com/office/drawing/2014/main" id="{D6CC43B4-C90B-B08B-3F34-57BF2399B04D}"/>
              </a:ext>
            </a:extLst>
          </p:cNvPr>
          <p:cNvSpPr>
            <a:spLocks noGrp="1"/>
          </p:cNvSpPr>
          <p:nvPr>
            <p:ph type="body" sz="quarter" idx="18"/>
          </p:nvPr>
        </p:nvSpPr>
        <p:spPr/>
        <p:txBody>
          <a:bodyPr/>
          <a:lstStyle/>
          <a:p>
            <a:endParaRPr lang="en-US"/>
          </a:p>
        </p:txBody>
      </p:sp>
      <p:pic>
        <p:nvPicPr>
          <p:cNvPr id="11" name="Content Placeholder 10" descr="A person standing in front of a chart&#10;&#10;Description automatically generated">
            <a:extLst>
              <a:ext uri="{FF2B5EF4-FFF2-40B4-BE49-F238E27FC236}">
                <a16:creationId xmlns:a16="http://schemas.microsoft.com/office/drawing/2014/main" id="{47FA708D-6348-132F-D866-2B65AA6D170A}"/>
              </a:ext>
            </a:extLst>
          </p:cNvPr>
          <p:cNvPicPr>
            <a:picLocks noGrp="1" noChangeAspect="1"/>
          </p:cNvPicPr>
          <p:nvPr>
            <p:ph idx="10"/>
          </p:nvPr>
        </p:nvPicPr>
        <p:blipFill>
          <a:blip r:embed="rId2"/>
          <a:stretch>
            <a:fillRect/>
          </a:stretch>
        </p:blipFill>
        <p:spPr>
          <a:xfrm>
            <a:off x="1694297" y="1165044"/>
            <a:ext cx="8617573" cy="5188954"/>
          </a:xfrm>
        </p:spPr>
      </p:pic>
      <p:sp>
        <p:nvSpPr>
          <p:cNvPr id="6" name="Content Placeholder 5">
            <a:extLst>
              <a:ext uri="{FF2B5EF4-FFF2-40B4-BE49-F238E27FC236}">
                <a16:creationId xmlns:a16="http://schemas.microsoft.com/office/drawing/2014/main" id="{6EC2F39C-011B-ED66-8FB4-FAE401993292}"/>
              </a:ext>
            </a:extLst>
          </p:cNvPr>
          <p:cNvSpPr>
            <a:spLocks noGrp="1"/>
          </p:cNvSpPr>
          <p:nvPr>
            <p:ph sz="quarter" idx="11"/>
          </p:nvPr>
        </p:nvSpPr>
        <p:spPr/>
        <p:txBody>
          <a:bodyPr/>
          <a:lstStyle/>
          <a:p>
            <a:endParaRPr lang="en-US"/>
          </a:p>
        </p:txBody>
      </p:sp>
      <p:sp>
        <p:nvSpPr>
          <p:cNvPr id="7" name="Content Placeholder 6">
            <a:extLst>
              <a:ext uri="{FF2B5EF4-FFF2-40B4-BE49-F238E27FC236}">
                <a16:creationId xmlns:a16="http://schemas.microsoft.com/office/drawing/2014/main" id="{07C4E611-CED2-ADE1-F334-DD1896A7FE71}"/>
              </a:ext>
            </a:extLst>
          </p:cNvPr>
          <p:cNvSpPr>
            <a:spLocks noGrp="1"/>
          </p:cNvSpPr>
          <p:nvPr>
            <p:ph sz="quarter" idx="13"/>
          </p:nvPr>
        </p:nvSpPr>
        <p:spPr/>
        <p:txBody>
          <a:bodyPr/>
          <a:lstStyle/>
          <a:p>
            <a:endParaRPr lang="en-US"/>
          </a:p>
        </p:txBody>
      </p:sp>
      <p:sp>
        <p:nvSpPr>
          <p:cNvPr id="8" name="Content Placeholder 7">
            <a:extLst>
              <a:ext uri="{FF2B5EF4-FFF2-40B4-BE49-F238E27FC236}">
                <a16:creationId xmlns:a16="http://schemas.microsoft.com/office/drawing/2014/main" id="{0A73B008-0AF0-9A6D-C524-7FE6381EBD7D}"/>
              </a:ext>
            </a:extLst>
          </p:cNvPr>
          <p:cNvSpPr>
            <a:spLocks noGrp="1"/>
          </p:cNvSpPr>
          <p:nvPr>
            <p:ph idx="21"/>
          </p:nvPr>
        </p:nvSpPr>
        <p:spPr/>
        <p:txBody>
          <a:bodyPr/>
          <a:lstStyle/>
          <a:p>
            <a:endParaRPr lang="en-US"/>
          </a:p>
        </p:txBody>
      </p:sp>
      <p:sp>
        <p:nvSpPr>
          <p:cNvPr id="9" name="Content Placeholder 8">
            <a:extLst>
              <a:ext uri="{FF2B5EF4-FFF2-40B4-BE49-F238E27FC236}">
                <a16:creationId xmlns:a16="http://schemas.microsoft.com/office/drawing/2014/main" id="{39A722EA-0889-CECF-FB29-89859E108B6A}"/>
              </a:ext>
            </a:extLst>
          </p:cNvPr>
          <p:cNvSpPr>
            <a:spLocks noGrp="1"/>
          </p:cNvSpPr>
          <p:nvPr>
            <p:ph idx="22"/>
          </p:nvPr>
        </p:nvSpPr>
        <p:spPr/>
        <p:txBody>
          <a:bodyPr/>
          <a:lstStyle/>
          <a:p>
            <a:endParaRPr lang="en-US"/>
          </a:p>
        </p:txBody>
      </p:sp>
    </p:spTree>
    <p:extLst>
      <p:ext uri="{BB962C8B-B14F-4D97-AF65-F5344CB8AC3E}">
        <p14:creationId xmlns:p14="http://schemas.microsoft.com/office/powerpoint/2010/main" val="1620185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A7620-9A11-0C8B-E930-4ED2C40D70EB}"/>
              </a:ext>
            </a:extLst>
          </p:cNvPr>
          <p:cNvSpPr>
            <a:spLocks noGrp="1"/>
          </p:cNvSpPr>
          <p:nvPr>
            <p:ph type="title"/>
          </p:nvPr>
        </p:nvSpPr>
        <p:spPr/>
        <p:txBody>
          <a:bodyPr/>
          <a:lstStyle/>
          <a:p>
            <a:r>
              <a:rPr lang="en-US" dirty="0"/>
              <a:t>Large Regulatory Barriers</a:t>
            </a:r>
          </a:p>
        </p:txBody>
      </p:sp>
      <p:sp>
        <p:nvSpPr>
          <p:cNvPr id="3" name="Slide Number Placeholder 2">
            <a:extLst>
              <a:ext uri="{FF2B5EF4-FFF2-40B4-BE49-F238E27FC236}">
                <a16:creationId xmlns:a16="http://schemas.microsoft.com/office/drawing/2014/main" id="{D3F4D2A0-FCE7-DDBC-BCAB-2AF02ECAA945}"/>
              </a:ext>
            </a:extLst>
          </p:cNvPr>
          <p:cNvSpPr>
            <a:spLocks noGrp="1"/>
          </p:cNvSpPr>
          <p:nvPr>
            <p:ph type="sldNum" sz="quarter" idx="17"/>
          </p:nvPr>
        </p:nvSpPr>
        <p:spPr/>
        <p:txBody>
          <a:bodyPr/>
          <a:lstStyle/>
          <a:p>
            <a:fld id="{3FEFCAF1-6404-E34E-8C55-31475CA0CB4C}" type="slidenum">
              <a:rPr lang="en-US" smtClean="0"/>
              <a:pPr/>
              <a:t>2</a:t>
            </a:fld>
            <a:endParaRPr lang="en-US" dirty="0"/>
          </a:p>
        </p:txBody>
      </p:sp>
      <p:sp>
        <p:nvSpPr>
          <p:cNvPr id="4" name="Text Placeholder 3">
            <a:extLst>
              <a:ext uri="{FF2B5EF4-FFF2-40B4-BE49-F238E27FC236}">
                <a16:creationId xmlns:a16="http://schemas.microsoft.com/office/drawing/2014/main" id="{391AC017-A332-BD44-4961-2B974502DEE2}"/>
              </a:ext>
            </a:extLst>
          </p:cNvPr>
          <p:cNvSpPr>
            <a:spLocks noGrp="1"/>
          </p:cNvSpPr>
          <p:nvPr>
            <p:ph type="body" sz="quarter" idx="18"/>
          </p:nvPr>
        </p:nvSpPr>
        <p:spPr/>
        <p:txBody>
          <a:bodyPr/>
          <a:lstStyle/>
          <a:p>
            <a:endParaRPr lang="en-US"/>
          </a:p>
        </p:txBody>
      </p:sp>
      <p:pic>
        <p:nvPicPr>
          <p:cNvPr id="11" name="Content Placeholder 10" descr="A diagram of a project barriers&#10;&#10;Description automatically generated">
            <a:extLst>
              <a:ext uri="{FF2B5EF4-FFF2-40B4-BE49-F238E27FC236}">
                <a16:creationId xmlns:a16="http://schemas.microsoft.com/office/drawing/2014/main" id="{2791F135-C97B-3A94-0C4F-7F88FDC4AAA6}"/>
              </a:ext>
            </a:extLst>
          </p:cNvPr>
          <p:cNvPicPr>
            <a:picLocks noGrp="1" noChangeAspect="1"/>
          </p:cNvPicPr>
          <p:nvPr>
            <p:ph idx="10"/>
          </p:nvPr>
        </p:nvPicPr>
        <p:blipFill>
          <a:blip r:embed="rId2"/>
          <a:stretch>
            <a:fillRect/>
          </a:stretch>
        </p:blipFill>
        <p:spPr>
          <a:xfrm>
            <a:off x="1831564" y="1101908"/>
            <a:ext cx="8489165" cy="5082800"/>
          </a:xfrm>
        </p:spPr>
      </p:pic>
      <p:sp>
        <p:nvSpPr>
          <p:cNvPr id="6" name="Content Placeholder 5">
            <a:extLst>
              <a:ext uri="{FF2B5EF4-FFF2-40B4-BE49-F238E27FC236}">
                <a16:creationId xmlns:a16="http://schemas.microsoft.com/office/drawing/2014/main" id="{9264FFF5-00D4-73BB-0ECB-BE40CE5A3925}"/>
              </a:ext>
            </a:extLst>
          </p:cNvPr>
          <p:cNvSpPr>
            <a:spLocks noGrp="1"/>
          </p:cNvSpPr>
          <p:nvPr>
            <p:ph sz="quarter" idx="11"/>
          </p:nvPr>
        </p:nvSpPr>
        <p:spPr/>
        <p:txBody>
          <a:bodyPr/>
          <a:lstStyle/>
          <a:p>
            <a:endParaRPr lang="en-US"/>
          </a:p>
        </p:txBody>
      </p:sp>
      <p:sp>
        <p:nvSpPr>
          <p:cNvPr id="7" name="Content Placeholder 6">
            <a:extLst>
              <a:ext uri="{FF2B5EF4-FFF2-40B4-BE49-F238E27FC236}">
                <a16:creationId xmlns:a16="http://schemas.microsoft.com/office/drawing/2014/main" id="{F9C3E919-4E00-670B-F7A5-D5E0419D9C5D}"/>
              </a:ext>
            </a:extLst>
          </p:cNvPr>
          <p:cNvSpPr>
            <a:spLocks noGrp="1"/>
          </p:cNvSpPr>
          <p:nvPr>
            <p:ph sz="quarter" idx="13"/>
          </p:nvPr>
        </p:nvSpPr>
        <p:spPr/>
        <p:txBody>
          <a:bodyPr/>
          <a:lstStyle/>
          <a:p>
            <a:endParaRPr lang="en-US"/>
          </a:p>
        </p:txBody>
      </p:sp>
      <p:sp>
        <p:nvSpPr>
          <p:cNvPr id="8" name="Content Placeholder 7">
            <a:extLst>
              <a:ext uri="{FF2B5EF4-FFF2-40B4-BE49-F238E27FC236}">
                <a16:creationId xmlns:a16="http://schemas.microsoft.com/office/drawing/2014/main" id="{2EBD1B18-900B-7E22-44E2-D9236914B8D0}"/>
              </a:ext>
            </a:extLst>
          </p:cNvPr>
          <p:cNvSpPr>
            <a:spLocks noGrp="1"/>
          </p:cNvSpPr>
          <p:nvPr>
            <p:ph idx="21"/>
          </p:nvPr>
        </p:nvSpPr>
        <p:spPr/>
        <p:txBody>
          <a:bodyPr/>
          <a:lstStyle/>
          <a:p>
            <a:endParaRPr lang="en-US"/>
          </a:p>
        </p:txBody>
      </p:sp>
      <p:sp>
        <p:nvSpPr>
          <p:cNvPr id="9" name="Content Placeholder 8">
            <a:extLst>
              <a:ext uri="{FF2B5EF4-FFF2-40B4-BE49-F238E27FC236}">
                <a16:creationId xmlns:a16="http://schemas.microsoft.com/office/drawing/2014/main" id="{FA84CCB8-9893-A856-8C8B-0B2D8C335E76}"/>
              </a:ext>
            </a:extLst>
          </p:cNvPr>
          <p:cNvSpPr>
            <a:spLocks noGrp="1"/>
          </p:cNvSpPr>
          <p:nvPr>
            <p:ph idx="22"/>
          </p:nvPr>
        </p:nvSpPr>
        <p:spPr/>
        <p:txBody>
          <a:bodyPr/>
          <a:lstStyle/>
          <a:p>
            <a:endParaRPr lang="en-US"/>
          </a:p>
        </p:txBody>
      </p:sp>
    </p:spTree>
    <p:extLst>
      <p:ext uri="{BB962C8B-B14F-4D97-AF65-F5344CB8AC3E}">
        <p14:creationId xmlns:p14="http://schemas.microsoft.com/office/powerpoint/2010/main" val="3670646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87E2D-FF42-79B0-A9B1-51E82D8B0A5D}"/>
              </a:ext>
            </a:extLst>
          </p:cNvPr>
          <p:cNvSpPr>
            <a:spLocks noGrp="1"/>
          </p:cNvSpPr>
          <p:nvPr>
            <p:ph type="title"/>
          </p:nvPr>
        </p:nvSpPr>
        <p:spPr/>
        <p:txBody>
          <a:bodyPr/>
          <a:lstStyle/>
          <a:p>
            <a:r>
              <a:rPr lang="en-US" dirty="0"/>
              <a:t>No New Entrants in the Short Term</a:t>
            </a:r>
          </a:p>
        </p:txBody>
      </p:sp>
      <p:sp>
        <p:nvSpPr>
          <p:cNvPr id="3" name="Slide Number Placeholder 2">
            <a:extLst>
              <a:ext uri="{FF2B5EF4-FFF2-40B4-BE49-F238E27FC236}">
                <a16:creationId xmlns:a16="http://schemas.microsoft.com/office/drawing/2014/main" id="{CAC21C5C-2492-95B7-1663-3B58CB85EB72}"/>
              </a:ext>
            </a:extLst>
          </p:cNvPr>
          <p:cNvSpPr>
            <a:spLocks noGrp="1"/>
          </p:cNvSpPr>
          <p:nvPr>
            <p:ph type="sldNum" sz="quarter" idx="17"/>
          </p:nvPr>
        </p:nvSpPr>
        <p:spPr/>
        <p:txBody>
          <a:bodyPr/>
          <a:lstStyle/>
          <a:p>
            <a:fld id="{3FEFCAF1-6404-E34E-8C55-31475CA0CB4C}" type="slidenum">
              <a:rPr lang="en-US" smtClean="0"/>
              <a:pPr/>
              <a:t>3</a:t>
            </a:fld>
            <a:endParaRPr lang="en-US" dirty="0"/>
          </a:p>
        </p:txBody>
      </p:sp>
      <p:sp>
        <p:nvSpPr>
          <p:cNvPr id="4" name="Text Placeholder 3">
            <a:extLst>
              <a:ext uri="{FF2B5EF4-FFF2-40B4-BE49-F238E27FC236}">
                <a16:creationId xmlns:a16="http://schemas.microsoft.com/office/drawing/2014/main" id="{F9B94250-E1FB-F5C6-3ACB-5FF3581854DE}"/>
              </a:ext>
            </a:extLst>
          </p:cNvPr>
          <p:cNvSpPr>
            <a:spLocks noGrp="1"/>
          </p:cNvSpPr>
          <p:nvPr>
            <p:ph type="body" sz="quarter" idx="18"/>
          </p:nvPr>
        </p:nvSpPr>
        <p:spPr/>
        <p:txBody>
          <a:bodyPr/>
          <a:lstStyle/>
          <a:p>
            <a:endParaRPr lang="en-US"/>
          </a:p>
        </p:txBody>
      </p:sp>
      <p:pic>
        <p:nvPicPr>
          <p:cNvPr id="11" name="Content Placeholder 10" descr="A close-up of a chart&#10;&#10;Description automatically generated">
            <a:extLst>
              <a:ext uri="{FF2B5EF4-FFF2-40B4-BE49-F238E27FC236}">
                <a16:creationId xmlns:a16="http://schemas.microsoft.com/office/drawing/2014/main" id="{7F000E5B-BF3B-0577-CF0E-4BA8A7C10EE1}"/>
              </a:ext>
            </a:extLst>
          </p:cNvPr>
          <p:cNvPicPr>
            <a:picLocks noGrp="1" noChangeAspect="1"/>
          </p:cNvPicPr>
          <p:nvPr>
            <p:ph idx="10"/>
          </p:nvPr>
        </p:nvPicPr>
        <p:blipFill>
          <a:blip r:embed="rId2"/>
          <a:stretch>
            <a:fillRect/>
          </a:stretch>
        </p:blipFill>
        <p:spPr>
          <a:xfrm>
            <a:off x="1807286" y="967930"/>
            <a:ext cx="8997204" cy="5432276"/>
          </a:xfrm>
        </p:spPr>
      </p:pic>
      <p:sp>
        <p:nvSpPr>
          <p:cNvPr id="6" name="Content Placeholder 5">
            <a:extLst>
              <a:ext uri="{FF2B5EF4-FFF2-40B4-BE49-F238E27FC236}">
                <a16:creationId xmlns:a16="http://schemas.microsoft.com/office/drawing/2014/main" id="{BD7B781D-C9CE-8301-A535-340A0C5173A2}"/>
              </a:ext>
            </a:extLst>
          </p:cNvPr>
          <p:cNvSpPr>
            <a:spLocks noGrp="1"/>
          </p:cNvSpPr>
          <p:nvPr>
            <p:ph sz="quarter" idx="11"/>
          </p:nvPr>
        </p:nvSpPr>
        <p:spPr/>
        <p:txBody>
          <a:bodyPr/>
          <a:lstStyle/>
          <a:p>
            <a:endParaRPr lang="en-US"/>
          </a:p>
        </p:txBody>
      </p:sp>
      <p:sp>
        <p:nvSpPr>
          <p:cNvPr id="7" name="Content Placeholder 6">
            <a:extLst>
              <a:ext uri="{FF2B5EF4-FFF2-40B4-BE49-F238E27FC236}">
                <a16:creationId xmlns:a16="http://schemas.microsoft.com/office/drawing/2014/main" id="{9BDB597D-FDE9-A5BC-C7CB-2D3CD73932D2}"/>
              </a:ext>
            </a:extLst>
          </p:cNvPr>
          <p:cNvSpPr>
            <a:spLocks noGrp="1"/>
          </p:cNvSpPr>
          <p:nvPr>
            <p:ph sz="quarter" idx="13"/>
          </p:nvPr>
        </p:nvSpPr>
        <p:spPr/>
        <p:txBody>
          <a:bodyPr/>
          <a:lstStyle/>
          <a:p>
            <a:endParaRPr lang="en-US"/>
          </a:p>
        </p:txBody>
      </p:sp>
      <p:sp>
        <p:nvSpPr>
          <p:cNvPr id="8" name="Content Placeholder 7">
            <a:extLst>
              <a:ext uri="{FF2B5EF4-FFF2-40B4-BE49-F238E27FC236}">
                <a16:creationId xmlns:a16="http://schemas.microsoft.com/office/drawing/2014/main" id="{AEBBE3B0-F633-9769-3FF2-4055468A48B4}"/>
              </a:ext>
            </a:extLst>
          </p:cNvPr>
          <p:cNvSpPr>
            <a:spLocks noGrp="1"/>
          </p:cNvSpPr>
          <p:nvPr>
            <p:ph idx="21"/>
          </p:nvPr>
        </p:nvSpPr>
        <p:spPr/>
        <p:txBody>
          <a:bodyPr/>
          <a:lstStyle/>
          <a:p>
            <a:endParaRPr lang="en-US"/>
          </a:p>
        </p:txBody>
      </p:sp>
      <p:sp>
        <p:nvSpPr>
          <p:cNvPr id="9" name="Content Placeholder 8">
            <a:extLst>
              <a:ext uri="{FF2B5EF4-FFF2-40B4-BE49-F238E27FC236}">
                <a16:creationId xmlns:a16="http://schemas.microsoft.com/office/drawing/2014/main" id="{6BBE5A4A-0463-F9EF-B21D-13F9853230A4}"/>
              </a:ext>
            </a:extLst>
          </p:cNvPr>
          <p:cNvSpPr>
            <a:spLocks noGrp="1"/>
          </p:cNvSpPr>
          <p:nvPr>
            <p:ph idx="22"/>
          </p:nvPr>
        </p:nvSpPr>
        <p:spPr/>
        <p:txBody>
          <a:bodyPr/>
          <a:lstStyle/>
          <a:p>
            <a:endParaRPr lang="en-US"/>
          </a:p>
        </p:txBody>
      </p:sp>
    </p:spTree>
    <p:extLst>
      <p:ext uri="{BB962C8B-B14F-4D97-AF65-F5344CB8AC3E}">
        <p14:creationId xmlns:p14="http://schemas.microsoft.com/office/powerpoint/2010/main" val="1758444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7FB7-BC2F-B148-AB56-8CE115DC6E5B}"/>
              </a:ext>
            </a:extLst>
          </p:cNvPr>
          <p:cNvSpPr>
            <a:spLocks noGrp="1"/>
          </p:cNvSpPr>
          <p:nvPr>
            <p:ph type="title"/>
          </p:nvPr>
        </p:nvSpPr>
        <p:spPr/>
        <p:txBody>
          <a:bodyPr/>
          <a:lstStyle/>
          <a:p>
            <a:r>
              <a:rPr lang="en-US" dirty="0"/>
              <a:t>Realization of global trends</a:t>
            </a:r>
          </a:p>
        </p:txBody>
      </p:sp>
      <p:sp>
        <p:nvSpPr>
          <p:cNvPr id="4" name="Text Placeholder 3">
            <a:extLst>
              <a:ext uri="{FF2B5EF4-FFF2-40B4-BE49-F238E27FC236}">
                <a16:creationId xmlns:a16="http://schemas.microsoft.com/office/drawing/2014/main" id="{A30B2E2D-1EA4-854D-B661-596BAC33676C}"/>
              </a:ext>
            </a:extLst>
          </p:cNvPr>
          <p:cNvSpPr>
            <a:spLocks noGrp="1"/>
          </p:cNvSpPr>
          <p:nvPr>
            <p:ph type="body" sz="quarter" idx="18"/>
          </p:nvPr>
        </p:nvSpPr>
        <p:spPr/>
        <p:txBody>
          <a:bodyPr>
            <a:noAutofit/>
          </a:bodyPr>
          <a:lstStyle/>
          <a:p>
            <a:r>
              <a:rPr lang="en-US" i="1" dirty="0"/>
              <a:t>The same global trends that have rapidly increased IonQ’s addressable market have not been recognized in its value while they have for competitors. </a:t>
            </a:r>
          </a:p>
          <a:p>
            <a:endParaRPr lang="en-US" i="1" dirty="0"/>
          </a:p>
        </p:txBody>
      </p:sp>
      <p:sp>
        <p:nvSpPr>
          <p:cNvPr id="6" name="Content Placeholder 5">
            <a:extLst>
              <a:ext uri="{FF2B5EF4-FFF2-40B4-BE49-F238E27FC236}">
                <a16:creationId xmlns:a16="http://schemas.microsoft.com/office/drawing/2014/main" id="{E42C17F1-22B3-2847-9660-59E80E667072}"/>
              </a:ext>
            </a:extLst>
          </p:cNvPr>
          <p:cNvSpPr>
            <a:spLocks noGrp="1"/>
          </p:cNvSpPr>
          <p:nvPr>
            <p:ph sz="quarter" idx="11"/>
          </p:nvPr>
        </p:nvSpPr>
        <p:spPr>
          <a:xfrm>
            <a:off x="2125185" y="2681896"/>
            <a:ext cx="3937299" cy="2540404"/>
          </a:xfrm>
        </p:spPr>
        <p:txBody>
          <a:bodyPr>
            <a:noAutofit/>
          </a:bodyPr>
          <a:lstStyle/>
          <a:p>
            <a:r>
              <a:rPr lang="en-US" dirty="0"/>
              <a:t>The AI boom has relatively driven valuations for a lot of related quantum computing or hardware related stocks in hopes that the they hold potential value creation through Artificial Intelligence </a:t>
            </a:r>
          </a:p>
          <a:p>
            <a:r>
              <a:rPr lang="en-US" dirty="0"/>
              <a:t>These trends are clearly increasing the addressable market with more and more firms wanting to associate with IonQ, but that value is definitely not reflected in its stock which is trading at pre-GPT levels virtually. </a:t>
            </a:r>
          </a:p>
          <a:p>
            <a:r>
              <a:rPr lang="en-US" dirty="0"/>
              <a:t>IonQ beat revenue earnings earlier this year, which only adds to the fact that the market is clearly </a:t>
            </a:r>
          </a:p>
          <a:p>
            <a:endParaRPr lang="en-US" dirty="0"/>
          </a:p>
        </p:txBody>
      </p:sp>
      <p:sp>
        <p:nvSpPr>
          <p:cNvPr id="8" name="Content Placeholder 7">
            <a:extLst>
              <a:ext uri="{FF2B5EF4-FFF2-40B4-BE49-F238E27FC236}">
                <a16:creationId xmlns:a16="http://schemas.microsoft.com/office/drawing/2014/main" id="{7AE07BDD-B937-094C-BD7E-3913838F3BB0}"/>
              </a:ext>
            </a:extLst>
          </p:cNvPr>
          <p:cNvSpPr>
            <a:spLocks noGrp="1"/>
          </p:cNvSpPr>
          <p:nvPr>
            <p:ph idx="21"/>
          </p:nvPr>
        </p:nvSpPr>
        <p:spPr>
          <a:xfrm>
            <a:off x="2158701" y="1728278"/>
            <a:ext cx="3937299" cy="268533"/>
          </a:xfrm>
        </p:spPr>
        <p:txBody>
          <a:bodyPr/>
          <a:lstStyle/>
          <a:p>
            <a:r>
              <a:rPr lang="en-US" dirty="0"/>
              <a:t>Time Related Switching Costs</a:t>
            </a:r>
          </a:p>
        </p:txBody>
      </p:sp>
      <p:sp>
        <p:nvSpPr>
          <p:cNvPr id="9" name="Content Placeholder 8">
            <a:extLst>
              <a:ext uri="{FF2B5EF4-FFF2-40B4-BE49-F238E27FC236}">
                <a16:creationId xmlns:a16="http://schemas.microsoft.com/office/drawing/2014/main" id="{427CF4B2-B9CF-4341-AC70-8484D826CAE2}"/>
              </a:ext>
            </a:extLst>
          </p:cNvPr>
          <p:cNvSpPr>
            <a:spLocks noGrp="1"/>
          </p:cNvSpPr>
          <p:nvPr>
            <p:ph idx="22"/>
          </p:nvPr>
        </p:nvSpPr>
        <p:spPr>
          <a:xfrm>
            <a:off x="6195422" y="1728277"/>
            <a:ext cx="3938599" cy="268533"/>
          </a:xfrm>
        </p:spPr>
        <p:txBody>
          <a:bodyPr/>
          <a:lstStyle/>
          <a:p>
            <a:r>
              <a:rPr lang="en-US" dirty="0"/>
              <a:t>Relative Industry Company Valuations</a:t>
            </a:r>
          </a:p>
        </p:txBody>
      </p:sp>
      <p:sp>
        <p:nvSpPr>
          <p:cNvPr id="15" name="TextBox 14">
            <a:extLst>
              <a:ext uri="{FF2B5EF4-FFF2-40B4-BE49-F238E27FC236}">
                <a16:creationId xmlns:a16="http://schemas.microsoft.com/office/drawing/2014/main" id="{3F79EF3A-8E4F-FF40-8038-745B94A0C90B}"/>
              </a:ext>
            </a:extLst>
          </p:cNvPr>
          <p:cNvSpPr txBox="1"/>
          <p:nvPr/>
        </p:nvSpPr>
        <p:spPr>
          <a:xfrm>
            <a:off x="8350157" y="2781006"/>
            <a:ext cx="1783864" cy="1613455"/>
          </a:xfrm>
          <a:prstGeom prst="rect">
            <a:avLst/>
          </a:prstGeom>
          <a:noFill/>
          <a:ln w="12700">
            <a:solidFill>
              <a:schemeClr val="tx1"/>
            </a:solidFill>
            <a:prstDash val="sysDash"/>
          </a:ln>
        </p:spPr>
        <p:txBody>
          <a:bodyPr wrap="square" rtlCol="0">
            <a:spAutoFit/>
          </a:bodyPr>
          <a:lstStyle/>
          <a:p>
            <a:r>
              <a:rPr lang="en-US" sz="1412" dirty="0"/>
              <a:t>Psi Quantum is valued at ~$3bn for the potential it holds in quantum computing when it is virtually still a research aspiration. </a:t>
            </a:r>
          </a:p>
        </p:txBody>
      </p:sp>
      <p:sp>
        <p:nvSpPr>
          <p:cNvPr id="19" name="TextBox 18">
            <a:extLst>
              <a:ext uri="{FF2B5EF4-FFF2-40B4-BE49-F238E27FC236}">
                <a16:creationId xmlns:a16="http://schemas.microsoft.com/office/drawing/2014/main" id="{3CC3B992-DDFE-224E-B900-03E3EF1FDC00}"/>
              </a:ext>
            </a:extLst>
          </p:cNvPr>
          <p:cNvSpPr txBox="1"/>
          <p:nvPr/>
        </p:nvSpPr>
        <p:spPr>
          <a:xfrm>
            <a:off x="8350157" y="4372583"/>
            <a:ext cx="1783864" cy="961545"/>
          </a:xfrm>
          <a:prstGeom prst="rect">
            <a:avLst/>
          </a:prstGeom>
          <a:noFill/>
          <a:ln w="12700">
            <a:solidFill>
              <a:schemeClr val="tx1"/>
            </a:solidFill>
            <a:prstDash val="sysDash"/>
          </a:ln>
        </p:spPr>
        <p:txBody>
          <a:bodyPr wrap="square" rtlCol="0">
            <a:spAutoFit/>
          </a:bodyPr>
          <a:lstStyle/>
          <a:p>
            <a:r>
              <a:rPr lang="en-US" sz="1412" dirty="0"/>
              <a:t>Post GPT Palantir has soared ~200%, like many intensive firms. </a:t>
            </a:r>
          </a:p>
        </p:txBody>
      </p:sp>
      <p:pic>
        <p:nvPicPr>
          <p:cNvPr id="11" name="Picture 10" descr="A black letter in a white square&#10;&#10;Description automatically generated">
            <a:extLst>
              <a:ext uri="{FF2B5EF4-FFF2-40B4-BE49-F238E27FC236}">
                <a16:creationId xmlns:a16="http://schemas.microsoft.com/office/drawing/2014/main" id="{7B8FAD5C-7373-82B2-594E-BC813E3E3416}"/>
              </a:ext>
            </a:extLst>
          </p:cNvPr>
          <p:cNvPicPr>
            <a:picLocks noChangeAspect="1"/>
          </p:cNvPicPr>
          <p:nvPr/>
        </p:nvPicPr>
        <p:blipFill>
          <a:blip r:embed="rId3"/>
          <a:stretch>
            <a:fillRect/>
          </a:stretch>
        </p:blipFill>
        <p:spPr>
          <a:xfrm>
            <a:off x="6805508" y="2954902"/>
            <a:ext cx="997196" cy="997196"/>
          </a:xfrm>
          <a:prstGeom prst="rect">
            <a:avLst/>
          </a:prstGeom>
        </p:spPr>
      </p:pic>
      <p:pic>
        <p:nvPicPr>
          <p:cNvPr id="13" name="Picture 12" descr="A black and white logo&#10;&#10;Description automatically generated">
            <a:extLst>
              <a:ext uri="{FF2B5EF4-FFF2-40B4-BE49-F238E27FC236}">
                <a16:creationId xmlns:a16="http://schemas.microsoft.com/office/drawing/2014/main" id="{9A0E9E75-AC9F-BDF6-E83D-BB0E74C4677D}"/>
              </a:ext>
            </a:extLst>
          </p:cNvPr>
          <p:cNvPicPr>
            <a:picLocks noChangeAspect="1"/>
          </p:cNvPicPr>
          <p:nvPr/>
        </p:nvPicPr>
        <p:blipFill>
          <a:blip r:embed="rId4"/>
          <a:stretch>
            <a:fillRect/>
          </a:stretch>
        </p:blipFill>
        <p:spPr>
          <a:xfrm>
            <a:off x="6291679" y="4169375"/>
            <a:ext cx="2024856" cy="1052925"/>
          </a:xfrm>
          <a:prstGeom prst="rect">
            <a:avLst/>
          </a:prstGeom>
        </p:spPr>
      </p:pic>
      <p:pic>
        <p:nvPicPr>
          <p:cNvPr id="3" name="Picture 2" descr="A blue logo with a black background&#10;&#10;Description automatically generated">
            <a:extLst>
              <a:ext uri="{FF2B5EF4-FFF2-40B4-BE49-F238E27FC236}">
                <a16:creationId xmlns:a16="http://schemas.microsoft.com/office/drawing/2014/main" id="{DB34FF6C-64D0-C16E-0451-A91143709D89}"/>
              </a:ext>
            </a:extLst>
          </p:cNvPr>
          <p:cNvPicPr>
            <a:picLocks noChangeAspect="1"/>
          </p:cNvPicPr>
          <p:nvPr/>
        </p:nvPicPr>
        <p:blipFill rotWithShape="1">
          <a:blip r:embed="rId5"/>
          <a:srcRect l="32507" t="1809" r="22496" b="32124"/>
          <a:stretch/>
        </p:blipFill>
        <p:spPr>
          <a:xfrm>
            <a:off x="9120217" y="105030"/>
            <a:ext cx="1191171" cy="807530"/>
          </a:xfrm>
          <a:prstGeom prst="rect">
            <a:avLst/>
          </a:prstGeom>
        </p:spPr>
      </p:pic>
    </p:spTree>
    <p:extLst>
      <p:ext uri="{BB962C8B-B14F-4D97-AF65-F5344CB8AC3E}">
        <p14:creationId xmlns:p14="http://schemas.microsoft.com/office/powerpoint/2010/main" val="1827404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7D5AD-7318-1166-8211-D6A604A89E58}"/>
              </a:ext>
            </a:extLst>
          </p:cNvPr>
          <p:cNvSpPr>
            <a:spLocks noGrp="1"/>
          </p:cNvSpPr>
          <p:nvPr>
            <p:ph type="title"/>
          </p:nvPr>
        </p:nvSpPr>
        <p:spPr/>
        <p:txBody>
          <a:bodyPr/>
          <a:lstStyle/>
          <a:p>
            <a:r>
              <a:rPr lang="en-US" dirty="0"/>
              <a:t>AI Wave as a Growth Driver for New Use Cases</a:t>
            </a:r>
          </a:p>
        </p:txBody>
      </p:sp>
      <p:sp>
        <p:nvSpPr>
          <p:cNvPr id="3" name="Slide Number Placeholder 2">
            <a:extLst>
              <a:ext uri="{FF2B5EF4-FFF2-40B4-BE49-F238E27FC236}">
                <a16:creationId xmlns:a16="http://schemas.microsoft.com/office/drawing/2014/main" id="{B37C8EE9-AB8E-7ACA-7253-F38665BDB7E8}"/>
              </a:ext>
            </a:extLst>
          </p:cNvPr>
          <p:cNvSpPr>
            <a:spLocks noGrp="1"/>
          </p:cNvSpPr>
          <p:nvPr>
            <p:ph type="sldNum" sz="quarter" idx="17"/>
          </p:nvPr>
        </p:nvSpPr>
        <p:spPr/>
        <p:txBody>
          <a:bodyPr/>
          <a:lstStyle/>
          <a:p>
            <a:fld id="{3FEFCAF1-6404-E34E-8C55-31475CA0CB4C}" type="slidenum">
              <a:rPr lang="en-US" smtClean="0"/>
              <a:pPr/>
              <a:t>5</a:t>
            </a:fld>
            <a:endParaRPr lang="en-US" dirty="0"/>
          </a:p>
        </p:txBody>
      </p:sp>
      <p:sp>
        <p:nvSpPr>
          <p:cNvPr id="4" name="Text Placeholder 3">
            <a:extLst>
              <a:ext uri="{FF2B5EF4-FFF2-40B4-BE49-F238E27FC236}">
                <a16:creationId xmlns:a16="http://schemas.microsoft.com/office/drawing/2014/main" id="{AAC99008-6270-2185-E258-3E2ADB10FEF4}"/>
              </a:ext>
            </a:extLst>
          </p:cNvPr>
          <p:cNvSpPr>
            <a:spLocks noGrp="1"/>
          </p:cNvSpPr>
          <p:nvPr>
            <p:ph type="body" sz="quarter" idx="18"/>
          </p:nvPr>
        </p:nvSpPr>
        <p:spPr/>
        <p:txBody>
          <a:bodyPr/>
          <a:lstStyle/>
          <a:p>
            <a:endParaRPr lang="en-US"/>
          </a:p>
        </p:txBody>
      </p:sp>
      <p:sp>
        <p:nvSpPr>
          <p:cNvPr id="6" name="Content Placeholder 5">
            <a:extLst>
              <a:ext uri="{FF2B5EF4-FFF2-40B4-BE49-F238E27FC236}">
                <a16:creationId xmlns:a16="http://schemas.microsoft.com/office/drawing/2014/main" id="{ECEB957A-0734-ABA1-B1E7-02228FE96AA0}"/>
              </a:ext>
            </a:extLst>
          </p:cNvPr>
          <p:cNvSpPr>
            <a:spLocks noGrp="1"/>
          </p:cNvSpPr>
          <p:nvPr>
            <p:ph sz="quarter" idx="11"/>
          </p:nvPr>
        </p:nvSpPr>
        <p:spPr/>
        <p:txBody>
          <a:bodyPr/>
          <a:lstStyle/>
          <a:p>
            <a:endParaRPr lang="en-US"/>
          </a:p>
        </p:txBody>
      </p:sp>
      <p:sp>
        <p:nvSpPr>
          <p:cNvPr id="7" name="Content Placeholder 6">
            <a:extLst>
              <a:ext uri="{FF2B5EF4-FFF2-40B4-BE49-F238E27FC236}">
                <a16:creationId xmlns:a16="http://schemas.microsoft.com/office/drawing/2014/main" id="{378BBA44-FE5B-3B2C-E7DE-24526E7A6E94}"/>
              </a:ext>
            </a:extLst>
          </p:cNvPr>
          <p:cNvSpPr>
            <a:spLocks noGrp="1"/>
          </p:cNvSpPr>
          <p:nvPr>
            <p:ph sz="quarter" idx="13"/>
          </p:nvPr>
        </p:nvSpPr>
        <p:spPr/>
        <p:txBody>
          <a:bodyPr/>
          <a:lstStyle/>
          <a:p>
            <a:endParaRPr lang="en-US"/>
          </a:p>
        </p:txBody>
      </p:sp>
      <p:sp>
        <p:nvSpPr>
          <p:cNvPr id="8" name="Content Placeholder 7">
            <a:extLst>
              <a:ext uri="{FF2B5EF4-FFF2-40B4-BE49-F238E27FC236}">
                <a16:creationId xmlns:a16="http://schemas.microsoft.com/office/drawing/2014/main" id="{20025DBB-BB56-AAC9-FEB3-1E4C331FDDFE}"/>
              </a:ext>
            </a:extLst>
          </p:cNvPr>
          <p:cNvSpPr>
            <a:spLocks noGrp="1"/>
          </p:cNvSpPr>
          <p:nvPr>
            <p:ph idx="21"/>
          </p:nvPr>
        </p:nvSpPr>
        <p:spPr/>
        <p:txBody>
          <a:bodyPr/>
          <a:lstStyle/>
          <a:p>
            <a:endParaRPr lang="en-US"/>
          </a:p>
        </p:txBody>
      </p:sp>
      <p:sp>
        <p:nvSpPr>
          <p:cNvPr id="9" name="Content Placeholder 8">
            <a:extLst>
              <a:ext uri="{FF2B5EF4-FFF2-40B4-BE49-F238E27FC236}">
                <a16:creationId xmlns:a16="http://schemas.microsoft.com/office/drawing/2014/main" id="{594FDD55-4E48-E27E-D38D-2756C85C93F1}"/>
              </a:ext>
            </a:extLst>
          </p:cNvPr>
          <p:cNvSpPr>
            <a:spLocks noGrp="1"/>
          </p:cNvSpPr>
          <p:nvPr>
            <p:ph idx="22"/>
          </p:nvPr>
        </p:nvSpPr>
        <p:spPr/>
        <p:txBody>
          <a:bodyPr/>
          <a:lstStyle/>
          <a:p>
            <a:endParaRPr lang="en-US"/>
          </a:p>
        </p:txBody>
      </p:sp>
      <p:pic>
        <p:nvPicPr>
          <p:cNvPr id="10" name="Picture 9">
            <a:extLst>
              <a:ext uri="{FF2B5EF4-FFF2-40B4-BE49-F238E27FC236}">
                <a16:creationId xmlns:a16="http://schemas.microsoft.com/office/drawing/2014/main" id="{32DED9BB-6553-ED72-1CEB-875E68CF9EC5}"/>
              </a:ext>
            </a:extLst>
          </p:cNvPr>
          <p:cNvPicPr>
            <a:picLocks noChangeAspect="1"/>
          </p:cNvPicPr>
          <p:nvPr/>
        </p:nvPicPr>
        <p:blipFill>
          <a:blip r:embed="rId2"/>
          <a:stretch>
            <a:fillRect/>
          </a:stretch>
        </p:blipFill>
        <p:spPr>
          <a:xfrm>
            <a:off x="2400880" y="1101908"/>
            <a:ext cx="6858000" cy="5352401"/>
          </a:xfrm>
          <a:prstGeom prst="rect">
            <a:avLst/>
          </a:prstGeom>
        </p:spPr>
      </p:pic>
      <p:sp>
        <p:nvSpPr>
          <p:cNvPr id="14" name="Content Placeholder 13">
            <a:extLst>
              <a:ext uri="{FF2B5EF4-FFF2-40B4-BE49-F238E27FC236}">
                <a16:creationId xmlns:a16="http://schemas.microsoft.com/office/drawing/2014/main" id="{30746C99-52AE-FFFB-C7D0-F8FB0C890418}"/>
              </a:ext>
            </a:extLst>
          </p:cNvPr>
          <p:cNvSpPr>
            <a:spLocks noGrp="1"/>
          </p:cNvSpPr>
          <p:nvPr>
            <p:ph idx="10"/>
          </p:nvPr>
        </p:nvSpPr>
        <p:spPr/>
        <p:txBody>
          <a:bodyPr/>
          <a:lstStyle/>
          <a:p>
            <a:endParaRPr lang="en-US"/>
          </a:p>
        </p:txBody>
      </p:sp>
    </p:spTree>
    <p:extLst>
      <p:ext uri="{BB962C8B-B14F-4D97-AF65-F5344CB8AC3E}">
        <p14:creationId xmlns:p14="http://schemas.microsoft.com/office/powerpoint/2010/main" val="246993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24D3A-DC60-DFB9-16F5-B0F5F08C046E}"/>
              </a:ext>
            </a:extLst>
          </p:cNvPr>
          <p:cNvSpPr>
            <a:spLocks noGrp="1"/>
          </p:cNvSpPr>
          <p:nvPr>
            <p:ph type="title"/>
          </p:nvPr>
        </p:nvSpPr>
        <p:spPr/>
        <p:txBody>
          <a:bodyPr/>
          <a:lstStyle/>
          <a:p>
            <a:r>
              <a:rPr lang="en-US" dirty="0"/>
              <a:t>Income Statement (Base Case) </a:t>
            </a:r>
          </a:p>
        </p:txBody>
      </p:sp>
      <p:sp>
        <p:nvSpPr>
          <p:cNvPr id="3" name="Slide Number Placeholder 2">
            <a:extLst>
              <a:ext uri="{FF2B5EF4-FFF2-40B4-BE49-F238E27FC236}">
                <a16:creationId xmlns:a16="http://schemas.microsoft.com/office/drawing/2014/main" id="{09CB9592-37D3-0B76-0ACB-92CC3BDDCAA5}"/>
              </a:ext>
            </a:extLst>
          </p:cNvPr>
          <p:cNvSpPr>
            <a:spLocks noGrp="1"/>
          </p:cNvSpPr>
          <p:nvPr>
            <p:ph type="sldNum" sz="quarter" idx="17"/>
          </p:nvPr>
        </p:nvSpPr>
        <p:spPr/>
        <p:txBody>
          <a:bodyPr/>
          <a:lstStyle/>
          <a:p>
            <a:fld id="{3FEFCAF1-6404-E34E-8C55-31475CA0CB4C}" type="slidenum">
              <a:rPr lang="en-US" smtClean="0"/>
              <a:pPr/>
              <a:t>6</a:t>
            </a:fld>
            <a:endParaRPr lang="en-US" dirty="0"/>
          </a:p>
        </p:txBody>
      </p:sp>
      <p:sp>
        <p:nvSpPr>
          <p:cNvPr id="4" name="Text Placeholder 3">
            <a:extLst>
              <a:ext uri="{FF2B5EF4-FFF2-40B4-BE49-F238E27FC236}">
                <a16:creationId xmlns:a16="http://schemas.microsoft.com/office/drawing/2014/main" id="{D3F533A3-7E07-9D8F-6A40-768847298CC0}"/>
              </a:ext>
            </a:extLst>
          </p:cNvPr>
          <p:cNvSpPr>
            <a:spLocks noGrp="1"/>
          </p:cNvSpPr>
          <p:nvPr>
            <p:ph type="body" sz="quarter" idx="18"/>
          </p:nvPr>
        </p:nvSpPr>
        <p:spPr/>
        <p:txBody>
          <a:bodyPr/>
          <a:lstStyle/>
          <a:p>
            <a:endParaRPr lang="en-US"/>
          </a:p>
        </p:txBody>
      </p:sp>
      <p:sp>
        <p:nvSpPr>
          <p:cNvPr id="5" name="Content Placeholder 4">
            <a:extLst>
              <a:ext uri="{FF2B5EF4-FFF2-40B4-BE49-F238E27FC236}">
                <a16:creationId xmlns:a16="http://schemas.microsoft.com/office/drawing/2014/main" id="{6328DCEE-9F06-FA91-D28E-969199C05161}"/>
              </a:ext>
            </a:extLst>
          </p:cNvPr>
          <p:cNvSpPr>
            <a:spLocks noGrp="1"/>
          </p:cNvSpPr>
          <p:nvPr>
            <p:ph idx="10"/>
          </p:nvPr>
        </p:nvSpPr>
        <p:spPr/>
        <p:txBody>
          <a:bodyPr/>
          <a:lstStyle/>
          <a:p>
            <a:endParaRPr lang="en-US"/>
          </a:p>
        </p:txBody>
      </p:sp>
      <p:sp>
        <p:nvSpPr>
          <p:cNvPr id="6" name="Content Placeholder 5">
            <a:extLst>
              <a:ext uri="{FF2B5EF4-FFF2-40B4-BE49-F238E27FC236}">
                <a16:creationId xmlns:a16="http://schemas.microsoft.com/office/drawing/2014/main" id="{09B65B53-32BC-3D5F-DAD5-6086F42AA0ED}"/>
              </a:ext>
            </a:extLst>
          </p:cNvPr>
          <p:cNvSpPr>
            <a:spLocks noGrp="1"/>
          </p:cNvSpPr>
          <p:nvPr>
            <p:ph sz="quarter" idx="11"/>
          </p:nvPr>
        </p:nvSpPr>
        <p:spPr/>
        <p:txBody>
          <a:bodyPr/>
          <a:lstStyle/>
          <a:p>
            <a:endParaRPr lang="en-US"/>
          </a:p>
        </p:txBody>
      </p:sp>
      <p:sp>
        <p:nvSpPr>
          <p:cNvPr id="7" name="Content Placeholder 6">
            <a:extLst>
              <a:ext uri="{FF2B5EF4-FFF2-40B4-BE49-F238E27FC236}">
                <a16:creationId xmlns:a16="http://schemas.microsoft.com/office/drawing/2014/main" id="{9BC83555-A174-8FB2-75EC-8086178CD84B}"/>
              </a:ext>
            </a:extLst>
          </p:cNvPr>
          <p:cNvSpPr>
            <a:spLocks noGrp="1"/>
          </p:cNvSpPr>
          <p:nvPr>
            <p:ph sz="quarter" idx="13"/>
          </p:nvPr>
        </p:nvSpPr>
        <p:spPr/>
        <p:txBody>
          <a:bodyPr/>
          <a:lstStyle/>
          <a:p>
            <a:endParaRPr lang="en-US"/>
          </a:p>
        </p:txBody>
      </p:sp>
      <p:sp>
        <p:nvSpPr>
          <p:cNvPr id="8" name="Content Placeholder 7">
            <a:extLst>
              <a:ext uri="{FF2B5EF4-FFF2-40B4-BE49-F238E27FC236}">
                <a16:creationId xmlns:a16="http://schemas.microsoft.com/office/drawing/2014/main" id="{F3D13C26-5576-5859-870C-2DF5839C4838}"/>
              </a:ext>
            </a:extLst>
          </p:cNvPr>
          <p:cNvSpPr>
            <a:spLocks noGrp="1"/>
          </p:cNvSpPr>
          <p:nvPr>
            <p:ph idx="21"/>
          </p:nvPr>
        </p:nvSpPr>
        <p:spPr/>
        <p:txBody>
          <a:bodyPr/>
          <a:lstStyle/>
          <a:p>
            <a:endParaRPr lang="en-US"/>
          </a:p>
        </p:txBody>
      </p:sp>
      <p:sp>
        <p:nvSpPr>
          <p:cNvPr id="9" name="Content Placeholder 8">
            <a:extLst>
              <a:ext uri="{FF2B5EF4-FFF2-40B4-BE49-F238E27FC236}">
                <a16:creationId xmlns:a16="http://schemas.microsoft.com/office/drawing/2014/main" id="{240154B3-1480-3970-4517-C251E5C5EA5D}"/>
              </a:ext>
            </a:extLst>
          </p:cNvPr>
          <p:cNvSpPr>
            <a:spLocks noGrp="1"/>
          </p:cNvSpPr>
          <p:nvPr>
            <p:ph idx="22"/>
          </p:nvPr>
        </p:nvSpPr>
        <p:spPr/>
        <p:txBody>
          <a:bodyPr/>
          <a:lstStyle/>
          <a:p>
            <a:endParaRPr lang="en-US"/>
          </a:p>
        </p:txBody>
      </p:sp>
    </p:spTree>
    <p:extLst>
      <p:ext uri="{BB962C8B-B14F-4D97-AF65-F5344CB8AC3E}">
        <p14:creationId xmlns:p14="http://schemas.microsoft.com/office/powerpoint/2010/main" val="349096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24D3A-DC60-DFB9-16F5-B0F5F08C046E}"/>
              </a:ext>
            </a:extLst>
          </p:cNvPr>
          <p:cNvSpPr>
            <a:spLocks noGrp="1"/>
          </p:cNvSpPr>
          <p:nvPr>
            <p:ph type="title"/>
          </p:nvPr>
        </p:nvSpPr>
        <p:spPr/>
        <p:txBody>
          <a:bodyPr/>
          <a:lstStyle/>
          <a:p>
            <a:r>
              <a:rPr lang="en-US" dirty="0"/>
              <a:t>Balance Sheet (Base Case) </a:t>
            </a:r>
          </a:p>
        </p:txBody>
      </p:sp>
      <p:sp>
        <p:nvSpPr>
          <p:cNvPr id="3" name="Slide Number Placeholder 2">
            <a:extLst>
              <a:ext uri="{FF2B5EF4-FFF2-40B4-BE49-F238E27FC236}">
                <a16:creationId xmlns:a16="http://schemas.microsoft.com/office/drawing/2014/main" id="{09CB9592-37D3-0B76-0ACB-92CC3BDDCAA5}"/>
              </a:ext>
            </a:extLst>
          </p:cNvPr>
          <p:cNvSpPr>
            <a:spLocks noGrp="1"/>
          </p:cNvSpPr>
          <p:nvPr>
            <p:ph type="sldNum" sz="quarter" idx="17"/>
          </p:nvPr>
        </p:nvSpPr>
        <p:spPr/>
        <p:txBody>
          <a:bodyPr/>
          <a:lstStyle/>
          <a:p>
            <a:fld id="{3FEFCAF1-6404-E34E-8C55-31475CA0CB4C}" type="slidenum">
              <a:rPr lang="en-US" smtClean="0"/>
              <a:pPr/>
              <a:t>7</a:t>
            </a:fld>
            <a:endParaRPr lang="en-US" dirty="0"/>
          </a:p>
        </p:txBody>
      </p:sp>
      <p:sp>
        <p:nvSpPr>
          <p:cNvPr id="4" name="Text Placeholder 3">
            <a:extLst>
              <a:ext uri="{FF2B5EF4-FFF2-40B4-BE49-F238E27FC236}">
                <a16:creationId xmlns:a16="http://schemas.microsoft.com/office/drawing/2014/main" id="{D3F533A3-7E07-9D8F-6A40-768847298CC0}"/>
              </a:ext>
            </a:extLst>
          </p:cNvPr>
          <p:cNvSpPr>
            <a:spLocks noGrp="1"/>
          </p:cNvSpPr>
          <p:nvPr>
            <p:ph type="body" sz="quarter" idx="18"/>
          </p:nvPr>
        </p:nvSpPr>
        <p:spPr/>
        <p:txBody>
          <a:bodyPr/>
          <a:lstStyle/>
          <a:p>
            <a:endParaRPr lang="en-US"/>
          </a:p>
        </p:txBody>
      </p:sp>
      <p:sp>
        <p:nvSpPr>
          <p:cNvPr id="5" name="Content Placeholder 4">
            <a:extLst>
              <a:ext uri="{FF2B5EF4-FFF2-40B4-BE49-F238E27FC236}">
                <a16:creationId xmlns:a16="http://schemas.microsoft.com/office/drawing/2014/main" id="{6328DCEE-9F06-FA91-D28E-969199C05161}"/>
              </a:ext>
            </a:extLst>
          </p:cNvPr>
          <p:cNvSpPr>
            <a:spLocks noGrp="1"/>
          </p:cNvSpPr>
          <p:nvPr>
            <p:ph idx="10"/>
          </p:nvPr>
        </p:nvSpPr>
        <p:spPr/>
        <p:txBody>
          <a:bodyPr/>
          <a:lstStyle/>
          <a:p>
            <a:endParaRPr lang="en-US"/>
          </a:p>
        </p:txBody>
      </p:sp>
      <p:sp>
        <p:nvSpPr>
          <p:cNvPr id="6" name="Content Placeholder 5">
            <a:extLst>
              <a:ext uri="{FF2B5EF4-FFF2-40B4-BE49-F238E27FC236}">
                <a16:creationId xmlns:a16="http://schemas.microsoft.com/office/drawing/2014/main" id="{09B65B53-32BC-3D5F-DAD5-6086F42AA0ED}"/>
              </a:ext>
            </a:extLst>
          </p:cNvPr>
          <p:cNvSpPr>
            <a:spLocks noGrp="1"/>
          </p:cNvSpPr>
          <p:nvPr>
            <p:ph sz="quarter" idx="11"/>
          </p:nvPr>
        </p:nvSpPr>
        <p:spPr/>
        <p:txBody>
          <a:bodyPr/>
          <a:lstStyle/>
          <a:p>
            <a:endParaRPr lang="en-US"/>
          </a:p>
        </p:txBody>
      </p:sp>
      <p:sp>
        <p:nvSpPr>
          <p:cNvPr id="7" name="Content Placeholder 6">
            <a:extLst>
              <a:ext uri="{FF2B5EF4-FFF2-40B4-BE49-F238E27FC236}">
                <a16:creationId xmlns:a16="http://schemas.microsoft.com/office/drawing/2014/main" id="{9BC83555-A174-8FB2-75EC-8086178CD84B}"/>
              </a:ext>
            </a:extLst>
          </p:cNvPr>
          <p:cNvSpPr>
            <a:spLocks noGrp="1"/>
          </p:cNvSpPr>
          <p:nvPr>
            <p:ph sz="quarter" idx="13"/>
          </p:nvPr>
        </p:nvSpPr>
        <p:spPr/>
        <p:txBody>
          <a:bodyPr/>
          <a:lstStyle/>
          <a:p>
            <a:endParaRPr lang="en-US"/>
          </a:p>
        </p:txBody>
      </p:sp>
      <p:sp>
        <p:nvSpPr>
          <p:cNvPr id="8" name="Content Placeholder 7">
            <a:extLst>
              <a:ext uri="{FF2B5EF4-FFF2-40B4-BE49-F238E27FC236}">
                <a16:creationId xmlns:a16="http://schemas.microsoft.com/office/drawing/2014/main" id="{F3D13C26-5576-5859-870C-2DF5839C4838}"/>
              </a:ext>
            </a:extLst>
          </p:cNvPr>
          <p:cNvSpPr>
            <a:spLocks noGrp="1"/>
          </p:cNvSpPr>
          <p:nvPr>
            <p:ph idx="21"/>
          </p:nvPr>
        </p:nvSpPr>
        <p:spPr/>
        <p:txBody>
          <a:bodyPr/>
          <a:lstStyle/>
          <a:p>
            <a:endParaRPr lang="en-US"/>
          </a:p>
        </p:txBody>
      </p:sp>
      <p:sp>
        <p:nvSpPr>
          <p:cNvPr id="9" name="Content Placeholder 8">
            <a:extLst>
              <a:ext uri="{FF2B5EF4-FFF2-40B4-BE49-F238E27FC236}">
                <a16:creationId xmlns:a16="http://schemas.microsoft.com/office/drawing/2014/main" id="{240154B3-1480-3970-4517-C251E5C5EA5D}"/>
              </a:ext>
            </a:extLst>
          </p:cNvPr>
          <p:cNvSpPr>
            <a:spLocks noGrp="1"/>
          </p:cNvSpPr>
          <p:nvPr>
            <p:ph idx="22"/>
          </p:nvPr>
        </p:nvSpPr>
        <p:spPr/>
        <p:txBody>
          <a:bodyPr/>
          <a:lstStyle/>
          <a:p>
            <a:endParaRPr lang="en-US"/>
          </a:p>
        </p:txBody>
      </p:sp>
    </p:spTree>
    <p:extLst>
      <p:ext uri="{BB962C8B-B14F-4D97-AF65-F5344CB8AC3E}">
        <p14:creationId xmlns:p14="http://schemas.microsoft.com/office/powerpoint/2010/main" val="3658979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24D3A-DC60-DFB9-16F5-B0F5F08C046E}"/>
              </a:ext>
            </a:extLst>
          </p:cNvPr>
          <p:cNvSpPr>
            <a:spLocks noGrp="1"/>
          </p:cNvSpPr>
          <p:nvPr>
            <p:ph type="title"/>
          </p:nvPr>
        </p:nvSpPr>
        <p:spPr/>
        <p:txBody>
          <a:bodyPr/>
          <a:lstStyle/>
          <a:p>
            <a:r>
              <a:rPr lang="en-US" dirty="0"/>
              <a:t>Cash Flow Statement (Base Case)</a:t>
            </a:r>
          </a:p>
        </p:txBody>
      </p:sp>
      <p:sp>
        <p:nvSpPr>
          <p:cNvPr id="3" name="Slide Number Placeholder 2">
            <a:extLst>
              <a:ext uri="{FF2B5EF4-FFF2-40B4-BE49-F238E27FC236}">
                <a16:creationId xmlns:a16="http://schemas.microsoft.com/office/drawing/2014/main" id="{09CB9592-37D3-0B76-0ACB-92CC3BDDCAA5}"/>
              </a:ext>
            </a:extLst>
          </p:cNvPr>
          <p:cNvSpPr>
            <a:spLocks noGrp="1"/>
          </p:cNvSpPr>
          <p:nvPr>
            <p:ph type="sldNum" sz="quarter" idx="17"/>
          </p:nvPr>
        </p:nvSpPr>
        <p:spPr/>
        <p:txBody>
          <a:bodyPr/>
          <a:lstStyle/>
          <a:p>
            <a:fld id="{3FEFCAF1-6404-E34E-8C55-31475CA0CB4C}" type="slidenum">
              <a:rPr lang="en-US" smtClean="0"/>
              <a:pPr/>
              <a:t>8</a:t>
            </a:fld>
            <a:endParaRPr lang="en-US" dirty="0"/>
          </a:p>
        </p:txBody>
      </p:sp>
      <p:sp>
        <p:nvSpPr>
          <p:cNvPr id="4" name="Text Placeholder 3">
            <a:extLst>
              <a:ext uri="{FF2B5EF4-FFF2-40B4-BE49-F238E27FC236}">
                <a16:creationId xmlns:a16="http://schemas.microsoft.com/office/drawing/2014/main" id="{D3F533A3-7E07-9D8F-6A40-768847298CC0}"/>
              </a:ext>
            </a:extLst>
          </p:cNvPr>
          <p:cNvSpPr>
            <a:spLocks noGrp="1"/>
          </p:cNvSpPr>
          <p:nvPr>
            <p:ph type="body" sz="quarter" idx="18"/>
          </p:nvPr>
        </p:nvSpPr>
        <p:spPr/>
        <p:txBody>
          <a:bodyPr/>
          <a:lstStyle/>
          <a:p>
            <a:endParaRPr lang="en-US"/>
          </a:p>
        </p:txBody>
      </p:sp>
      <p:sp>
        <p:nvSpPr>
          <p:cNvPr id="5" name="Content Placeholder 4">
            <a:extLst>
              <a:ext uri="{FF2B5EF4-FFF2-40B4-BE49-F238E27FC236}">
                <a16:creationId xmlns:a16="http://schemas.microsoft.com/office/drawing/2014/main" id="{6328DCEE-9F06-FA91-D28E-969199C05161}"/>
              </a:ext>
            </a:extLst>
          </p:cNvPr>
          <p:cNvSpPr>
            <a:spLocks noGrp="1"/>
          </p:cNvSpPr>
          <p:nvPr>
            <p:ph idx="10"/>
          </p:nvPr>
        </p:nvSpPr>
        <p:spPr/>
        <p:txBody>
          <a:bodyPr/>
          <a:lstStyle/>
          <a:p>
            <a:endParaRPr lang="en-US"/>
          </a:p>
        </p:txBody>
      </p:sp>
      <p:sp>
        <p:nvSpPr>
          <p:cNvPr id="6" name="Content Placeholder 5">
            <a:extLst>
              <a:ext uri="{FF2B5EF4-FFF2-40B4-BE49-F238E27FC236}">
                <a16:creationId xmlns:a16="http://schemas.microsoft.com/office/drawing/2014/main" id="{09B65B53-32BC-3D5F-DAD5-6086F42AA0ED}"/>
              </a:ext>
            </a:extLst>
          </p:cNvPr>
          <p:cNvSpPr>
            <a:spLocks noGrp="1"/>
          </p:cNvSpPr>
          <p:nvPr>
            <p:ph sz="quarter" idx="11"/>
          </p:nvPr>
        </p:nvSpPr>
        <p:spPr/>
        <p:txBody>
          <a:bodyPr/>
          <a:lstStyle/>
          <a:p>
            <a:endParaRPr lang="en-US"/>
          </a:p>
        </p:txBody>
      </p:sp>
      <p:sp>
        <p:nvSpPr>
          <p:cNvPr id="7" name="Content Placeholder 6">
            <a:extLst>
              <a:ext uri="{FF2B5EF4-FFF2-40B4-BE49-F238E27FC236}">
                <a16:creationId xmlns:a16="http://schemas.microsoft.com/office/drawing/2014/main" id="{9BC83555-A174-8FB2-75EC-8086178CD84B}"/>
              </a:ext>
            </a:extLst>
          </p:cNvPr>
          <p:cNvSpPr>
            <a:spLocks noGrp="1"/>
          </p:cNvSpPr>
          <p:nvPr>
            <p:ph sz="quarter" idx="13"/>
          </p:nvPr>
        </p:nvSpPr>
        <p:spPr/>
        <p:txBody>
          <a:bodyPr/>
          <a:lstStyle/>
          <a:p>
            <a:endParaRPr lang="en-US"/>
          </a:p>
        </p:txBody>
      </p:sp>
      <p:sp>
        <p:nvSpPr>
          <p:cNvPr id="8" name="Content Placeholder 7">
            <a:extLst>
              <a:ext uri="{FF2B5EF4-FFF2-40B4-BE49-F238E27FC236}">
                <a16:creationId xmlns:a16="http://schemas.microsoft.com/office/drawing/2014/main" id="{F3D13C26-5576-5859-870C-2DF5839C4838}"/>
              </a:ext>
            </a:extLst>
          </p:cNvPr>
          <p:cNvSpPr>
            <a:spLocks noGrp="1"/>
          </p:cNvSpPr>
          <p:nvPr>
            <p:ph idx="21"/>
          </p:nvPr>
        </p:nvSpPr>
        <p:spPr/>
        <p:txBody>
          <a:bodyPr/>
          <a:lstStyle/>
          <a:p>
            <a:endParaRPr lang="en-US"/>
          </a:p>
        </p:txBody>
      </p:sp>
      <p:sp>
        <p:nvSpPr>
          <p:cNvPr id="9" name="Content Placeholder 8">
            <a:extLst>
              <a:ext uri="{FF2B5EF4-FFF2-40B4-BE49-F238E27FC236}">
                <a16:creationId xmlns:a16="http://schemas.microsoft.com/office/drawing/2014/main" id="{240154B3-1480-3970-4517-C251E5C5EA5D}"/>
              </a:ext>
            </a:extLst>
          </p:cNvPr>
          <p:cNvSpPr>
            <a:spLocks noGrp="1"/>
          </p:cNvSpPr>
          <p:nvPr>
            <p:ph idx="22"/>
          </p:nvPr>
        </p:nvSpPr>
        <p:spPr/>
        <p:txBody>
          <a:bodyPr/>
          <a:lstStyle/>
          <a:p>
            <a:endParaRPr lang="en-US"/>
          </a:p>
        </p:txBody>
      </p:sp>
    </p:spTree>
    <p:extLst>
      <p:ext uri="{BB962C8B-B14F-4D97-AF65-F5344CB8AC3E}">
        <p14:creationId xmlns:p14="http://schemas.microsoft.com/office/powerpoint/2010/main" val="2884182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2019</TotalTime>
  <Words>212</Words>
  <Application>Microsoft Macintosh PowerPoint</Application>
  <PresentationFormat>Widescreen</PresentationFormat>
  <Paragraphs>24</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Garamond</vt:lpstr>
      <vt:lpstr>Wingdings</vt:lpstr>
      <vt:lpstr>Office Theme</vt:lpstr>
      <vt:lpstr>Sustained Capital for Reinvestment &amp; Return</vt:lpstr>
      <vt:lpstr>Large Regulatory Barriers</vt:lpstr>
      <vt:lpstr>No New Entrants in the Short Term</vt:lpstr>
      <vt:lpstr>Realization of global trends</vt:lpstr>
      <vt:lpstr>AI Wave as a Growth Driver for New Use Cases</vt:lpstr>
      <vt:lpstr>Income Statement (Base Case) </vt:lpstr>
      <vt:lpstr>Balance Sheet (Base Case) </vt:lpstr>
      <vt:lpstr>Cash Flow Statement (Base Case)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Aadarsh Agarwal</dc:creator>
  <cp:lastModifiedBy>Aadarsh Agarwal</cp:lastModifiedBy>
  <cp:revision>2</cp:revision>
  <dcterms:created xsi:type="dcterms:W3CDTF">2024-05-11T20:08:30Z</dcterms:created>
  <dcterms:modified xsi:type="dcterms:W3CDTF">2024-05-13T05:53:22Z</dcterms:modified>
</cp:coreProperties>
</file>