
<file path=[Content_Types].xml><?xml version="1.0" encoding="utf-8"?>
<Types xmlns="http://schemas.openxmlformats.org/package/2006/content-types">
  <Default Extension="emf" ContentType="image/x-emf"/>
  <Default Extension="jpeg" ContentType="image/jpeg"/>
  <Default Extension="jpg" ContentType="image/jpeg"/>
  <Default Extension="png" ContentType="image/png"/>
  <Default Extension="rels" ContentType="application/vnd.openxmlformats-package.relationships+xml"/>
  <Default Extension="wdp" ContentType="image/vnd.ms-photo"/>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charts/chart1.xml" ContentType="application/vnd.openxmlformats-officedocument.drawingml.chart+xml"/>
  <Override PartName="/ppt/charts/style1.xml" ContentType="application/vnd.ms-office.chartstyle+xml"/>
  <Override PartName="/ppt/charts/colors1.xml" ContentType="application/vnd.ms-office.chartcolorstyl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charts/chart2.xml" ContentType="application/vnd.openxmlformats-officedocument.drawingml.chart+xml"/>
  <Override PartName="/ppt/charts/style2.xml" ContentType="application/vnd.ms-office.chartstyle+xml"/>
  <Override PartName="/ppt/charts/colors2.xml" ContentType="application/vnd.ms-office.chartcolorstyle+xml"/>
  <Override PartName="/ppt/charts/chart3.xml" ContentType="application/vnd.openxmlformats-officedocument.drawingml.chart+xml"/>
  <Override PartName="/ppt/charts/style3.xml" ContentType="application/vnd.ms-office.chartstyle+xml"/>
  <Override PartName="/ppt/charts/colors3.xml" ContentType="application/vnd.ms-office.chartcolorstyle+xml"/>
  <Override PartName="/ppt/charts/chart4.xml" ContentType="application/vnd.openxmlformats-officedocument.drawingml.chart+xml"/>
  <Override PartName="/ppt/charts/style4.xml" ContentType="application/vnd.ms-office.chartstyle+xml"/>
  <Override PartName="/ppt/charts/colors4.xml" ContentType="application/vnd.ms-office.chartcolorstyle+xml"/>
  <Override PartName="/ppt/drawings/drawing1.xml" ContentType="application/vnd.openxmlformats-officedocument.drawingml.chartshapes+xml"/>
  <Override PartName="/ppt/notesSlides/notesSlide10.xml" ContentType="application/vnd.openxmlformats-officedocument.presentationml.notesSlide+xml"/>
  <Override PartName="/ppt/charts/chart5.xml" ContentType="application/vnd.openxmlformats-officedocument.drawingml.chart+xml"/>
  <Override PartName="/ppt/charts/style5.xml" ContentType="application/vnd.ms-office.chartstyle+xml"/>
  <Override PartName="/ppt/charts/colors5.xml" ContentType="application/vnd.ms-office.chartcolorstyle+xml"/>
  <Override PartName="/ppt/notesSlides/notesSlide11.xml" ContentType="application/vnd.openxmlformats-officedocument.presentationml.notesSlide+xml"/>
  <Override PartName="/ppt/charts/chart6.xml" ContentType="application/vnd.openxmlformats-officedocument.drawingml.chart+xml"/>
  <Override PartName="/ppt/charts/style6.xml" ContentType="application/vnd.ms-office.chartstyle+xml"/>
  <Override PartName="/ppt/charts/colors6.xml" ContentType="application/vnd.ms-office.chartcolorstyle+xml"/>
  <Override PartName="/ppt/charts/chart7.xml" ContentType="application/vnd.openxmlformats-officedocument.drawingml.chart+xml"/>
  <Override PartName="/ppt/charts/style7.xml" ContentType="application/vnd.ms-office.chartstyle+xml"/>
  <Override PartName="/ppt/charts/colors7.xml" ContentType="application/vnd.ms-office.chartcolorstyle+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charts/chart8.xml" ContentType="application/vnd.openxmlformats-officedocument.drawingml.chart+xml"/>
  <Override PartName="/ppt/charts/style8.xml" ContentType="application/vnd.ms-office.chartstyle+xml"/>
  <Override PartName="/ppt/charts/colors8.xml" ContentType="application/vnd.ms-office.chartcolorstyle+xml"/>
  <Override PartName="/ppt/charts/chart9.xml" ContentType="application/vnd.openxmlformats-officedocument.drawingml.chart+xml"/>
  <Override PartName="/ppt/charts/style9.xml" ContentType="application/vnd.ms-office.chartstyle+xml"/>
  <Override PartName="/ppt/charts/colors9.xml" ContentType="application/vnd.ms-office.chartcolorstyl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charts/chart10.xml" ContentType="application/vnd.openxmlformats-officedocument.drawingml.chart+xml"/>
  <Override PartName="/ppt/charts/style10.xml" ContentType="application/vnd.ms-office.chartstyle+xml"/>
  <Override PartName="/ppt/charts/colors10.xml" ContentType="application/vnd.ms-office.chartcolorstyle+xml"/>
  <Override PartName="/ppt/charts/chart11.xml" ContentType="application/vnd.openxmlformats-officedocument.drawingml.chart+xml"/>
  <Override PartName="/ppt/charts/style11.xml" ContentType="application/vnd.ms-office.chartstyle+xml"/>
  <Override PartName="/ppt/charts/colors11.xml" ContentType="application/vnd.ms-office.chartcolorstyle+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60" r:id="rId1"/>
  </p:sldMasterIdLst>
  <p:notesMasterIdLst>
    <p:notesMasterId r:id="rId39"/>
  </p:notesMasterIdLst>
  <p:sldIdLst>
    <p:sldId id="265" r:id="rId2"/>
    <p:sldId id="266" r:id="rId3"/>
    <p:sldId id="267" r:id="rId4"/>
    <p:sldId id="264" r:id="rId5"/>
    <p:sldId id="268" r:id="rId6"/>
    <p:sldId id="263" r:id="rId7"/>
    <p:sldId id="256" r:id="rId8"/>
    <p:sldId id="257" r:id="rId9"/>
    <p:sldId id="258" r:id="rId10"/>
    <p:sldId id="259" r:id="rId11"/>
    <p:sldId id="260" r:id="rId12"/>
    <p:sldId id="347" r:id="rId13"/>
    <p:sldId id="340" r:id="rId14"/>
    <p:sldId id="341" r:id="rId15"/>
    <p:sldId id="342" r:id="rId16"/>
    <p:sldId id="343" r:id="rId17"/>
    <p:sldId id="344" r:id="rId18"/>
    <p:sldId id="345" r:id="rId19"/>
    <p:sldId id="348" r:id="rId20"/>
    <p:sldId id="349" r:id="rId21"/>
    <p:sldId id="350" r:id="rId22"/>
    <p:sldId id="351" r:id="rId23"/>
    <p:sldId id="352" r:id="rId24"/>
    <p:sldId id="353" r:id="rId25"/>
    <p:sldId id="274" r:id="rId26"/>
    <p:sldId id="279" r:id="rId27"/>
    <p:sldId id="283" r:id="rId28"/>
    <p:sldId id="281" r:id="rId29"/>
    <p:sldId id="282" r:id="rId30"/>
    <p:sldId id="354" r:id="rId31"/>
    <p:sldId id="355" r:id="rId32"/>
    <p:sldId id="335" r:id="rId33"/>
    <p:sldId id="339" r:id="rId34"/>
    <p:sldId id="336" r:id="rId35"/>
    <p:sldId id="337" r:id="rId36"/>
    <p:sldId id="338" r:id="rId37"/>
    <p:sldId id="356" r:id="rId38"/>
  </p:sldIdLst>
  <p:sldSz cx="10058400" cy="77724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91E7B963-4728-A4A1-9698-3D0C0231C645}" name="Anqi Qu" initials="AQ" userId="S::anqiqu@uchicago.edu::cf06eed8-618f-4bf0-a409-6309139c8eae" providerId="AD"/>
</p188: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5EB4"/>
    <a:srgbClr val="004C92"/>
    <a:srgbClr val="00396B"/>
    <a:srgbClr val="000000"/>
    <a:srgbClr val="1E1F49"/>
    <a:srgbClr val="007DEE"/>
    <a:srgbClr val="3F4197"/>
    <a:srgbClr val="35377F"/>
    <a:srgbClr val="300508"/>
    <a:srgbClr val="710F32"/>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6238"/>
    <p:restoredTop sz="87687"/>
  </p:normalViewPr>
  <p:slideViewPr>
    <p:cSldViewPr snapToGrid="0" snapToObjects="1">
      <p:cViewPr varScale="1">
        <p:scale>
          <a:sx n="98" d="100"/>
          <a:sy n="98" d="100"/>
        </p:scale>
        <p:origin x="2264" y="200"/>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notesMaster" Target="notesMasters/notesMaster1.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theme" Target="theme/theme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microsoft.com/office/2018/10/relationships/authors" Target="author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tableStyles" Target="tableStyles.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s>
</file>

<file path=ppt/charts/_rels/chart1.xml.rels><?xml version="1.0" encoding="UTF-8" standalone="yes"?>
<Relationships xmlns="http://schemas.openxmlformats.org/package/2006/relationships"><Relationship Id="rId3" Type="http://schemas.openxmlformats.org/officeDocument/2006/relationships/package" Target="../embeddings/Microsoft_Excel_Worksheet.xlsx"/><Relationship Id="rId2" Type="http://schemas.microsoft.com/office/2011/relationships/chartColorStyle" Target="colors1.xml"/><Relationship Id="rId1" Type="http://schemas.microsoft.com/office/2011/relationships/chartStyle" Target="style1.xml"/></Relationships>
</file>

<file path=ppt/charts/_rels/chart2.xml.rels><?xml version="1.0" encoding="UTF-8" standalone="yes"?>
<Relationships xmlns="http://schemas.openxmlformats.org/package/2006/relationships"><Relationship Id="rId3" Type="http://schemas.openxmlformats.org/officeDocument/2006/relationships/package" Target="../embeddings/Microsoft_Excel_Worksheet1.xlsx"/><Relationship Id="rId2" Type="http://schemas.microsoft.com/office/2011/relationships/chartColorStyle" Target="colors2.xml"/><Relationship Id="rId1" Type="http://schemas.microsoft.com/office/2011/relationships/chartStyle" Target="style2.xml"/></Relationships>
</file>

<file path=ppt/charts/_rels/chart3.xml.rels><?xml version="1.0" encoding="UTF-8" standalone="yes"?>
<Relationships xmlns="http://schemas.openxmlformats.org/package/2006/relationships"><Relationship Id="rId3" Type="http://schemas.openxmlformats.org/officeDocument/2006/relationships/package" Target="../embeddings/Microsoft_Excel_Worksheet2.xlsx"/><Relationship Id="rId2" Type="http://schemas.microsoft.com/office/2011/relationships/chartColorStyle" Target="colors3.xml"/><Relationship Id="rId1" Type="http://schemas.microsoft.com/office/2011/relationships/chartStyle" Target="style3.xml"/></Relationships>
</file>

<file path=ppt/charts/_rels/chart4.xml.rels><?xml version="1.0" encoding="UTF-8" standalone="yes"?>
<Relationships xmlns="http://schemas.openxmlformats.org/package/2006/relationships"><Relationship Id="rId3" Type="http://schemas.openxmlformats.org/officeDocument/2006/relationships/package" Target="../embeddings/Microsoft_Excel_Worksheet3.xlsx"/><Relationship Id="rId2" Type="http://schemas.microsoft.com/office/2011/relationships/chartColorStyle" Target="colors4.xml"/><Relationship Id="rId1" Type="http://schemas.microsoft.com/office/2011/relationships/chartStyle" Target="style4.xml"/><Relationship Id="rId4" Type="http://schemas.openxmlformats.org/officeDocument/2006/relationships/chartUserShapes" Target="../drawings/drawing1.xml"/></Relationships>
</file>

<file path=ppt/charts/_rels/chart5.xml.rels><?xml version="1.0" encoding="UTF-8" standalone="yes"?>
<Relationships xmlns="http://schemas.openxmlformats.org/package/2006/relationships"><Relationship Id="rId3" Type="http://schemas.openxmlformats.org/officeDocument/2006/relationships/package" Target="../embeddings/Microsoft_Excel_Worksheet4.xlsx"/><Relationship Id="rId2" Type="http://schemas.microsoft.com/office/2011/relationships/chartColorStyle" Target="colors5.xml"/><Relationship Id="rId1" Type="http://schemas.microsoft.com/office/2011/relationships/chartStyle" Target="style5.xml"/></Relationships>
</file>

<file path=ppt/charts/_rels/chart6.xml.rels><?xml version="1.0" encoding="UTF-8" standalone="yes"?>
<Relationships xmlns="http://schemas.openxmlformats.org/package/2006/relationships"><Relationship Id="rId3" Type="http://schemas.openxmlformats.org/officeDocument/2006/relationships/package" Target="../embeddings/Microsoft_Excel_Worksheet5.xlsx"/><Relationship Id="rId2" Type="http://schemas.microsoft.com/office/2011/relationships/chartColorStyle" Target="colors6.xml"/><Relationship Id="rId1" Type="http://schemas.microsoft.com/office/2011/relationships/chartStyle" Target="style6.xml"/></Relationships>
</file>

<file path=ppt/charts/_rels/chart7.xml.rels><?xml version="1.0" encoding="UTF-8" standalone="yes"?>
<Relationships xmlns="http://schemas.openxmlformats.org/package/2006/relationships"><Relationship Id="rId3" Type="http://schemas.openxmlformats.org/officeDocument/2006/relationships/package" Target="../embeddings/Microsoft_Excel_Worksheet6.xlsx"/><Relationship Id="rId2" Type="http://schemas.microsoft.com/office/2011/relationships/chartColorStyle" Target="colors7.xml"/><Relationship Id="rId1" Type="http://schemas.microsoft.com/office/2011/relationships/chartStyle" Target="style7.xml"/></Relationships>
</file>

<file path=ppt/charts/_rels/chart8.xml.rels><?xml version="1.0" encoding="UTF-8" standalone="yes"?>
<Relationships xmlns="http://schemas.openxmlformats.org/package/2006/relationships"><Relationship Id="rId3" Type="http://schemas.openxmlformats.org/officeDocument/2006/relationships/oleObject" Target="Book1" TargetMode="External"/><Relationship Id="rId2" Type="http://schemas.microsoft.com/office/2011/relationships/chartColorStyle" Target="colors8.xml"/><Relationship Id="rId1" Type="http://schemas.microsoft.com/office/2011/relationships/chartStyle" Target="style8.xml"/></Relationships>
</file>

<file path=ppt/charts/_rels/chart9.xml.rels><?xml version="1.0" encoding="UTF-8" standalone="yes"?>
<Relationships xmlns="http://schemas.openxmlformats.org/package/2006/relationships"><Relationship Id="rId3" Type="http://schemas.openxmlformats.org/officeDocument/2006/relationships/oleObject" Target="Book1" TargetMode="External"/><Relationship Id="rId2" Type="http://schemas.microsoft.com/office/2011/relationships/chartColorStyle" Target="colors9.xml"/><Relationship Id="rId1" Type="http://schemas.microsoft.com/office/2011/relationships/chartStyle" Target="style9.xml"/></Relationships>
</file>

<file path=ppt/charts/_rels/chart10.xml.rels><?xml version="1.0" encoding="UTF-8" standalone="yes"?>
<Relationships xmlns="http://schemas.openxmlformats.org/package/2006/relationships"><Relationship Id="rId3" Type="http://schemas.openxmlformats.org/officeDocument/2006/relationships/package" Target="../embeddings/Microsoft_Excel_Worksheet7.xlsx"/><Relationship Id="rId2" Type="http://schemas.microsoft.com/office/2011/relationships/chartColorStyle" Target="colors10.xml"/><Relationship Id="rId1" Type="http://schemas.microsoft.com/office/2011/relationships/chartStyle" Target="style10.xml"/></Relationships>
</file>

<file path=ppt/charts/_rels/chart11.xml.rels><?xml version="1.0" encoding="UTF-8" standalone="yes"?>
<Relationships xmlns="http://schemas.openxmlformats.org/package/2006/relationships"><Relationship Id="rId3" Type="http://schemas.openxmlformats.org/officeDocument/2006/relationships/package" Target="../embeddings/Microsoft_Excel_Worksheet8.xlsx"/><Relationship Id="rId2" Type="http://schemas.microsoft.com/office/2011/relationships/chartColorStyle" Target="colors11.xml"/><Relationship Id="rId1" Type="http://schemas.microsoft.com/office/2011/relationships/chartStyle" Target="style11.xml"/></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862" b="0" i="0" u="none" strike="noStrike" kern="1200" spc="0" baseline="0">
                <a:solidFill>
                  <a:schemeClr val="tx1">
                    <a:lumMod val="65000"/>
                    <a:lumOff val="35000"/>
                  </a:schemeClr>
                </a:solidFill>
                <a:latin typeface="+mn-lt"/>
                <a:ea typeface="+mn-ea"/>
                <a:cs typeface="+mn-cs"/>
              </a:defRPr>
            </a:pPr>
            <a:r>
              <a:rPr lang="en-US" sz="1400" dirty="0"/>
              <a:t>Total Revenue</a:t>
            </a:r>
          </a:p>
        </c:rich>
      </c:tx>
      <c:overlay val="0"/>
      <c:spPr>
        <a:noFill/>
        <a:ln>
          <a:noFill/>
        </a:ln>
        <a:effectLst/>
      </c:spPr>
      <c:txPr>
        <a:bodyPr rot="0" spcFirstLastPara="1" vertOverflow="ellipsis" vert="horz" wrap="square" anchor="ctr" anchorCtr="1"/>
        <a:lstStyle/>
        <a:p>
          <a:pPr>
            <a:defRPr sz="1862" b="0" i="0" u="none" strike="noStrike" kern="1200" spc="0" baseline="0">
              <a:solidFill>
                <a:schemeClr val="tx1">
                  <a:lumMod val="65000"/>
                  <a:lumOff val="35000"/>
                </a:schemeClr>
              </a:solidFill>
              <a:latin typeface="+mn-lt"/>
              <a:ea typeface="+mn-ea"/>
              <a:cs typeface="+mn-cs"/>
            </a:defRPr>
          </a:pPr>
          <a:endParaRPr lang="en-US"/>
        </a:p>
      </c:txPr>
    </c:title>
    <c:autoTitleDeleted val="0"/>
    <c:plotArea>
      <c:layout/>
      <c:pieChart>
        <c:varyColors val="1"/>
        <c:ser>
          <c:idx val="0"/>
          <c:order val="0"/>
          <c:tx>
            <c:strRef>
              <c:f>Sheet1!$B$1</c:f>
              <c:strCache>
                <c:ptCount val="1"/>
                <c:pt idx="0">
                  <c:v>Total Revenue</c:v>
                </c:pt>
              </c:strCache>
            </c:strRef>
          </c:tx>
          <c:dPt>
            <c:idx val="0"/>
            <c:bubble3D val="0"/>
            <c:spPr>
              <a:solidFill>
                <a:schemeClr val="accent1"/>
              </a:solidFill>
              <a:ln w="19050">
                <a:solidFill>
                  <a:schemeClr val="lt1"/>
                </a:solidFill>
              </a:ln>
              <a:effectLst/>
            </c:spPr>
            <c:extLst>
              <c:ext xmlns:c16="http://schemas.microsoft.com/office/drawing/2014/chart" uri="{C3380CC4-5D6E-409C-BE32-E72D297353CC}">
                <c16:uniqueId val="{00000001-1ED6-0F42-8094-1D108957BE35}"/>
              </c:ext>
            </c:extLst>
          </c:dPt>
          <c:dPt>
            <c:idx val="1"/>
            <c:bubble3D val="0"/>
            <c:spPr>
              <a:solidFill>
                <a:schemeClr val="accent2"/>
              </a:solidFill>
              <a:ln w="19050">
                <a:solidFill>
                  <a:schemeClr val="lt1"/>
                </a:solidFill>
              </a:ln>
              <a:effectLst/>
            </c:spPr>
            <c:extLst>
              <c:ext xmlns:c16="http://schemas.microsoft.com/office/drawing/2014/chart" uri="{C3380CC4-5D6E-409C-BE32-E72D297353CC}">
                <c16:uniqueId val="{00000003-1ED6-0F42-8094-1D108957BE35}"/>
              </c:ext>
            </c:extLst>
          </c:dPt>
          <c:dPt>
            <c:idx val="2"/>
            <c:bubble3D val="0"/>
            <c:spPr>
              <a:solidFill>
                <a:schemeClr val="accent3"/>
              </a:solidFill>
              <a:ln w="19050">
                <a:solidFill>
                  <a:schemeClr val="lt1"/>
                </a:solidFill>
              </a:ln>
              <a:effectLst/>
            </c:spPr>
            <c:extLst>
              <c:ext xmlns:c16="http://schemas.microsoft.com/office/drawing/2014/chart" uri="{C3380CC4-5D6E-409C-BE32-E72D297353CC}">
                <c16:uniqueId val="{00000005-1ED6-0F42-8094-1D108957BE35}"/>
              </c:ext>
            </c:extLst>
          </c:dPt>
          <c:cat>
            <c:strRef>
              <c:f>Sheet1!$A$2:$A$4</c:f>
              <c:strCache>
                <c:ptCount val="3"/>
                <c:pt idx="0">
                  <c:v>Subscription</c:v>
                </c:pt>
                <c:pt idx="1">
                  <c:v>Transaction</c:v>
                </c:pt>
                <c:pt idx="2">
                  <c:v>Float</c:v>
                </c:pt>
              </c:strCache>
            </c:strRef>
          </c:cat>
          <c:val>
            <c:numRef>
              <c:f>Sheet1!$B$2:$B$4</c:f>
              <c:numCache>
                <c:formatCode>General</c:formatCode>
                <c:ptCount val="3"/>
                <c:pt idx="0">
                  <c:v>24</c:v>
                </c:pt>
                <c:pt idx="1">
                  <c:v>65</c:v>
                </c:pt>
                <c:pt idx="2">
                  <c:v>11</c:v>
                </c:pt>
              </c:numCache>
            </c:numRef>
          </c:val>
          <c:extLst>
            <c:ext xmlns:c16="http://schemas.microsoft.com/office/drawing/2014/chart" uri="{C3380CC4-5D6E-409C-BE32-E72D297353CC}">
              <c16:uniqueId val="{00000000-ADA0-7F4E-93E2-9A9C4538C887}"/>
            </c:ext>
          </c:extLst>
        </c:ser>
        <c:dLbls>
          <c:showLegendKey val="0"/>
          <c:showVal val="0"/>
          <c:showCatName val="0"/>
          <c:showSerName val="0"/>
          <c:showPercent val="0"/>
          <c:showBubbleSize val="0"/>
          <c:showLeaderLines val="1"/>
        </c:dLbls>
        <c:firstSliceAng val="0"/>
      </c:pieChart>
      <c:spPr>
        <a:noFill/>
        <a:ln>
          <a:noFill/>
        </a:ln>
        <a:effectLst/>
      </c:spPr>
    </c:plotArea>
    <c:legend>
      <c:legendPos val="b"/>
      <c:overlay val="0"/>
      <c:spPr>
        <a:noFill/>
        <a:ln>
          <a:noFill/>
        </a:ln>
        <a:effectLst/>
      </c:spPr>
      <c:txPr>
        <a:bodyPr rot="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en-US"/>
        </a:p>
      </c:txPr>
    </c:legend>
    <c:plotVisOnly val="1"/>
    <c:dispBlanksAs val="gap"/>
    <c:extLst>
      <c:ext xmlns:c16r3="http://schemas.microsoft.com/office/drawing/2017/03/chart" uri="{56B9EC1D-385E-4148-901F-78D8002777C0}">
        <c16r3:dataDisplayOptions16>
          <c16r3:dispNaAsBlank val="1"/>
        </c16r3:dataDisplayOptions16>
      </c:ext>
    </c:extLst>
    <c:showDLblsOverMax val="0"/>
  </c:chart>
  <c:spPr>
    <a:noFill/>
    <a:ln>
      <a:noFill/>
    </a:ln>
    <a:effectLst/>
  </c:spPr>
  <c:txPr>
    <a:bodyPr/>
    <a:lstStyle/>
    <a:p>
      <a:pPr>
        <a:defRPr/>
      </a:pPr>
      <a:endParaRPr lang="en-US"/>
    </a:p>
  </c:txPr>
  <c:externalData r:id="rId3">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862" b="0" i="0" u="none" strike="noStrike" kern="1200" spc="0" baseline="0">
                <a:solidFill>
                  <a:schemeClr val="tx1">
                    <a:lumMod val="65000"/>
                    <a:lumOff val="35000"/>
                  </a:schemeClr>
                </a:solidFill>
                <a:latin typeface="+mn-lt"/>
                <a:ea typeface="+mn-ea"/>
                <a:cs typeface="+mn-cs"/>
              </a:defRPr>
            </a:pPr>
            <a:r>
              <a:rPr lang="en-US" dirty="0"/>
              <a:t>Divvy ($2.3B)</a:t>
            </a:r>
          </a:p>
        </c:rich>
      </c:tx>
      <c:overlay val="0"/>
      <c:spPr>
        <a:noFill/>
        <a:ln>
          <a:noFill/>
        </a:ln>
        <a:effectLst/>
      </c:spPr>
      <c:txPr>
        <a:bodyPr rot="0" spcFirstLastPara="1" vertOverflow="ellipsis" vert="horz" wrap="square" anchor="ctr" anchorCtr="1"/>
        <a:lstStyle/>
        <a:p>
          <a:pPr>
            <a:defRPr sz="1862" b="0" i="0" u="none" strike="noStrike" kern="1200" spc="0" baseline="0">
              <a:solidFill>
                <a:schemeClr val="tx1">
                  <a:lumMod val="65000"/>
                  <a:lumOff val="35000"/>
                </a:schemeClr>
              </a:solidFill>
              <a:latin typeface="+mn-lt"/>
              <a:ea typeface="+mn-ea"/>
              <a:cs typeface="+mn-cs"/>
            </a:defRPr>
          </a:pPr>
          <a:endParaRPr lang="en-US"/>
        </a:p>
      </c:txPr>
    </c:title>
    <c:autoTitleDeleted val="0"/>
    <c:plotArea>
      <c:layout/>
      <c:pieChart>
        <c:varyColors val="1"/>
        <c:ser>
          <c:idx val="0"/>
          <c:order val="0"/>
          <c:tx>
            <c:strRef>
              <c:f>Sheet1!$B$1</c:f>
              <c:strCache>
                <c:ptCount val="1"/>
                <c:pt idx="0">
                  <c:v>Divvy(6/1/21)</c:v>
                </c:pt>
              </c:strCache>
            </c:strRef>
          </c:tx>
          <c:dPt>
            <c:idx val="0"/>
            <c:bubble3D val="0"/>
            <c:spPr>
              <a:solidFill>
                <a:schemeClr val="accent1"/>
              </a:solidFill>
              <a:ln w="19050">
                <a:solidFill>
                  <a:schemeClr val="lt1"/>
                </a:solidFill>
              </a:ln>
              <a:effectLst/>
            </c:spPr>
            <c:extLst>
              <c:ext xmlns:c16="http://schemas.microsoft.com/office/drawing/2014/chart" uri="{C3380CC4-5D6E-409C-BE32-E72D297353CC}">
                <c16:uniqueId val="{00000001-2480-4C67-89B5-5A0E092695F9}"/>
              </c:ext>
            </c:extLst>
          </c:dPt>
          <c:dPt>
            <c:idx val="1"/>
            <c:bubble3D val="0"/>
            <c:spPr>
              <a:solidFill>
                <a:schemeClr val="accent2"/>
              </a:solidFill>
              <a:ln w="19050">
                <a:solidFill>
                  <a:schemeClr val="lt1"/>
                </a:solidFill>
              </a:ln>
              <a:effectLst/>
            </c:spPr>
            <c:extLst>
              <c:ext xmlns:c16="http://schemas.microsoft.com/office/drawing/2014/chart" uri="{C3380CC4-5D6E-409C-BE32-E72D297353CC}">
                <c16:uniqueId val="{00000003-2480-4C67-89B5-5A0E092695F9}"/>
              </c:ext>
            </c:extLst>
          </c:dPt>
          <c:dLbls>
            <c:dLbl>
              <c:idx val="0"/>
              <c:layout>
                <c:manualLayout>
                  <c:x val="-0.18510140464524921"/>
                  <c:y val="-0.1198324481061914"/>
                </c:manualLayout>
              </c:layout>
              <c:dLblPos val="bestFit"/>
              <c:showLegendKey val="0"/>
              <c:showVal val="0"/>
              <c:showCatName val="0"/>
              <c:showSerName val="0"/>
              <c:showPercent val="1"/>
              <c:showBubbleSize val="0"/>
              <c:extLst>
                <c:ext xmlns:c15="http://schemas.microsoft.com/office/drawing/2012/chart" uri="{CE6537A1-D6FC-4f65-9D91-7224C49458BB}"/>
                <c:ext xmlns:c16="http://schemas.microsoft.com/office/drawing/2014/chart" uri="{C3380CC4-5D6E-409C-BE32-E72D297353CC}">
                  <c16:uniqueId val="{00000001-2480-4C67-89B5-5A0E092695F9}"/>
                </c:ext>
              </c:extLst>
            </c:dLbl>
            <c:spPr>
              <a:noFill/>
              <a:ln>
                <a:noFill/>
              </a:ln>
              <a:effectLst/>
            </c:spPr>
            <c:txPr>
              <a:bodyPr rot="0" spcFirstLastPara="1" vertOverflow="ellipsis" vert="horz" wrap="square" lIns="38100" tIns="19050" rIns="38100" bIns="19050" anchor="ctr" anchorCtr="1">
                <a:spAutoFit/>
              </a:bodyPr>
              <a:lstStyle/>
              <a:p>
                <a:pPr>
                  <a:defRPr sz="1197" b="1" i="0" u="none" strike="noStrike" kern="1200" baseline="0">
                    <a:solidFill>
                      <a:schemeClr val="bg1"/>
                    </a:solidFill>
                    <a:latin typeface="+mn-lt"/>
                    <a:ea typeface="+mn-ea"/>
                    <a:cs typeface="+mn-cs"/>
                  </a:defRPr>
                </a:pPr>
                <a:endParaRPr lang="en-US"/>
              </a:p>
            </c:txPr>
            <c:dLblPos val="inEnd"/>
            <c:showLegendKey val="0"/>
            <c:showVal val="0"/>
            <c:showCatName val="0"/>
            <c:showSerName val="0"/>
            <c:showPercent val="1"/>
            <c:showBubbleSize val="0"/>
            <c:showLeaderLines val="1"/>
            <c:leaderLines>
              <c:spPr>
                <a:ln w="9525" cap="flat" cmpd="sng" algn="ctr">
                  <a:solidFill>
                    <a:schemeClr val="tx1">
                      <a:lumMod val="35000"/>
                      <a:lumOff val="65000"/>
                    </a:schemeClr>
                  </a:solidFill>
                  <a:round/>
                </a:ln>
                <a:effectLst/>
              </c:spPr>
            </c:leaderLines>
            <c:extLst>
              <c:ext xmlns:c15="http://schemas.microsoft.com/office/drawing/2012/chart" uri="{CE6537A1-D6FC-4f65-9D91-7224C49458BB}"/>
            </c:extLst>
          </c:dLbls>
          <c:cat>
            <c:strRef>
              <c:f>Sheet1!$A$2:$A$3</c:f>
              <c:strCache>
                <c:ptCount val="2"/>
                <c:pt idx="0">
                  <c:v>Equity</c:v>
                </c:pt>
                <c:pt idx="1">
                  <c:v>Cash</c:v>
                </c:pt>
              </c:strCache>
            </c:strRef>
          </c:cat>
          <c:val>
            <c:numRef>
              <c:f>Sheet1!$B$2:$B$3</c:f>
              <c:numCache>
                <c:formatCode>General</c:formatCode>
                <c:ptCount val="2"/>
                <c:pt idx="0">
                  <c:v>1.65</c:v>
                </c:pt>
                <c:pt idx="1">
                  <c:v>0.66</c:v>
                </c:pt>
              </c:numCache>
            </c:numRef>
          </c:val>
          <c:extLst>
            <c:ext xmlns:c16="http://schemas.microsoft.com/office/drawing/2014/chart" uri="{C3380CC4-5D6E-409C-BE32-E72D297353CC}">
              <c16:uniqueId val="{00000000-45E1-4285-A31B-D0ACD3D59475}"/>
            </c:ext>
          </c:extLst>
        </c:ser>
        <c:dLbls>
          <c:dLblPos val="inEnd"/>
          <c:showLegendKey val="0"/>
          <c:showVal val="0"/>
          <c:showCatName val="0"/>
          <c:showSerName val="0"/>
          <c:showPercent val="1"/>
          <c:showBubbleSize val="0"/>
          <c:showLeaderLines val="1"/>
        </c:dLbls>
        <c:firstSliceAng val="0"/>
      </c:pieChart>
      <c:spPr>
        <a:noFill/>
        <a:ln>
          <a:noFill/>
        </a:ln>
        <a:effectLst/>
      </c:spPr>
    </c:plotArea>
    <c:legend>
      <c:legendPos val="b"/>
      <c:overlay val="0"/>
      <c:spPr>
        <a:noFill/>
        <a:ln>
          <a:noFill/>
        </a:ln>
        <a:effectLst/>
      </c:spPr>
      <c:txPr>
        <a:bodyPr rot="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en-US"/>
        </a:p>
      </c:txPr>
    </c:legend>
    <c:plotVisOnly val="1"/>
    <c:dispBlanksAs val="gap"/>
    <c:extLst>
      <c:ext xmlns:c16r3="http://schemas.microsoft.com/office/drawing/2017/03/chart" uri="{56B9EC1D-385E-4148-901F-78D8002777C0}">
        <c16r3:dataDisplayOptions16>
          <c16r3:dispNaAsBlank val="1"/>
        </c16r3:dataDisplayOptions16>
      </c:ext>
    </c:extLst>
    <c:showDLblsOverMax val="0"/>
  </c:chart>
  <c:spPr>
    <a:noFill/>
    <a:ln>
      <a:noFill/>
    </a:ln>
    <a:effectLst/>
  </c:spPr>
  <c:txPr>
    <a:bodyPr/>
    <a:lstStyle/>
    <a:p>
      <a:pPr>
        <a:defRPr/>
      </a:pPr>
      <a:endParaRPr lang="en-US"/>
    </a:p>
  </c:txPr>
  <c:externalData r:id="rId3">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862" b="0" i="0" u="none" strike="noStrike" kern="1200" spc="0" baseline="0">
                <a:solidFill>
                  <a:schemeClr val="tx1">
                    <a:lumMod val="65000"/>
                    <a:lumOff val="35000"/>
                  </a:schemeClr>
                </a:solidFill>
                <a:latin typeface="+mn-lt"/>
                <a:ea typeface="+mn-ea"/>
                <a:cs typeface="+mn-cs"/>
              </a:defRPr>
            </a:pPr>
            <a:r>
              <a:rPr lang="en-US" dirty="0"/>
              <a:t>Invoice2Go ($674.3m)</a:t>
            </a:r>
          </a:p>
        </c:rich>
      </c:tx>
      <c:overlay val="0"/>
      <c:spPr>
        <a:noFill/>
        <a:ln>
          <a:noFill/>
        </a:ln>
        <a:effectLst/>
      </c:spPr>
      <c:txPr>
        <a:bodyPr rot="0" spcFirstLastPara="1" vertOverflow="ellipsis" vert="horz" wrap="square" anchor="ctr" anchorCtr="1"/>
        <a:lstStyle/>
        <a:p>
          <a:pPr>
            <a:defRPr sz="1862" b="0" i="0" u="none" strike="noStrike" kern="1200" spc="0" baseline="0">
              <a:solidFill>
                <a:schemeClr val="tx1">
                  <a:lumMod val="65000"/>
                  <a:lumOff val="35000"/>
                </a:schemeClr>
              </a:solidFill>
              <a:latin typeface="+mn-lt"/>
              <a:ea typeface="+mn-ea"/>
              <a:cs typeface="+mn-cs"/>
            </a:defRPr>
          </a:pPr>
          <a:endParaRPr lang="en-US"/>
        </a:p>
      </c:txPr>
    </c:title>
    <c:autoTitleDeleted val="0"/>
    <c:plotArea>
      <c:layout/>
      <c:pieChart>
        <c:varyColors val="1"/>
        <c:ser>
          <c:idx val="0"/>
          <c:order val="0"/>
          <c:tx>
            <c:strRef>
              <c:f>Sheet1!$B$1</c:f>
              <c:strCache>
                <c:ptCount val="1"/>
                <c:pt idx="0">
                  <c:v>Invoice2Go(9/1/21)</c:v>
                </c:pt>
              </c:strCache>
            </c:strRef>
          </c:tx>
          <c:dPt>
            <c:idx val="0"/>
            <c:bubble3D val="0"/>
            <c:spPr>
              <a:solidFill>
                <a:schemeClr val="accent1"/>
              </a:solidFill>
              <a:ln w="19050">
                <a:solidFill>
                  <a:schemeClr val="lt1"/>
                </a:solidFill>
              </a:ln>
              <a:effectLst/>
            </c:spPr>
            <c:extLst>
              <c:ext xmlns:c16="http://schemas.microsoft.com/office/drawing/2014/chart" uri="{C3380CC4-5D6E-409C-BE32-E72D297353CC}">
                <c16:uniqueId val="{00000001-22CE-49EF-8121-D463B9B2908B}"/>
              </c:ext>
            </c:extLst>
          </c:dPt>
          <c:dPt>
            <c:idx val="1"/>
            <c:bubble3D val="0"/>
            <c:spPr>
              <a:solidFill>
                <a:schemeClr val="accent2"/>
              </a:solidFill>
              <a:ln w="19050">
                <a:solidFill>
                  <a:schemeClr val="lt1"/>
                </a:solidFill>
              </a:ln>
              <a:effectLst/>
            </c:spPr>
            <c:extLst>
              <c:ext xmlns:c16="http://schemas.microsoft.com/office/drawing/2014/chart" uri="{C3380CC4-5D6E-409C-BE32-E72D297353CC}">
                <c16:uniqueId val="{00000003-22CE-49EF-8121-D463B9B2908B}"/>
              </c:ext>
            </c:extLst>
          </c:dPt>
          <c:dLbls>
            <c:dLbl>
              <c:idx val="0"/>
              <c:layout>
                <c:manualLayout>
                  <c:x val="-0.12695217802381989"/>
                  <c:y val="-0.13188115944223802"/>
                </c:manualLayout>
              </c:layout>
              <c:dLblPos val="bestFit"/>
              <c:showLegendKey val="0"/>
              <c:showVal val="0"/>
              <c:showCatName val="0"/>
              <c:showSerName val="0"/>
              <c:showPercent val="1"/>
              <c:showBubbleSize val="0"/>
              <c:extLst>
                <c:ext xmlns:c15="http://schemas.microsoft.com/office/drawing/2012/chart" uri="{CE6537A1-D6FC-4f65-9D91-7224C49458BB}"/>
                <c:ext xmlns:c16="http://schemas.microsoft.com/office/drawing/2014/chart" uri="{C3380CC4-5D6E-409C-BE32-E72D297353CC}">
                  <c16:uniqueId val="{00000001-22CE-49EF-8121-D463B9B2908B}"/>
                </c:ext>
              </c:extLst>
            </c:dLbl>
            <c:spPr>
              <a:noFill/>
              <a:ln>
                <a:noFill/>
              </a:ln>
              <a:effectLst/>
            </c:spPr>
            <c:txPr>
              <a:bodyPr rot="0" spcFirstLastPara="1" vertOverflow="ellipsis" vert="horz" wrap="square" lIns="38100" tIns="19050" rIns="38100" bIns="19050" anchor="ctr" anchorCtr="1">
                <a:spAutoFit/>
              </a:bodyPr>
              <a:lstStyle/>
              <a:p>
                <a:pPr>
                  <a:defRPr sz="1197" b="1" i="0" u="none" strike="noStrike" kern="1200" baseline="0">
                    <a:solidFill>
                      <a:schemeClr val="bg1"/>
                    </a:solidFill>
                    <a:latin typeface="+mn-lt"/>
                    <a:ea typeface="+mn-ea"/>
                    <a:cs typeface="+mn-cs"/>
                  </a:defRPr>
                </a:pPr>
                <a:endParaRPr lang="en-US"/>
              </a:p>
            </c:txPr>
            <c:dLblPos val="inEnd"/>
            <c:showLegendKey val="0"/>
            <c:showVal val="0"/>
            <c:showCatName val="0"/>
            <c:showSerName val="0"/>
            <c:showPercent val="1"/>
            <c:showBubbleSize val="0"/>
            <c:showLeaderLines val="1"/>
            <c:leaderLines>
              <c:spPr>
                <a:ln w="9525" cap="flat" cmpd="sng" algn="ctr">
                  <a:solidFill>
                    <a:schemeClr val="tx1">
                      <a:lumMod val="35000"/>
                      <a:lumOff val="65000"/>
                    </a:schemeClr>
                  </a:solidFill>
                  <a:round/>
                </a:ln>
                <a:effectLst/>
              </c:spPr>
            </c:leaderLines>
            <c:extLst>
              <c:ext xmlns:c15="http://schemas.microsoft.com/office/drawing/2012/chart" uri="{CE6537A1-D6FC-4f65-9D91-7224C49458BB}"/>
            </c:extLst>
          </c:dLbls>
          <c:cat>
            <c:strRef>
              <c:f>Sheet1!$A$2:$A$3</c:f>
              <c:strCache>
                <c:ptCount val="2"/>
                <c:pt idx="0">
                  <c:v>Equity</c:v>
                </c:pt>
                <c:pt idx="1">
                  <c:v>Cash</c:v>
                </c:pt>
              </c:strCache>
            </c:strRef>
          </c:cat>
          <c:val>
            <c:numRef>
              <c:f>Sheet1!$B$2:$B$3</c:f>
              <c:numCache>
                <c:formatCode>General</c:formatCode>
                <c:ptCount val="2"/>
                <c:pt idx="0">
                  <c:v>510</c:v>
                </c:pt>
                <c:pt idx="1">
                  <c:v>164</c:v>
                </c:pt>
              </c:numCache>
            </c:numRef>
          </c:val>
          <c:extLst>
            <c:ext xmlns:c16="http://schemas.microsoft.com/office/drawing/2014/chart" uri="{C3380CC4-5D6E-409C-BE32-E72D297353CC}">
              <c16:uniqueId val="{00000000-73A1-462A-82EE-507EA7EFF757}"/>
            </c:ext>
          </c:extLst>
        </c:ser>
        <c:dLbls>
          <c:dLblPos val="inEnd"/>
          <c:showLegendKey val="0"/>
          <c:showVal val="0"/>
          <c:showCatName val="0"/>
          <c:showSerName val="0"/>
          <c:showPercent val="1"/>
          <c:showBubbleSize val="0"/>
          <c:showLeaderLines val="1"/>
        </c:dLbls>
        <c:firstSliceAng val="0"/>
      </c:pieChart>
      <c:spPr>
        <a:noFill/>
        <a:ln>
          <a:noFill/>
        </a:ln>
        <a:effectLst/>
      </c:spPr>
    </c:plotArea>
    <c:legend>
      <c:legendPos val="b"/>
      <c:overlay val="0"/>
      <c:spPr>
        <a:noFill/>
        <a:ln>
          <a:noFill/>
        </a:ln>
        <a:effectLst/>
      </c:spPr>
      <c:txPr>
        <a:bodyPr rot="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en-US"/>
        </a:p>
      </c:txPr>
    </c:legend>
    <c:plotVisOnly val="1"/>
    <c:dispBlanksAs val="gap"/>
    <c:extLst>
      <c:ext xmlns:c16r3="http://schemas.microsoft.com/office/drawing/2017/03/chart" uri="{56B9EC1D-385E-4148-901F-78D8002777C0}">
        <c16r3:dataDisplayOptions16>
          <c16r3:dispNaAsBlank val="1"/>
        </c16r3:dataDisplayOptions16>
      </c:ext>
    </c:extLst>
    <c:showDLblsOverMax val="0"/>
  </c:chart>
  <c:spPr>
    <a:noFill/>
    <a:ln>
      <a:noFill/>
    </a:ln>
    <a:effectLst/>
  </c:spPr>
  <c:txPr>
    <a:bodyPr/>
    <a:lstStyle/>
    <a:p>
      <a:pPr>
        <a:defRPr/>
      </a:pPr>
      <a:endParaRPr lang="en-US"/>
    </a:p>
  </c:txPr>
  <c:externalData r:id="rId3">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overlay val="0"/>
      <c:spPr>
        <a:noFill/>
        <a:ln>
          <a:noFill/>
        </a:ln>
        <a:effectLst/>
      </c:spPr>
      <c:txPr>
        <a:bodyPr rot="0" spcFirstLastPara="1" vertOverflow="ellipsis" vert="horz" wrap="square" anchor="ctr" anchorCtr="1"/>
        <a:lstStyle/>
        <a:p>
          <a:pPr>
            <a:defRPr sz="1862" b="0" i="0" u="none" strike="noStrike" kern="1200" spc="0" baseline="0">
              <a:solidFill>
                <a:schemeClr val="tx1">
                  <a:lumMod val="65000"/>
                  <a:lumOff val="35000"/>
                </a:schemeClr>
              </a:solidFill>
              <a:latin typeface="+mn-lt"/>
              <a:ea typeface="+mn-ea"/>
              <a:cs typeface="+mn-cs"/>
            </a:defRPr>
          </a:pPr>
          <a:endParaRPr lang="en-US"/>
        </a:p>
      </c:txPr>
    </c:title>
    <c:autoTitleDeleted val="0"/>
    <c:plotArea>
      <c:layout>
        <c:manualLayout>
          <c:layoutTarget val="inner"/>
          <c:xMode val="edge"/>
          <c:yMode val="edge"/>
          <c:x val="0.10081276039266319"/>
          <c:y val="0.20529957241618985"/>
          <c:w val="0.86608539801232565"/>
          <c:h val="0.66248068425821349"/>
        </c:manualLayout>
      </c:layout>
      <c:lineChart>
        <c:grouping val="standard"/>
        <c:varyColors val="0"/>
        <c:ser>
          <c:idx val="0"/>
          <c:order val="0"/>
          <c:tx>
            <c:strRef>
              <c:f>Sheet1!$B$1</c:f>
              <c:strCache>
                <c:ptCount val="1"/>
                <c:pt idx="0">
                  <c:v>BILL</c:v>
                </c:pt>
              </c:strCache>
            </c:strRef>
          </c:tx>
          <c:spPr>
            <a:ln w="28575" cap="rnd">
              <a:solidFill>
                <a:schemeClr val="accent1"/>
              </a:solidFill>
              <a:round/>
            </a:ln>
            <a:effectLst/>
          </c:spPr>
          <c:marker>
            <c:symbol val="none"/>
          </c:marker>
          <c:cat>
            <c:numRef>
              <c:f>Sheet1!$A$2:$A$803</c:f>
              <c:numCache>
                <c:formatCode>m/d/yyyy</c:formatCode>
                <c:ptCount val="802"/>
                <c:pt idx="0">
                  <c:v>43811</c:v>
                </c:pt>
                <c:pt idx="1">
                  <c:v>43812</c:v>
                </c:pt>
                <c:pt idx="2">
                  <c:v>43815</c:v>
                </c:pt>
                <c:pt idx="3">
                  <c:v>43816</c:v>
                </c:pt>
                <c:pt idx="4">
                  <c:v>43817</c:v>
                </c:pt>
                <c:pt idx="5">
                  <c:v>43818</c:v>
                </c:pt>
                <c:pt idx="6">
                  <c:v>43819</c:v>
                </c:pt>
                <c:pt idx="7">
                  <c:v>43822</c:v>
                </c:pt>
                <c:pt idx="8">
                  <c:v>43823</c:v>
                </c:pt>
                <c:pt idx="9">
                  <c:v>43825</c:v>
                </c:pt>
                <c:pt idx="10">
                  <c:v>43826</c:v>
                </c:pt>
                <c:pt idx="11">
                  <c:v>43829</c:v>
                </c:pt>
                <c:pt idx="12">
                  <c:v>43830</c:v>
                </c:pt>
                <c:pt idx="13">
                  <c:v>43832</c:v>
                </c:pt>
                <c:pt idx="14">
                  <c:v>43833</c:v>
                </c:pt>
                <c:pt idx="15">
                  <c:v>43836</c:v>
                </c:pt>
                <c:pt idx="16">
                  <c:v>43837</c:v>
                </c:pt>
                <c:pt idx="17">
                  <c:v>43838</c:v>
                </c:pt>
                <c:pt idx="18">
                  <c:v>43839</c:v>
                </c:pt>
                <c:pt idx="19">
                  <c:v>43840</c:v>
                </c:pt>
                <c:pt idx="20">
                  <c:v>43843</c:v>
                </c:pt>
                <c:pt idx="21">
                  <c:v>43844</c:v>
                </c:pt>
                <c:pt idx="22">
                  <c:v>43845</c:v>
                </c:pt>
                <c:pt idx="23">
                  <c:v>43846</c:v>
                </c:pt>
                <c:pt idx="24">
                  <c:v>43847</c:v>
                </c:pt>
                <c:pt idx="25">
                  <c:v>43851</c:v>
                </c:pt>
                <c:pt idx="26">
                  <c:v>43852</c:v>
                </c:pt>
                <c:pt idx="27">
                  <c:v>43853</c:v>
                </c:pt>
                <c:pt idx="28">
                  <c:v>43854</c:v>
                </c:pt>
                <c:pt idx="29">
                  <c:v>43857</c:v>
                </c:pt>
                <c:pt idx="30">
                  <c:v>43858</c:v>
                </c:pt>
                <c:pt idx="31">
                  <c:v>43859</c:v>
                </c:pt>
                <c:pt idx="32">
                  <c:v>43860</c:v>
                </c:pt>
                <c:pt idx="33">
                  <c:v>43861</c:v>
                </c:pt>
                <c:pt idx="34">
                  <c:v>43864</c:v>
                </c:pt>
                <c:pt idx="35">
                  <c:v>43865</c:v>
                </c:pt>
                <c:pt idx="36">
                  <c:v>43866</c:v>
                </c:pt>
                <c:pt idx="37">
                  <c:v>43867</c:v>
                </c:pt>
                <c:pt idx="38">
                  <c:v>43868</c:v>
                </c:pt>
                <c:pt idx="39">
                  <c:v>43871</c:v>
                </c:pt>
                <c:pt idx="40">
                  <c:v>43872</c:v>
                </c:pt>
                <c:pt idx="41">
                  <c:v>43873</c:v>
                </c:pt>
                <c:pt idx="42">
                  <c:v>43874</c:v>
                </c:pt>
                <c:pt idx="43">
                  <c:v>43875</c:v>
                </c:pt>
                <c:pt idx="44">
                  <c:v>43879</c:v>
                </c:pt>
                <c:pt idx="45">
                  <c:v>43880</c:v>
                </c:pt>
                <c:pt idx="46">
                  <c:v>43881</c:v>
                </c:pt>
                <c:pt idx="47">
                  <c:v>43882</c:v>
                </c:pt>
                <c:pt idx="48">
                  <c:v>43885</c:v>
                </c:pt>
                <c:pt idx="49">
                  <c:v>43886</c:v>
                </c:pt>
                <c:pt idx="50">
                  <c:v>43887</c:v>
                </c:pt>
                <c:pt idx="51">
                  <c:v>43888</c:v>
                </c:pt>
                <c:pt idx="52">
                  <c:v>43889</c:v>
                </c:pt>
                <c:pt idx="53">
                  <c:v>43892</c:v>
                </c:pt>
                <c:pt idx="54">
                  <c:v>43893</c:v>
                </c:pt>
                <c:pt idx="55">
                  <c:v>43894</c:v>
                </c:pt>
                <c:pt idx="56">
                  <c:v>43895</c:v>
                </c:pt>
                <c:pt idx="57">
                  <c:v>43896</c:v>
                </c:pt>
                <c:pt idx="58">
                  <c:v>43899</c:v>
                </c:pt>
                <c:pt idx="59">
                  <c:v>43900</c:v>
                </c:pt>
                <c:pt idx="60">
                  <c:v>43901</c:v>
                </c:pt>
                <c:pt idx="61">
                  <c:v>43902</c:v>
                </c:pt>
                <c:pt idx="62">
                  <c:v>43903</c:v>
                </c:pt>
                <c:pt idx="63">
                  <c:v>43906</c:v>
                </c:pt>
                <c:pt idx="64">
                  <c:v>43907</c:v>
                </c:pt>
                <c:pt idx="65">
                  <c:v>43908</c:v>
                </c:pt>
                <c:pt idx="66">
                  <c:v>43909</c:v>
                </c:pt>
                <c:pt idx="67">
                  <c:v>43910</c:v>
                </c:pt>
                <c:pt idx="68">
                  <c:v>43913</c:v>
                </c:pt>
                <c:pt idx="69">
                  <c:v>43914</c:v>
                </c:pt>
                <c:pt idx="70">
                  <c:v>43915</c:v>
                </c:pt>
                <c:pt idx="71">
                  <c:v>43916</c:v>
                </c:pt>
                <c:pt idx="72">
                  <c:v>43917</c:v>
                </c:pt>
                <c:pt idx="73">
                  <c:v>43920</c:v>
                </c:pt>
                <c:pt idx="74">
                  <c:v>43921</c:v>
                </c:pt>
                <c:pt idx="75">
                  <c:v>43922</c:v>
                </c:pt>
                <c:pt idx="76">
                  <c:v>43923</c:v>
                </c:pt>
                <c:pt idx="77">
                  <c:v>43924</c:v>
                </c:pt>
                <c:pt idx="78">
                  <c:v>43927</c:v>
                </c:pt>
                <c:pt idx="79">
                  <c:v>43928</c:v>
                </c:pt>
                <c:pt idx="80">
                  <c:v>43929</c:v>
                </c:pt>
                <c:pt idx="81">
                  <c:v>43930</c:v>
                </c:pt>
                <c:pt idx="82">
                  <c:v>43934</c:v>
                </c:pt>
                <c:pt idx="83">
                  <c:v>43935</c:v>
                </c:pt>
                <c:pt idx="84">
                  <c:v>43936</c:v>
                </c:pt>
                <c:pt idx="85">
                  <c:v>43937</c:v>
                </c:pt>
                <c:pt idx="86">
                  <c:v>43938</c:v>
                </c:pt>
                <c:pt idx="87">
                  <c:v>43941</c:v>
                </c:pt>
                <c:pt idx="88">
                  <c:v>43942</c:v>
                </c:pt>
                <c:pt idx="89">
                  <c:v>43943</c:v>
                </c:pt>
                <c:pt idx="90">
                  <c:v>43944</c:v>
                </c:pt>
                <c:pt idx="91">
                  <c:v>43945</c:v>
                </c:pt>
                <c:pt idx="92">
                  <c:v>43948</c:v>
                </c:pt>
                <c:pt idx="93">
                  <c:v>43949</c:v>
                </c:pt>
                <c:pt idx="94">
                  <c:v>43950</c:v>
                </c:pt>
                <c:pt idx="95">
                  <c:v>43951</c:v>
                </c:pt>
                <c:pt idx="96">
                  <c:v>43952</c:v>
                </c:pt>
                <c:pt idx="97">
                  <c:v>43955</c:v>
                </c:pt>
                <c:pt idx="98">
                  <c:v>43956</c:v>
                </c:pt>
                <c:pt idx="99">
                  <c:v>43957</c:v>
                </c:pt>
                <c:pt idx="100">
                  <c:v>43958</c:v>
                </c:pt>
                <c:pt idx="101">
                  <c:v>43959</c:v>
                </c:pt>
                <c:pt idx="102">
                  <c:v>43962</c:v>
                </c:pt>
                <c:pt idx="103">
                  <c:v>43963</c:v>
                </c:pt>
                <c:pt idx="104">
                  <c:v>43964</c:v>
                </c:pt>
                <c:pt idx="105">
                  <c:v>43965</c:v>
                </c:pt>
                <c:pt idx="106">
                  <c:v>43966</c:v>
                </c:pt>
                <c:pt idx="107">
                  <c:v>43969</c:v>
                </c:pt>
                <c:pt idx="108">
                  <c:v>43970</c:v>
                </c:pt>
                <c:pt idx="109">
                  <c:v>43971</c:v>
                </c:pt>
                <c:pt idx="110">
                  <c:v>43972</c:v>
                </c:pt>
                <c:pt idx="111">
                  <c:v>43973</c:v>
                </c:pt>
                <c:pt idx="112">
                  <c:v>43977</c:v>
                </c:pt>
                <c:pt idx="113">
                  <c:v>43978</c:v>
                </c:pt>
                <c:pt idx="114">
                  <c:v>43979</c:v>
                </c:pt>
                <c:pt idx="115">
                  <c:v>43980</c:v>
                </c:pt>
                <c:pt idx="116">
                  <c:v>43983</c:v>
                </c:pt>
                <c:pt idx="117">
                  <c:v>43984</c:v>
                </c:pt>
                <c:pt idx="118">
                  <c:v>43985</c:v>
                </c:pt>
                <c:pt idx="119">
                  <c:v>43986</c:v>
                </c:pt>
                <c:pt idx="120">
                  <c:v>43987</c:v>
                </c:pt>
                <c:pt idx="121">
                  <c:v>43990</c:v>
                </c:pt>
                <c:pt idx="122">
                  <c:v>43991</c:v>
                </c:pt>
                <c:pt idx="123">
                  <c:v>43992</c:v>
                </c:pt>
                <c:pt idx="124">
                  <c:v>43993</c:v>
                </c:pt>
                <c:pt idx="125">
                  <c:v>43994</c:v>
                </c:pt>
                <c:pt idx="126">
                  <c:v>43997</c:v>
                </c:pt>
                <c:pt idx="127">
                  <c:v>43998</c:v>
                </c:pt>
                <c:pt idx="128">
                  <c:v>43999</c:v>
                </c:pt>
                <c:pt idx="129">
                  <c:v>44000</c:v>
                </c:pt>
                <c:pt idx="130">
                  <c:v>44001</c:v>
                </c:pt>
                <c:pt idx="131">
                  <c:v>44004</c:v>
                </c:pt>
                <c:pt idx="132">
                  <c:v>44005</c:v>
                </c:pt>
                <c:pt idx="133">
                  <c:v>44006</c:v>
                </c:pt>
                <c:pt idx="134">
                  <c:v>44007</c:v>
                </c:pt>
                <c:pt idx="135">
                  <c:v>44008</c:v>
                </c:pt>
                <c:pt idx="136">
                  <c:v>44011</c:v>
                </c:pt>
                <c:pt idx="137">
                  <c:v>44012</c:v>
                </c:pt>
                <c:pt idx="138">
                  <c:v>44013</c:v>
                </c:pt>
                <c:pt idx="139">
                  <c:v>44014</c:v>
                </c:pt>
                <c:pt idx="140">
                  <c:v>44018</c:v>
                </c:pt>
                <c:pt idx="141">
                  <c:v>44019</c:v>
                </c:pt>
                <c:pt idx="142">
                  <c:v>44020</c:v>
                </c:pt>
                <c:pt idx="143">
                  <c:v>44021</c:v>
                </c:pt>
                <c:pt idx="144">
                  <c:v>44022</c:v>
                </c:pt>
                <c:pt idx="145">
                  <c:v>44025</c:v>
                </c:pt>
                <c:pt idx="146">
                  <c:v>44026</c:v>
                </c:pt>
                <c:pt idx="147">
                  <c:v>44027</c:v>
                </c:pt>
                <c:pt idx="148">
                  <c:v>44028</c:v>
                </c:pt>
                <c:pt idx="149">
                  <c:v>44029</c:v>
                </c:pt>
                <c:pt idx="150">
                  <c:v>44032</c:v>
                </c:pt>
                <c:pt idx="151">
                  <c:v>44033</c:v>
                </c:pt>
                <c:pt idx="152">
                  <c:v>44034</c:v>
                </c:pt>
                <c:pt idx="153">
                  <c:v>44035</c:v>
                </c:pt>
                <c:pt idx="154">
                  <c:v>44036</c:v>
                </c:pt>
                <c:pt idx="155">
                  <c:v>44039</c:v>
                </c:pt>
                <c:pt idx="156">
                  <c:v>44040</c:v>
                </c:pt>
                <c:pt idx="157">
                  <c:v>44041</c:v>
                </c:pt>
                <c:pt idx="158">
                  <c:v>44042</c:v>
                </c:pt>
                <c:pt idx="159">
                  <c:v>44043</c:v>
                </c:pt>
                <c:pt idx="160">
                  <c:v>44046</c:v>
                </c:pt>
                <c:pt idx="161">
                  <c:v>44047</c:v>
                </c:pt>
                <c:pt idx="162">
                  <c:v>44048</c:v>
                </c:pt>
                <c:pt idx="163">
                  <c:v>44049</c:v>
                </c:pt>
                <c:pt idx="164">
                  <c:v>44050</c:v>
                </c:pt>
                <c:pt idx="165">
                  <c:v>44053</c:v>
                </c:pt>
                <c:pt idx="166">
                  <c:v>44054</c:v>
                </c:pt>
                <c:pt idx="167">
                  <c:v>44055</c:v>
                </c:pt>
                <c:pt idx="168">
                  <c:v>44056</c:v>
                </c:pt>
                <c:pt idx="169">
                  <c:v>44057</c:v>
                </c:pt>
                <c:pt idx="170">
                  <c:v>44060</c:v>
                </c:pt>
                <c:pt idx="171">
                  <c:v>44061</c:v>
                </c:pt>
                <c:pt idx="172">
                  <c:v>44062</c:v>
                </c:pt>
                <c:pt idx="173">
                  <c:v>44063</c:v>
                </c:pt>
                <c:pt idx="174">
                  <c:v>44064</c:v>
                </c:pt>
                <c:pt idx="175">
                  <c:v>44067</c:v>
                </c:pt>
                <c:pt idx="176">
                  <c:v>44068</c:v>
                </c:pt>
                <c:pt idx="177">
                  <c:v>44069</c:v>
                </c:pt>
                <c:pt idx="178">
                  <c:v>44070</c:v>
                </c:pt>
                <c:pt idx="179">
                  <c:v>44071</c:v>
                </c:pt>
                <c:pt idx="180">
                  <c:v>44074</c:v>
                </c:pt>
                <c:pt idx="181">
                  <c:v>44075</c:v>
                </c:pt>
                <c:pt idx="182">
                  <c:v>44076</c:v>
                </c:pt>
                <c:pt idx="183">
                  <c:v>44077</c:v>
                </c:pt>
                <c:pt idx="184">
                  <c:v>44078</c:v>
                </c:pt>
                <c:pt idx="185">
                  <c:v>44082</c:v>
                </c:pt>
                <c:pt idx="186">
                  <c:v>44083</c:v>
                </c:pt>
                <c:pt idx="187">
                  <c:v>44084</c:v>
                </c:pt>
                <c:pt idx="188">
                  <c:v>44085</c:v>
                </c:pt>
                <c:pt idx="189">
                  <c:v>44088</c:v>
                </c:pt>
                <c:pt idx="190">
                  <c:v>44089</c:v>
                </c:pt>
                <c:pt idx="191">
                  <c:v>44090</c:v>
                </c:pt>
                <c:pt idx="192">
                  <c:v>44091</c:v>
                </c:pt>
                <c:pt idx="193">
                  <c:v>44092</c:v>
                </c:pt>
                <c:pt idx="194">
                  <c:v>44095</c:v>
                </c:pt>
                <c:pt idx="195">
                  <c:v>44096</c:v>
                </c:pt>
                <c:pt idx="196">
                  <c:v>44097</c:v>
                </c:pt>
                <c:pt idx="197">
                  <c:v>44098</c:v>
                </c:pt>
                <c:pt idx="198">
                  <c:v>44099</c:v>
                </c:pt>
                <c:pt idx="199">
                  <c:v>44102</c:v>
                </c:pt>
                <c:pt idx="200">
                  <c:v>44103</c:v>
                </c:pt>
                <c:pt idx="201">
                  <c:v>44104</c:v>
                </c:pt>
                <c:pt idx="202">
                  <c:v>44105</c:v>
                </c:pt>
                <c:pt idx="203">
                  <c:v>44106</c:v>
                </c:pt>
                <c:pt idx="204">
                  <c:v>44109</c:v>
                </c:pt>
                <c:pt idx="205">
                  <c:v>44110</c:v>
                </c:pt>
                <c:pt idx="206">
                  <c:v>44111</c:v>
                </c:pt>
                <c:pt idx="207">
                  <c:v>44112</c:v>
                </c:pt>
                <c:pt idx="208">
                  <c:v>44113</c:v>
                </c:pt>
                <c:pt idx="209">
                  <c:v>44116</c:v>
                </c:pt>
                <c:pt idx="210">
                  <c:v>44117</c:v>
                </c:pt>
                <c:pt idx="211">
                  <c:v>44118</c:v>
                </c:pt>
                <c:pt idx="212">
                  <c:v>44119</c:v>
                </c:pt>
                <c:pt idx="213">
                  <c:v>44120</c:v>
                </c:pt>
                <c:pt idx="214">
                  <c:v>44123</c:v>
                </c:pt>
                <c:pt idx="215">
                  <c:v>44124</c:v>
                </c:pt>
                <c:pt idx="216">
                  <c:v>44125</c:v>
                </c:pt>
                <c:pt idx="217">
                  <c:v>44126</c:v>
                </c:pt>
                <c:pt idx="218">
                  <c:v>44127</c:v>
                </c:pt>
                <c:pt idx="219">
                  <c:v>44130</c:v>
                </c:pt>
                <c:pt idx="220">
                  <c:v>44131</c:v>
                </c:pt>
                <c:pt idx="221">
                  <c:v>44132</c:v>
                </c:pt>
                <c:pt idx="222">
                  <c:v>44133</c:v>
                </c:pt>
                <c:pt idx="223">
                  <c:v>44134</c:v>
                </c:pt>
                <c:pt idx="224">
                  <c:v>44137</c:v>
                </c:pt>
                <c:pt idx="225">
                  <c:v>44138</c:v>
                </c:pt>
                <c:pt idx="226">
                  <c:v>44139</c:v>
                </c:pt>
                <c:pt idx="227">
                  <c:v>44140</c:v>
                </c:pt>
                <c:pt idx="228">
                  <c:v>44141</c:v>
                </c:pt>
                <c:pt idx="229">
                  <c:v>44144</c:v>
                </c:pt>
                <c:pt idx="230">
                  <c:v>44145</c:v>
                </c:pt>
                <c:pt idx="231">
                  <c:v>44146</c:v>
                </c:pt>
                <c:pt idx="232">
                  <c:v>44147</c:v>
                </c:pt>
                <c:pt idx="233">
                  <c:v>44148</c:v>
                </c:pt>
                <c:pt idx="234">
                  <c:v>44151</c:v>
                </c:pt>
                <c:pt idx="235">
                  <c:v>44152</c:v>
                </c:pt>
                <c:pt idx="236">
                  <c:v>44153</c:v>
                </c:pt>
                <c:pt idx="237">
                  <c:v>44154</c:v>
                </c:pt>
                <c:pt idx="238">
                  <c:v>44155</c:v>
                </c:pt>
                <c:pt idx="239">
                  <c:v>44158</c:v>
                </c:pt>
                <c:pt idx="240">
                  <c:v>44159</c:v>
                </c:pt>
                <c:pt idx="241">
                  <c:v>44160</c:v>
                </c:pt>
                <c:pt idx="242">
                  <c:v>44162</c:v>
                </c:pt>
                <c:pt idx="243">
                  <c:v>44165</c:v>
                </c:pt>
                <c:pt idx="244">
                  <c:v>44166</c:v>
                </c:pt>
                <c:pt idx="245">
                  <c:v>44167</c:v>
                </c:pt>
                <c:pt idx="246">
                  <c:v>44168</c:v>
                </c:pt>
                <c:pt idx="247">
                  <c:v>44169</c:v>
                </c:pt>
                <c:pt idx="248">
                  <c:v>44172</c:v>
                </c:pt>
                <c:pt idx="249">
                  <c:v>44173</c:v>
                </c:pt>
                <c:pt idx="250">
                  <c:v>44174</c:v>
                </c:pt>
                <c:pt idx="251">
                  <c:v>44175</c:v>
                </c:pt>
                <c:pt idx="252">
                  <c:v>44176</c:v>
                </c:pt>
                <c:pt idx="253">
                  <c:v>44179</c:v>
                </c:pt>
                <c:pt idx="254">
                  <c:v>44180</c:v>
                </c:pt>
                <c:pt idx="255">
                  <c:v>44181</c:v>
                </c:pt>
                <c:pt idx="256">
                  <c:v>44182</c:v>
                </c:pt>
                <c:pt idx="257">
                  <c:v>44183</c:v>
                </c:pt>
                <c:pt idx="258">
                  <c:v>44186</c:v>
                </c:pt>
                <c:pt idx="259">
                  <c:v>44187</c:v>
                </c:pt>
                <c:pt idx="260">
                  <c:v>44188</c:v>
                </c:pt>
                <c:pt idx="261">
                  <c:v>44189</c:v>
                </c:pt>
                <c:pt idx="262">
                  <c:v>44193</c:v>
                </c:pt>
                <c:pt idx="263">
                  <c:v>44194</c:v>
                </c:pt>
                <c:pt idx="264">
                  <c:v>44195</c:v>
                </c:pt>
                <c:pt idx="265">
                  <c:v>44196</c:v>
                </c:pt>
                <c:pt idx="266">
                  <c:v>44200</c:v>
                </c:pt>
                <c:pt idx="267">
                  <c:v>44201</c:v>
                </c:pt>
                <c:pt idx="268">
                  <c:v>44202</c:v>
                </c:pt>
                <c:pt idx="269">
                  <c:v>44203</c:v>
                </c:pt>
                <c:pt idx="270">
                  <c:v>44204</c:v>
                </c:pt>
                <c:pt idx="271">
                  <c:v>44207</c:v>
                </c:pt>
                <c:pt idx="272">
                  <c:v>44208</c:v>
                </c:pt>
                <c:pt idx="273">
                  <c:v>44209</c:v>
                </c:pt>
                <c:pt idx="274">
                  <c:v>44210</c:v>
                </c:pt>
                <c:pt idx="275">
                  <c:v>44211</c:v>
                </c:pt>
                <c:pt idx="276">
                  <c:v>44215</c:v>
                </c:pt>
                <c:pt idx="277">
                  <c:v>44216</c:v>
                </c:pt>
                <c:pt idx="278">
                  <c:v>44217</c:v>
                </c:pt>
                <c:pt idx="279">
                  <c:v>44218</c:v>
                </c:pt>
                <c:pt idx="280">
                  <c:v>44221</c:v>
                </c:pt>
                <c:pt idx="281">
                  <c:v>44222</c:v>
                </c:pt>
                <c:pt idx="282">
                  <c:v>44223</c:v>
                </c:pt>
                <c:pt idx="283">
                  <c:v>44224</c:v>
                </c:pt>
                <c:pt idx="284">
                  <c:v>44225</c:v>
                </c:pt>
                <c:pt idx="285">
                  <c:v>44228</c:v>
                </c:pt>
                <c:pt idx="286">
                  <c:v>44229</c:v>
                </c:pt>
                <c:pt idx="287">
                  <c:v>44230</c:v>
                </c:pt>
                <c:pt idx="288">
                  <c:v>44231</c:v>
                </c:pt>
                <c:pt idx="289">
                  <c:v>44232</c:v>
                </c:pt>
                <c:pt idx="290">
                  <c:v>44235</c:v>
                </c:pt>
                <c:pt idx="291">
                  <c:v>44236</c:v>
                </c:pt>
                <c:pt idx="292">
                  <c:v>44237</c:v>
                </c:pt>
                <c:pt idx="293">
                  <c:v>44238</c:v>
                </c:pt>
                <c:pt idx="294">
                  <c:v>44239</c:v>
                </c:pt>
                <c:pt idx="295">
                  <c:v>44243</c:v>
                </c:pt>
                <c:pt idx="296">
                  <c:v>44244</c:v>
                </c:pt>
                <c:pt idx="297">
                  <c:v>44245</c:v>
                </c:pt>
                <c:pt idx="298">
                  <c:v>44246</c:v>
                </c:pt>
                <c:pt idx="299">
                  <c:v>44249</c:v>
                </c:pt>
                <c:pt idx="300">
                  <c:v>44250</c:v>
                </c:pt>
                <c:pt idx="301">
                  <c:v>44251</c:v>
                </c:pt>
                <c:pt idx="302">
                  <c:v>44252</c:v>
                </c:pt>
                <c:pt idx="303">
                  <c:v>44253</c:v>
                </c:pt>
                <c:pt idx="304">
                  <c:v>44256</c:v>
                </c:pt>
                <c:pt idx="305">
                  <c:v>44257</c:v>
                </c:pt>
                <c:pt idx="306">
                  <c:v>44258</c:v>
                </c:pt>
                <c:pt idx="307">
                  <c:v>44259</c:v>
                </c:pt>
                <c:pt idx="308">
                  <c:v>44260</c:v>
                </c:pt>
                <c:pt idx="309">
                  <c:v>44263</c:v>
                </c:pt>
                <c:pt idx="310">
                  <c:v>44264</c:v>
                </c:pt>
                <c:pt idx="311">
                  <c:v>44265</c:v>
                </c:pt>
                <c:pt idx="312">
                  <c:v>44266</c:v>
                </c:pt>
                <c:pt idx="313">
                  <c:v>44267</c:v>
                </c:pt>
                <c:pt idx="314">
                  <c:v>44270</c:v>
                </c:pt>
                <c:pt idx="315">
                  <c:v>44271</c:v>
                </c:pt>
                <c:pt idx="316">
                  <c:v>44272</c:v>
                </c:pt>
                <c:pt idx="317">
                  <c:v>44273</c:v>
                </c:pt>
                <c:pt idx="318">
                  <c:v>44274</c:v>
                </c:pt>
                <c:pt idx="319">
                  <c:v>44277</c:v>
                </c:pt>
                <c:pt idx="320">
                  <c:v>44278</c:v>
                </c:pt>
                <c:pt idx="321">
                  <c:v>44279</c:v>
                </c:pt>
                <c:pt idx="322">
                  <c:v>44280</c:v>
                </c:pt>
                <c:pt idx="323">
                  <c:v>44281</c:v>
                </c:pt>
                <c:pt idx="324">
                  <c:v>44284</c:v>
                </c:pt>
                <c:pt idx="325">
                  <c:v>44285</c:v>
                </c:pt>
                <c:pt idx="326">
                  <c:v>44286</c:v>
                </c:pt>
                <c:pt idx="327">
                  <c:v>44287</c:v>
                </c:pt>
                <c:pt idx="328">
                  <c:v>44291</c:v>
                </c:pt>
                <c:pt idx="329">
                  <c:v>44292</c:v>
                </c:pt>
                <c:pt idx="330">
                  <c:v>44293</c:v>
                </c:pt>
                <c:pt idx="331">
                  <c:v>44294</c:v>
                </c:pt>
                <c:pt idx="332">
                  <c:v>44295</c:v>
                </c:pt>
                <c:pt idx="333">
                  <c:v>44298</c:v>
                </c:pt>
                <c:pt idx="334">
                  <c:v>44299</c:v>
                </c:pt>
                <c:pt idx="335">
                  <c:v>44300</c:v>
                </c:pt>
                <c:pt idx="336">
                  <c:v>44301</c:v>
                </c:pt>
                <c:pt idx="337">
                  <c:v>44302</c:v>
                </c:pt>
                <c:pt idx="338">
                  <c:v>44305</c:v>
                </c:pt>
                <c:pt idx="339">
                  <c:v>44306</c:v>
                </c:pt>
                <c:pt idx="340">
                  <c:v>44307</c:v>
                </c:pt>
                <c:pt idx="341">
                  <c:v>44308</c:v>
                </c:pt>
                <c:pt idx="342">
                  <c:v>44309</c:v>
                </c:pt>
                <c:pt idx="343">
                  <c:v>44312</c:v>
                </c:pt>
                <c:pt idx="344">
                  <c:v>44313</c:v>
                </c:pt>
                <c:pt idx="345">
                  <c:v>44314</c:v>
                </c:pt>
                <c:pt idx="346">
                  <c:v>44315</c:v>
                </c:pt>
                <c:pt idx="347">
                  <c:v>44316</c:v>
                </c:pt>
                <c:pt idx="348">
                  <c:v>44319</c:v>
                </c:pt>
                <c:pt idx="349">
                  <c:v>44320</c:v>
                </c:pt>
                <c:pt idx="350">
                  <c:v>44321</c:v>
                </c:pt>
                <c:pt idx="351">
                  <c:v>44322</c:v>
                </c:pt>
                <c:pt idx="352">
                  <c:v>44323</c:v>
                </c:pt>
                <c:pt idx="353">
                  <c:v>44326</c:v>
                </c:pt>
                <c:pt idx="354">
                  <c:v>44327</c:v>
                </c:pt>
                <c:pt idx="355">
                  <c:v>44328</c:v>
                </c:pt>
                <c:pt idx="356">
                  <c:v>44329</c:v>
                </c:pt>
                <c:pt idx="357">
                  <c:v>44330</c:v>
                </c:pt>
                <c:pt idx="358">
                  <c:v>44333</c:v>
                </c:pt>
                <c:pt idx="359">
                  <c:v>44334</c:v>
                </c:pt>
                <c:pt idx="360">
                  <c:v>44335</c:v>
                </c:pt>
                <c:pt idx="361">
                  <c:v>44336</c:v>
                </c:pt>
                <c:pt idx="362">
                  <c:v>44337</c:v>
                </c:pt>
                <c:pt idx="363">
                  <c:v>44340</c:v>
                </c:pt>
                <c:pt idx="364">
                  <c:v>44341</c:v>
                </c:pt>
                <c:pt idx="365">
                  <c:v>44342</c:v>
                </c:pt>
                <c:pt idx="366">
                  <c:v>44343</c:v>
                </c:pt>
                <c:pt idx="367">
                  <c:v>44344</c:v>
                </c:pt>
                <c:pt idx="368">
                  <c:v>44348</c:v>
                </c:pt>
                <c:pt idx="369">
                  <c:v>44349</c:v>
                </c:pt>
                <c:pt idx="370">
                  <c:v>44350</c:v>
                </c:pt>
                <c:pt idx="371">
                  <c:v>44351</c:v>
                </c:pt>
                <c:pt idx="372">
                  <c:v>44354</c:v>
                </c:pt>
                <c:pt idx="373">
                  <c:v>44355</c:v>
                </c:pt>
                <c:pt idx="374">
                  <c:v>44356</c:v>
                </c:pt>
                <c:pt idx="375">
                  <c:v>44357</c:v>
                </c:pt>
                <c:pt idx="376">
                  <c:v>44358</c:v>
                </c:pt>
                <c:pt idx="377">
                  <c:v>44361</c:v>
                </c:pt>
                <c:pt idx="378">
                  <c:v>44362</c:v>
                </c:pt>
                <c:pt idx="379">
                  <c:v>44363</c:v>
                </c:pt>
                <c:pt idx="380">
                  <c:v>44364</c:v>
                </c:pt>
                <c:pt idx="381">
                  <c:v>44365</c:v>
                </c:pt>
                <c:pt idx="382">
                  <c:v>44368</c:v>
                </c:pt>
                <c:pt idx="383">
                  <c:v>44369</c:v>
                </c:pt>
                <c:pt idx="384">
                  <c:v>44370</c:v>
                </c:pt>
                <c:pt idx="385">
                  <c:v>44371</c:v>
                </c:pt>
                <c:pt idx="386">
                  <c:v>44372</c:v>
                </c:pt>
                <c:pt idx="387">
                  <c:v>44375</c:v>
                </c:pt>
                <c:pt idx="388">
                  <c:v>44376</c:v>
                </c:pt>
                <c:pt idx="389">
                  <c:v>44377</c:v>
                </c:pt>
                <c:pt idx="390">
                  <c:v>44378</c:v>
                </c:pt>
                <c:pt idx="391">
                  <c:v>44379</c:v>
                </c:pt>
                <c:pt idx="392">
                  <c:v>44383</c:v>
                </c:pt>
                <c:pt idx="393">
                  <c:v>44384</c:v>
                </c:pt>
                <c:pt idx="394">
                  <c:v>44385</c:v>
                </c:pt>
                <c:pt idx="395">
                  <c:v>44386</c:v>
                </c:pt>
                <c:pt idx="396">
                  <c:v>44389</c:v>
                </c:pt>
                <c:pt idx="397">
                  <c:v>44390</c:v>
                </c:pt>
                <c:pt idx="398">
                  <c:v>44391</c:v>
                </c:pt>
                <c:pt idx="399">
                  <c:v>44392</c:v>
                </c:pt>
                <c:pt idx="400">
                  <c:v>44393</c:v>
                </c:pt>
                <c:pt idx="401">
                  <c:v>44396</c:v>
                </c:pt>
                <c:pt idx="402">
                  <c:v>44397</c:v>
                </c:pt>
                <c:pt idx="403">
                  <c:v>44398</c:v>
                </c:pt>
                <c:pt idx="404">
                  <c:v>44399</c:v>
                </c:pt>
                <c:pt idx="405">
                  <c:v>44400</c:v>
                </c:pt>
                <c:pt idx="406">
                  <c:v>44403</c:v>
                </c:pt>
                <c:pt idx="407">
                  <c:v>44404</c:v>
                </c:pt>
                <c:pt idx="408">
                  <c:v>44405</c:v>
                </c:pt>
                <c:pt idx="409">
                  <c:v>44406</c:v>
                </c:pt>
                <c:pt idx="410">
                  <c:v>44407</c:v>
                </c:pt>
                <c:pt idx="411">
                  <c:v>44410</c:v>
                </c:pt>
                <c:pt idx="412">
                  <c:v>44411</c:v>
                </c:pt>
                <c:pt idx="413">
                  <c:v>44412</c:v>
                </c:pt>
                <c:pt idx="414">
                  <c:v>44413</c:v>
                </c:pt>
                <c:pt idx="415">
                  <c:v>44414</c:v>
                </c:pt>
                <c:pt idx="416">
                  <c:v>44417</c:v>
                </c:pt>
                <c:pt idx="417">
                  <c:v>44418</c:v>
                </c:pt>
                <c:pt idx="418">
                  <c:v>44419</c:v>
                </c:pt>
                <c:pt idx="419">
                  <c:v>44420</c:v>
                </c:pt>
                <c:pt idx="420">
                  <c:v>44421</c:v>
                </c:pt>
                <c:pt idx="421">
                  <c:v>44424</c:v>
                </c:pt>
                <c:pt idx="422">
                  <c:v>44425</c:v>
                </c:pt>
                <c:pt idx="423">
                  <c:v>44426</c:v>
                </c:pt>
                <c:pt idx="424">
                  <c:v>44427</c:v>
                </c:pt>
                <c:pt idx="425">
                  <c:v>44428</c:v>
                </c:pt>
                <c:pt idx="426">
                  <c:v>44431</c:v>
                </c:pt>
                <c:pt idx="427">
                  <c:v>44432</c:v>
                </c:pt>
                <c:pt idx="428">
                  <c:v>44433</c:v>
                </c:pt>
                <c:pt idx="429">
                  <c:v>44434</c:v>
                </c:pt>
                <c:pt idx="430">
                  <c:v>44435</c:v>
                </c:pt>
                <c:pt idx="431">
                  <c:v>44438</c:v>
                </c:pt>
                <c:pt idx="432">
                  <c:v>44439</c:v>
                </c:pt>
                <c:pt idx="433">
                  <c:v>44440</c:v>
                </c:pt>
                <c:pt idx="434">
                  <c:v>44441</c:v>
                </c:pt>
                <c:pt idx="435">
                  <c:v>44442</c:v>
                </c:pt>
                <c:pt idx="436">
                  <c:v>44446</c:v>
                </c:pt>
                <c:pt idx="437">
                  <c:v>44447</c:v>
                </c:pt>
                <c:pt idx="438">
                  <c:v>44448</c:v>
                </c:pt>
                <c:pt idx="439">
                  <c:v>44449</c:v>
                </c:pt>
                <c:pt idx="440">
                  <c:v>44452</c:v>
                </c:pt>
                <c:pt idx="441">
                  <c:v>44453</c:v>
                </c:pt>
                <c:pt idx="442">
                  <c:v>44454</c:v>
                </c:pt>
                <c:pt idx="443">
                  <c:v>44455</c:v>
                </c:pt>
                <c:pt idx="444">
                  <c:v>44456</c:v>
                </c:pt>
                <c:pt idx="445">
                  <c:v>44459</c:v>
                </c:pt>
                <c:pt idx="446">
                  <c:v>44460</c:v>
                </c:pt>
                <c:pt idx="447">
                  <c:v>44461</c:v>
                </c:pt>
                <c:pt idx="448">
                  <c:v>44462</c:v>
                </c:pt>
                <c:pt idx="449">
                  <c:v>44463</c:v>
                </c:pt>
                <c:pt idx="450">
                  <c:v>44466</c:v>
                </c:pt>
                <c:pt idx="451">
                  <c:v>44467</c:v>
                </c:pt>
                <c:pt idx="452">
                  <c:v>44468</c:v>
                </c:pt>
                <c:pt idx="453">
                  <c:v>44469</c:v>
                </c:pt>
                <c:pt idx="454">
                  <c:v>44470</c:v>
                </c:pt>
                <c:pt idx="455">
                  <c:v>44473</c:v>
                </c:pt>
                <c:pt idx="456">
                  <c:v>44474</c:v>
                </c:pt>
                <c:pt idx="457">
                  <c:v>44475</c:v>
                </c:pt>
                <c:pt idx="458">
                  <c:v>44476</c:v>
                </c:pt>
                <c:pt idx="459">
                  <c:v>44477</c:v>
                </c:pt>
                <c:pt idx="460">
                  <c:v>44480</c:v>
                </c:pt>
                <c:pt idx="461">
                  <c:v>44481</c:v>
                </c:pt>
                <c:pt idx="462">
                  <c:v>44482</c:v>
                </c:pt>
                <c:pt idx="463">
                  <c:v>44483</c:v>
                </c:pt>
                <c:pt idx="464">
                  <c:v>44484</c:v>
                </c:pt>
                <c:pt idx="465">
                  <c:v>44487</c:v>
                </c:pt>
                <c:pt idx="466">
                  <c:v>44488</c:v>
                </c:pt>
                <c:pt idx="467">
                  <c:v>44489</c:v>
                </c:pt>
                <c:pt idx="468">
                  <c:v>44490</c:v>
                </c:pt>
                <c:pt idx="469">
                  <c:v>44491</c:v>
                </c:pt>
                <c:pt idx="470">
                  <c:v>44494</c:v>
                </c:pt>
                <c:pt idx="471">
                  <c:v>44495</c:v>
                </c:pt>
                <c:pt idx="472">
                  <c:v>44496</c:v>
                </c:pt>
                <c:pt idx="473">
                  <c:v>44497</c:v>
                </c:pt>
                <c:pt idx="474">
                  <c:v>44498</c:v>
                </c:pt>
                <c:pt idx="475">
                  <c:v>44501</c:v>
                </c:pt>
                <c:pt idx="476">
                  <c:v>44502</c:v>
                </c:pt>
                <c:pt idx="477">
                  <c:v>44503</c:v>
                </c:pt>
                <c:pt idx="478">
                  <c:v>44504</c:v>
                </c:pt>
                <c:pt idx="479">
                  <c:v>44505</c:v>
                </c:pt>
                <c:pt idx="480">
                  <c:v>44508</c:v>
                </c:pt>
                <c:pt idx="481">
                  <c:v>44509</c:v>
                </c:pt>
                <c:pt idx="482">
                  <c:v>44510</c:v>
                </c:pt>
                <c:pt idx="483">
                  <c:v>44511</c:v>
                </c:pt>
                <c:pt idx="484">
                  <c:v>44512</c:v>
                </c:pt>
                <c:pt idx="485">
                  <c:v>44515</c:v>
                </c:pt>
                <c:pt idx="486">
                  <c:v>44516</c:v>
                </c:pt>
                <c:pt idx="487">
                  <c:v>44517</c:v>
                </c:pt>
                <c:pt idx="488">
                  <c:v>44518</c:v>
                </c:pt>
                <c:pt idx="489">
                  <c:v>44519</c:v>
                </c:pt>
                <c:pt idx="490">
                  <c:v>44522</c:v>
                </c:pt>
                <c:pt idx="491">
                  <c:v>44523</c:v>
                </c:pt>
                <c:pt idx="492">
                  <c:v>44524</c:v>
                </c:pt>
                <c:pt idx="493">
                  <c:v>44526</c:v>
                </c:pt>
                <c:pt idx="494">
                  <c:v>44529</c:v>
                </c:pt>
                <c:pt idx="495">
                  <c:v>44530</c:v>
                </c:pt>
                <c:pt idx="496">
                  <c:v>44531</c:v>
                </c:pt>
                <c:pt idx="497">
                  <c:v>44532</c:v>
                </c:pt>
                <c:pt idx="498">
                  <c:v>44533</c:v>
                </c:pt>
                <c:pt idx="499">
                  <c:v>44536</c:v>
                </c:pt>
                <c:pt idx="500">
                  <c:v>44537</c:v>
                </c:pt>
                <c:pt idx="501">
                  <c:v>44538</c:v>
                </c:pt>
                <c:pt idx="502">
                  <c:v>44539</c:v>
                </c:pt>
                <c:pt idx="503">
                  <c:v>44540</c:v>
                </c:pt>
                <c:pt idx="504">
                  <c:v>44543</c:v>
                </c:pt>
                <c:pt idx="505">
                  <c:v>44544</c:v>
                </c:pt>
                <c:pt idx="506">
                  <c:v>44545</c:v>
                </c:pt>
                <c:pt idx="507">
                  <c:v>44546</c:v>
                </c:pt>
                <c:pt idx="508">
                  <c:v>44547</c:v>
                </c:pt>
                <c:pt idx="509">
                  <c:v>44550</c:v>
                </c:pt>
                <c:pt idx="510">
                  <c:v>44551</c:v>
                </c:pt>
                <c:pt idx="511">
                  <c:v>44552</c:v>
                </c:pt>
                <c:pt idx="512">
                  <c:v>44553</c:v>
                </c:pt>
                <c:pt idx="513">
                  <c:v>44557</c:v>
                </c:pt>
                <c:pt idx="514">
                  <c:v>44558</c:v>
                </c:pt>
                <c:pt idx="515">
                  <c:v>44559</c:v>
                </c:pt>
                <c:pt idx="516">
                  <c:v>44560</c:v>
                </c:pt>
                <c:pt idx="517">
                  <c:v>44561</c:v>
                </c:pt>
                <c:pt idx="518">
                  <c:v>44564</c:v>
                </c:pt>
                <c:pt idx="519">
                  <c:v>44565</c:v>
                </c:pt>
                <c:pt idx="520">
                  <c:v>44566</c:v>
                </c:pt>
                <c:pt idx="521">
                  <c:v>44567</c:v>
                </c:pt>
                <c:pt idx="522">
                  <c:v>44568</c:v>
                </c:pt>
                <c:pt idx="523">
                  <c:v>44571</c:v>
                </c:pt>
                <c:pt idx="524">
                  <c:v>44572</c:v>
                </c:pt>
                <c:pt idx="525">
                  <c:v>44573</c:v>
                </c:pt>
                <c:pt idx="526">
                  <c:v>44574</c:v>
                </c:pt>
                <c:pt idx="527">
                  <c:v>44575</c:v>
                </c:pt>
                <c:pt idx="528">
                  <c:v>44579</c:v>
                </c:pt>
                <c:pt idx="529">
                  <c:v>44580</c:v>
                </c:pt>
                <c:pt idx="530">
                  <c:v>44581</c:v>
                </c:pt>
                <c:pt idx="531">
                  <c:v>44582</c:v>
                </c:pt>
                <c:pt idx="532">
                  <c:v>44585</c:v>
                </c:pt>
                <c:pt idx="533">
                  <c:v>44586</c:v>
                </c:pt>
                <c:pt idx="534">
                  <c:v>44587</c:v>
                </c:pt>
                <c:pt idx="535">
                  <c:v>44588</c:v>
                </c:pt>
                <c:pt idx="536">
                  <c:v>44589</c:v>
                </c:pt>
                <c:pt idx="537">
                  <c:v>44592</c:v>
                </c:pt>
                <c:pt idx="538">
                  <c:v>44593</c:v>
                </c:pt>
                <c:pt idx="539">
                  <c:v>44594</c:v>
                </c:pt>
                <c:pt idx="540">
                  <c:v>44595</c:v>
                </c:pt>
                <c:pt idx="541">
                  <c:v>44596</c:v>
                </c:pt>
                <c:pt idx="542">
                  <c:v>44599</c:v>
                </c:pt>
                <c:pt idx="543">
                  <c:v>44600</c:v>
                </c:pt>
                <c:pt idx="544">
                  <c:v>44601</c:v>
                </c:pt>
                <c:pt idx="545">
                  <c:v>44602</c:v>
                </c:pt>
                <c:pt idx="546">
                  <c:v>44603</c:v>
                </c:pt>
                <c:pt idx="547">
                  <c:v>44606</c:v>
                </c:pt>
                <c:pt idx="548">
                  <c:v>44607</c:v>
                </c:pt>
                <c:pt idx="549">
                  <c:v>44608</c:v>
                </c:pt>
                <c:pt idx="550">
                  <c:v>44609</c:v>
                </c:pt>
                <c:pt idx="551">
                  <c:v>44610</c:v>
                </c:pt>
                <c:pt idx="552">
                  <c:v>44614</c:v>
                </c:pt>
                <c:pt idx="553">
                  <c:v>44615</c:v>
                </c:pt>
                <c:pt idx="554">
                  <c:v>44616</c:v>
                </c:pt>
                <c:pt idx="555">
                  <c:v>44617</c:v>
                </c:pt>
                <c:pt idx="556">
                  <c:v>44620</c:v>
                </c:pt>
                <c:pt idx="557">
                  <c:v>44621</c:v>
                </c:pt>
                <c:pt idx="558">
                  <c:v>44622</c:v>
                </c:pt>
                <c:pt idx="559">
                  <c:v>44623</c:v>
                </c:pt>
                <c:pt idx="560">
                  <c:v>44624</c:v>
                </c:pt>
                <c:pt idx="561">
                  <c:v>44627</c:v>
                </c:pt>
                <c:pt idx="562">
                  <c:v>44628</c:v>
                </c:pt>
                <c:pt idx="563">
                  <c:v>44629</c:v>
                </c:pt>
                <c:pt idx="564">
                  <c:v>44630</c:v>
                </c:pt>
                <c:pt idx="565">
                  <c:v>44631</c:v>
                </c:pt>
                <c:pt idx="566">
                  <c:v>44634</c:v>
                </c:pt>
                <c:pt idx="567">
                  <c:v>44635</c:v>
                </c:pt>
                <c:pt idx="568">
                  <c:v>44636</c:v>
                </c:pt>
                <c:pt idx="569">
                  <c:v>44637</c:v>
                </c:pt>
                <c:pt idx="570">
                  <c:v>44638</c:v>
                </c:pt>
                <c:pt idx="571">
                  <c:v>44641</c:v>
                </c:pt>
                <c:pt idx="572">
                  <c:v>44642</c:v>
                </c:pt>
                <c:pt idx="573">
                  <c:v>44643</c:v>
                </c:pt>
                <c:pt idx="574">
                  <c:v>44644</c:v>
                </c:pt>
                <c:pt idx="575">
                  <c:v>44645</c:v>
                </c:pt>
                <c:pt idx="576">
                  <c:v>44648</c:v>
                </c:pt>
                <c:pt idx="577">
                  <c:v>44649</c:v>
                </c:pt>
                <c:pt idx="578">
                  <c:v>44650</c:v>
                </c:pt>
                <c:pt idx="579">
                  <c:v>44651</c:v>
                </c:pt>
                <c:pt idx="580">
                  <c:v>44652</c:v>
                </c:pt>
                <c:pt idx="581">
                  <c:v>44655</c:v>
                </c:pt>
                <c:pt idx="582">
                  <c:v>44656</c:v>
                </c:pt>
                <c:pt idx="583">
                  <c:v>44657</c:v>
                </c:pt>
                <c:pt idx="584">
                  <c:v>44658</c:v>
                </c:pt>
                <c:pt idx="585">
                  <c:v>44659</c:v>
                </c:pt>
                <c:pt idx="586">
                  <c:v>44662</c:v>
                </c:pt>
                <c:pt idx="587">
                  <c:v>44663</c:v>
                </c:pt>
                <c:pt idx="588">
                  <c:v>44664</c:v>
                </c:pt>
                <c:pt idx="589">
                  <c:v>44665</c:v>
                </c:pt>
                <c:pt idx="590">
                  <c:v>44669</c:v>
                </c:pt>
                <c:pt idx="591">
                  <c:v>44670</c:v>
                </c:pt>
                <c:pt idx="592">
                  <c:v>44671</c:v>
                </c:pt>
                <c:pt idx="593">
                  <c:v>44672</c:v>
                </c:pt>
                <c:pt idx="594">
                  <c:v>44673</c:v>
                </c:pt>
                <c:pt idx="595">
                  <c:v>44676</c:v>
                </c:pt>
                <c:pt idx="596">
                  <c:v>44677</c:v>
                </c:pt>
                <c:pt idx="597">
                  <c:v>44678</c:v>
                </c:pt>
                <c:pt idx="598">
                  <c:v>44679</c:v>
                </c:pt>
                <c:pt idx="599">
                  <c:v>44680</c:v>
                </c:pt>
                <c:pt idx="600">
                  <c:v>44683</c:v>
                </c:pt>
                <c:pt idx="601">
                  <c:v>44684</c:v>
                </c:pt>
                <c:pt idx="602">
                  <c:v>44685</c:v>
                </c:pt>
                <c:pt idx="603">
                  <c:v>44686</c:v>
                </c:pt>
                <c:pt idx="604">
                  <c:v>44687</c:v>
                </c:pt>
                <c:pt idx="605">
                  <c:v>44690</c:v>
                </c:pt>
                <c:pt idx="606">
                  <c:v>44691</c:v>
                </c:pt>
                <c:pt idx="607">
                  <c:v>44692</c:v>
                </c:pt>
                <c:pt idx="608">
                  <c:v>44693</c:v>
                </c:pt>
                <c:pt idx="609">
                  <c:v>44694</c:v>
                </c:pt>
                <c:pt idx="610">
                  <c:v>44697</c:v>
                </c:pt>
                <c:pt idx="611">
                  <c:v>44698</c:v>
                </c:pt>
                <c:pt idx="612">
                  <c:v>44699</c:v>
                </c:pt>
                <c:pt idx="613">
                  <c:v>44700</c:v>
                </c:pt>
                <c:pt idx="614">
                  <c:v>44701</c:v>
                </c:pt>
                <c:pt idx="615">
                  <c:v>44704</c:v>
                </c:pt>
                <c:pt idx="616">
                  <c:v>44705</c:v>
                </c:pt>
                <c:pt idx="617">
                  <c:v>44706</c:v>
                </c:pt>
                <c:pt idx="618">
                  <c:v>44707</c:v>
                </c:pt>
                <c:pt idx="619">
                  <c:v>44708</c:v>
                </c:pt>
                <c:pt idx="620">
                  <c:v>44712</c:v>
                </c:pt>
                <c:pt idx="621">
                  <c:v>44713</c:v>
                </c:pt>
                <c:pt idx="622">
                  <c:v>44714</c:v>
                </c:pt>
                <c:pt idx="623">
                  <c:v>44715</c:v>
                </c:pt>
                <c:pt idx="624">
                  <c:v>44718</c:v>
                </c:pt>
                <c:pt idx="625">
                  <c:v>44719</c:v>
                </c:pt>
                <c:pt idx="626">
                  <c:v>44720</c:v>
                </c:pt>
                <c:pt idx="627">
                  <c:v>44721</c:v>
                </c:pt>
                <c:pt idx="628">
                  <c:v>44722</c:v>
                </c:pt>
                <c:pt idx="629">
                  <c:v>44725</c:v>
                </c:pt>
                <c:pt idx="630">
                  <c:v>44726</c:v>
                </c:pt>
                <c:pt idx="631">
                  <c:v>44727</c:v>
                </c:pt>
                <c:pt idx="632">
                  <c:v>44728</c:v>
                </c:pt>
                <c:pt idx="633">
                  <c:v>44729</c:v>
                </c:pt>
                <c:pt idx="634">
                  <c:v>44733</c:v>
                </c:pt>
                <c:pt idx="635">
                  <c:v>44734</c:v>
                </c:pt>
                <c:pt idx="636">
                  <c:v>44735</c:v>
                </c:pt>
                <c:pt idx="637">
                  <c:v>44736</c:v>
                </c:pt>
                <c:pt idx="638">
                  <c:v>44739</c:v>
                </c:pt>
                <c:pt idx="639">
                  <c:v>44740</c:v>
                </c:pt>
                <c:pt idx="640">
                  <c:v>44741</c:v>
                </c:pt>
                <c:pt idx="641">
                  <c:v>44742</c:v>
                </c:pt>
                <c:pt idx="642">
                  <c:v>44743</c:v>
                </c:pt>
                <c:pt idx="643">
                  <c:v>44747</c:v>
                </c:pt>
                <c:pt idx="644">
                  <c:v>44748</c:v>
                </c:pt>
                <c:pt idx="645">
                  <c:v>44749</c:v>
                </c:pt>
                <c:pt idx="646">
                  <c:v>44750</c:v>
                </c:pt>
                <c:pt idx="647">
                  <c:v>44753</c:v>
                </c:pt>
                <c:pt idx="648">
                  <c:v>44754</c:v>
                </c:pt>
                <c:pt idx="649">
                  <c:v>44755</c:v>
                </c:pt>
                <c:pt idx="650">
                  <c:v>44756</c:v>
                </c:pt>
                <c:pt idx="651">
                  <c:v>44757</c:v>
                </c:pt>
                <c:pt idx="652">
                  <c:v>44760</c:v>
                </c:pt>
                <c:pt idx="653">
                  <c:v>44761</c:v>
                </c:pt>
                <c:pt idx="654">
                  <c:v>44762</c:v>
                </c:pt>
                <c:pt idx="655">
                  <c:v>44763</c:v>
                </c:pt>
                <c:pt idx="656">
                  <c:v>44764</c:v>
                </c:pt>
                <c:pt idx="657">
                  <c:v>44767</c:v>
                </c:pt>
                <c:pt idx="658">
                  <c:v>44768</c:v>
                </c:pt>
                <c:pt idx="659">
                  <c:v>44769</c:v>
                </c:pt>
                <c:pt idx="660">
                  <c:v>44770</c:v>
                </c:pt>
                <c:pt idx="661">
                  <c:v>44771</c:v>
                </c:pt>
                <c:pt idx="662">
                  <c:v>44774</c:v>
                </c:pt>
                <c:pt idx="663">
                  <c:v>44775</c:v>
                </c:pt>
                <c:pt idx="664">
                  <c:v>44776</c:v>
                </c:pt>
                <c:pt idx="665">
                  <c:v>44777</c:v>
                </c:pt>
                <c:pt idx="666">
                  <c:v>44778</c:v>
                </c:pt>
                <c:pt idx="667">
                  <c:v>44781</c:v>
                </c:pt>
                <c:pt idx="668">
                  <c:v>44782</c:v>
                </c:pt>
                <c:pt idx="669">
                  <c:v>44783</c:v>
                </c:pt>
                <c:pt idx="670">
                  <c:v>44784</c:v>
                </c:pt>
                <c:pt idx="671">
                  <c:v>44785</c:v>
                </c:pt>
                <c:pt idx="672">
                  <c:v>44788</c:v>
                </c:pt>
                <c:pt idx="673">
                  <c:v>44789</c:v>
                </c:pt>
                <c:pt idx="674">
                  <c:v>44790</c:v>
                </c:pt>
                <c:pt idx="675">
                  <c:v>44791</c:v>
                </c:pt>
                <c:pt idx="676">
                  <c:v>44792</c:v>
                </c:pt>
                <c:pt idx="677">
                  <c:v>44795</c:v>
                </c:pt>
                <c:pt idx="678">
                  <c:v>44796</c:v>
                </c:pt>
                <c:pt idx="679">
                  <c:v>44797</c:v>
                </c:pt>
                <c:pt idx="680">
                  <c:v>44798</c:v>
                </c:pt>
                <c:pt idx="681">
                  <c:v>44799</c:v>
                </c:pt>
                <c:pt idx="682">
                  <c:v>44802</c:v>
                </c:pt>
                <c:pt idx="683">
                  <c:v>44803</c:v>
                </c:pt>
                <c:pt idx="684">
                  <c:v>44804</c:v>
                </c:pt>
                <c:pt idx="685">
                  <c:v>44805</c:v>
                </c:pt>
                <c:pt idx="686">
                  <c:v>44806</c:v>
                </c:pt>
                <c:pt idx="687">
                  <c:v>44810</c:v>
                </c:pt>
                <c:pt idx="688">
                  <c:v>44811</c:v>
                </c:pt>
                <c:pt idx="689">
                  <c:v>44812</c:v>
                </c:pt>
                <c:pt idx="690">
                  <c:v>44813</c:v>
                </c:pt>
                <c:pt idx="691">
                  <c:v>44816</c:v>
                </c:pt>
                <c:pt idx="692">
                  <c:v>44817</c:v>
                </c:pt>
                <c:pt idx="693">
                  <c:v>44818</c:v>
                </c:pt>
                <c:pt idx="694">
                  <c:v>44819</c:v>
                </c:pt>
                <c:pt idx="695">
                  <c:v>44820</c:v>
                </c:pt>
                <c:pt idx="696">
                  <c:v>44823</c:v>
                </c:pt>
                <c:pt idx="697">
                  <c:v>44824</c:v>
                </c:pt>
                <c:pt idx="698">
                  <c:v>44825</c:v>
                </c:pt>
                <c:pt idx="699">
                  <c:v>44826</c:v>
                </c:pt>
                <c:pt idx="700">
                  <c:v>44827</c:v>
                </c:pt>
                <c:pt idx="701">
                  <c:v>44830</c:v>
                </c:pt>
                <c:pt idx="702">
                  <c:v>44831</c:v>
                </c:pt>
                <c:pt idx="703">
                  <c:v>44832</c:v>
                </c:pt>
                <c:pt idx="704">
                  <c:v>44833</c:v>
                </c:pt>
                <c:pt idx="705">
                  <c:v>44834</c:v>
                </c:pt>
                <c:pt idx="706">
                  <c:v>44837</c:v>
                </c:pt>
                <c:pt idx="707">
                  <c:v>44838</c:v>
                </c:pt>
                <c:pt idx="708">
                  <c:v>44839</c:v>
                </c:pt>
                <c:pt idx="709">
                  <c:v>44840</c:v>
                </c:pt>
                <c:pt idx="710">
                  <c:v>44841</c:v>
                </c:pt>
                <c:pt idx="711">
                  <c:v>44844</c:v>
                </c:pt>
                <c:pt idx="712">
                  <c:v>44845</c:v>
                </c:pt>
                <c:pt idx="713">
                  <c:v>44846</c:v>
                </c:pt>
                <c:pt idx="714">
                  <c:v>44847</c:v>
                </c:pt>
                <c:pt idx="715">
                  <c:v>44848</c:v>
                </c:pt>
                <c:pt idx="716">
                  <c:v>44851</c:v>
                </c:pt>
                <c:pt idx="717">
                  <c:v>44852</c:v>
                </c:pt>
                <c:pt idx="718">
                  <c:v>44853</c:v>
                </c:pt>
                <c:pt idx="719">
                  <c:v>44854</c:v>
                </c:pt>
                <c:pt idx="720">
                  <c:v>44855</c:v>
                </c:pt>
                <c:pt idx="721">
                  <c:v>44858</c:v>
                </c:pt>
                <c:pt idx="722">
                  <c:v>44859</c:v>
                </c:pt>
                <c:pt idx="723">
                  <c:v>44860</c:v>
                </c:pt>
                <c:pt idx="724">
                  <c:v>44861</c:v>
                </c:pt>
                <c:pt idx="725">
                  <c:v>44862</c:v>
                </c:pt>
                <c:pt idx="726">
                  <c:v>44865</c:v>
                </c:pt>
                <c:pt idx="727">
                  <c:v>44866</c:v>
                </c:pt>
                <c:pt idx="728">
                  <c:v>44867</c:v>
                </c:pt>
                <c:pt idx="729">
                  <c:v>44868</c:v>
                </c:pt>
                <c:pt idx="730">
                  <c:v>44869</c:v>
                </c:pt>
                <c:pt idx="731">
                  <c:v>44872</c:v>
                </c:pt>
                <c:pt idx="732">
                  <c:v>44873</c:v>
                </c:pt>
                <c:pt idx="733">
                  <c:v>44874</c:v>
                </c:pt>
                <c:pt idx="734">
                  <c:v>44875</c:v>
                </c:pt>
                <c:pt idx="735">
                  <c:v>44876</c:v>
                </c:pt>
                <c:pt idx="736">
                  <c:v>44879</c:v>
                </c:pt>
                <c:pt idx="737">
                  <c:v>44880</c:v>
                </c:pt>
                <c:pt idx="738">
                  <c:v>44881</c:v>
                </c:pt>
                <c:pt idx="739">
                  <c:v>44882</c:v>
                </c:pt>
                <c:pt idx="740">
                  <c:v>44883</c:v>
                </c:pt>
                <c:pt idx="741">
                  <c:v>44886</c:v>
                </c:pt>
                <c:pt idx="742">
                  <c:v>44887</c:v>
                </c:pt>
                <c:pt idx="743">
                  <c:v>44888</c:v>
                </c:pt>
                <c:pt idx="744">
                  <c:v>44890</c:v>
                </c:pt>
                <c:pt idx="745">
                  <c:v>44893</c:v>
                </c:pt>
                <c:pt idx="746">
                  <c:v>44894</c:v>
                </c:pt>
                <c:pt idx="747">
                  <c:v>44895</c:v>
                </c:pt>
                <c:pt idx="748">
                  <c:v>44896</c:v>
                </c:pt>
                <c:pt idx="749">
                  <c:v>44897</c:v>
                </c:pt>
                <c:pt idx="750">
                  <c:v>44900</c:v>
                </c:pt>
                <c:pt idx="751">
                  <c:v>44901</c:v>
                </c:pt>
                <c:pt idx="752">
                  <c:v>44902</c:v>
                </c:pt>
                <c:pt idx="753">
                  <c:v>44903</c:v>
                </c:pt>
                <c:pt idx="754">
                  <c:v>44904</c:v>
                </c:pt>
                <c:pt idx="755">
                  <c:v>44907</c:v>
                </c:pt>
                <c:pt idx="756">
                  <c:v>44908</c:v>
                </c:pt>
                <c:pt idx="757">
                  <c:v>44909</c:v>
                </c:pt>
                <c:pt idx="758">
                  <c:v>44910</c:v>
                </c:pt>
                <c:pt idx="759">
                  <c:v>44911</c:v>
                </c:pt>
                <c:pt idx="760">
                  <c:v>44914</c:v>
                </c:pt>
                <c:pt idx="761">
                  <c:v>44915</c:v>
                </c:pt>
                <c:pt idx="762">
                  <c:v>44916</c:v>
                </c:pt>
                <c:pt idx="763">
                  <c:v>44917</c:v>
                </c:pt>
                <c:pt idx="764">
                  <c:v>44918</c:v>
                </c:pt>
                <c:pt idx="765">
                  <c:v>44922</c:v>
                </c:pt>
                <c:pt idx="766">
                  <c:v>44923</c:v>
                </c:pt>
                <c:pt idx="767">
                  <c:v>44924</c:v>
                </c:pt>
                <c:pt idx="768">
                  <c:v>44925</c:v>
                </c:pt>
                <c:pt idx="769">
                  <c:v>44929</c:v>
                </c:pt>
                <c:pt idx="770">
                  <c:v>44930</c:v>
                </c:pt>
                <c:pt idx="771">
                  <c:v>44931</c:v>
                </c:pt>
                <c:pt idx="772">
                  <c:v>44932</c:v>
                </c:pt>
                <c:pt idx="773">
                  <c:v>44935</c:v>
                </c:pt>
                <c:pt idx="774">
                  <c:v>44936</c:v>
                </c:pt>
                <c:pt idx="775">
                  <c:v>44937</c:v>
                </c:pt>
                <c:pt idx="776">
                  <c:v>44938</c:v>
                </c:pt>
                <c:pt idx="777">
                  <c:v>44939</c:v>
                </c:pt>
                <c:pt idx="778">
                  <c:v>44943</c:v>
                </c:pt>
                <c:pt idx="779">
                  <c:v>44944</c:v>
                </c:pt>
                <c:pt idx="780">
                  <c:v>44945</c:v>
                </c:pt>
                <c:pt idx="781">
                  <c:v>44946</c:v>
                </c:pt>
                <c:pt idx="782">
                  <c:v>44949</c:v>
                </c:pt>
                <c:pt idx="783">
                  <c:v>44950</c:v>
                </c:pt>
                <c:pt idx="784">
                  <c:v>44951</c:v>
                </c:pt>
                <c:pt idx="785">
                  <c:v>44952</c:v>
                </c:pt>
                <c:pt idx="786">
                  <c:v>44953</c:v>
                </c:pt>
                <c:pt idx="787">
                  <c:v>44956</c:v>
                </c:pt>
                <c:pt idx="788">
                  <c:v>44957</c:v>
                </c:pt>
                <c:pt idx="789">
                  <c:v>44958</c:v>
                </c:pt>
                <c:pt idx="790">
                  <c:v>44959</c:v>
                </c:pt>
                <c:pt idx="791">
                  <c:v>44960</c:v>
                </c:pt>
                <c:pt idx="792">
                  <c:v>44963</c:v>
                </c:pt>
                <c:pt idx="793">
                  <c:v>44964</c:v>
                </c:pt>
                <c:pt idx="794">
                  <c:v>44965</c:v>
                </c:pt>
                <c:pt idx="795">
                  <c:v>44966</c:v>
                </c:pt>
                <c:pt idx="796">
                  <c:v>44967</c:v>
                </c:pt>
                <c:pt idx="797">
                  <c:v>44970</c:v>
                </c:pt>
                <c:pt idx="798">
                  <c:v>44971</c:v>
                </c:pt>
                <c:pt idx="799">
                  <c:v>44972</c:v>
                </c:pt>
                <c:pt idx="800">
                  <c:v>44973</c:v>
                </c:pt>
                <c:pt idx="801">
                  <c:v>44974</c:v>
                </c:pt>
              </c:numCache>
            </c:numRef>
          </c:cat>
          <c:val>
            <c:numRef>
              <c:f>Sheet1!$B$2:$B$803</c:f>
              <c:numCache>
                <c:formatCode>General</c:formatCode>
                <c:ptCount val="802"/>
                <c:pt idx="0">
                  <c:v>37.25</c:v>
                </c:pt>
                <c:pt idx="1">
                  <c:v>36</c:v>
                </c:pt>
                <c:pt idx="2">
                  <c:v>39.369999</c:v>
                </c:pt>
                <c:pt idx="3">
                  <c:v>37.259998000000003</c:v>
                </c:pt>
                <c:pt idx="4">
                  <c:v>37.270000000000003</c:v>
                </c:pt>
                <c:pt idx="5">
                  <c:v>38.25</c:v>
                </c:pt>
                <c:pt idx="6">
                  <c:v>38.490001999999997</c:v>
                </c:pt>
                <c:pt idx="7">
                  <c:v>38</c:v>
                </c:pt>
                <c:pt idx="8">
                  <c:v>38.75</c:v>
                </c:pt>
                <c:pt idx="9">
                  <c:v>40.139999000000003</c:v>
                </c:pt>
                <c:pt idx="10">
                  <c:v>39.020000000000003</c:v>
                </c:pt>
                <c:pt idx="11">
                  <c:v>38.459999000000003</c:v>
                </c:pt>
                <c:pt idx="12">
                  <c:v>37.310001</c:v>
                </c:pt>
                <c:pt idx="13">
                  <c:v>38.360000999999997</c:v>
                </c:pt>
                <c:pt idx="14">
                  <c:v>38.549999</c:v>
                </c:pt>
                <c:pt idx="15">
                  <c:v>37.529998999999997</c:v>
                </c:pt>
                <c:pt idx="16">
                  <c:v>37.400002000000001</c:v>
                </c:pt>
                <c:pt idx="17">
                  <c:v>36.349997999999999</c:v>
                </c:pt>
                <c:pt idx="18">
                  <c:v>38.099997999999999</c:v>
                </c:pt>
                <c:pt idx="19">
                  <c:v>38.979999999999997</c:v>
                </c:pt>
                <c:pt idx="20">
                  <c:v>39.599997999999999</c:v>
                </c:pt>
                <c:pt idx="21">
                  <c:v>41.099997999999999</c:v>
                </c:pt>
                <c:pt idx="22">
                  <c:v>41</c:v>
                </c:pt>
                <c:pt idx="23">
                  <c:v>40.080002</c:v>
                </c:pt>
                <c:pt idx="24">
                  <c:v>41.810001</c:v>
                </c:pt>
                <c:pt idx="25">
                  <c:v>44.310001</c:v>
                </c:pt>
                <c:pt idx="26">
                  <c:v>43.959999000000003</c:v>
                </c:pt>
                <c:pt idx="27">
                  <c:v>46.73</c:v>
                </c:pt>
                <c:pt idx="28">
                  <c:v>46.509998000000003</c:v>
                </c:pt>
                <c:pt idx="29">
                  <c:v>46.380001</c:v>
                </c:pt>
                <c:pt idx="30">
                  <c:v>46.880001</c:v>
                </c:pt>
                <c:pt idx="31">
                  <c:v>48.709999000000003</c:v>
                </c:pt>
                <c:pt idx="32">
                  <c:v>48.470001000000003</c:v>
                </c:pt>
                <c:pt idx="33">
                  <c:v>48.310001</c:v>
                </c:pt>
                <c:pt idx="34">
                  <c:v>50.509998000000003</c:v>
                </c:pt>
                <c:pt idx="35">
                  <c:v>51.919998</c:v>
                </c:pt>
                <c:pt idx="36">
                  <c:v>53.209999000000003</c:v>
                </c:pt>
                <c:pt idx="37">
                  <c:v>49.91</c:v>
                </c:pt>
                <c:pt idx="38">
                  <c:v>56.880001</c:v>
                </c:pt>
                <c:pt idx="39">
                  <c:v>55.950001</c:v>
                </c:pt>
                <c:pt idx="40">
                  <c:v>60.889999000000003</c:v>
                </c:pt>
                <c:pt idx="41">
                  <c:v>61.299999</c:v>
                </c:pt>
                <c:pt idx="42">
                  <c:v>62.119999</c:v>
                </c:pt>
                <c:pt idx="43">
                  <c:v>61.490001999999997</c:v>
                </c:pt>
                <c:pt idx="44">
                  <c:v>61.66</c:v>
                </c:pt>
                <c:pt idx="45">
                  <c:v>59.77</c:v>
                </c:pt>
                <c:pt idx="46">
                  <c:v>63.130001</c:v>
                </c:pt>
                <c:pt idx="47">
                  <c:v>59.93</c:v>
                </c:pt>
                <c:pt idx="48">
                  <c:v>53.25</c:v>
                </c:pt>
                <c:pt idx="49">
                  <c:v>56.139999000000003</c:v>
                </c:pt>
                <c:pt idx="50">
                  <c:v>55.32</c:v>
                </c:pt>
                <c:pt idx="51">
                  <c:v>54.880001</c:v>
                </c:pt>
                <c:pt idx="52">
                  <c:v>52.099997999999999</c:v>
                </c:pt>
                <c:pt idx="53">
                  <c:v>57.439999</c:v>
                </c:pt>
                <c:pt idx="54">
                  <c:v>60.52</c:v>
                </c:pt>
                <c:pt idx="55">
                  <c:v>59.259998000000003</c:v>
                </c:pt>
                <c:pt idx="56">
                  <c:v>57.330002</c:v>
                </c:pt>
                <c:pt idx="57">
                  <c:v>56.630001</c:v>
                </c:pt>
                <c:pt idx="58">
                  <c:v>49.360000999999997</c:v>
                </c:pt>
                <c:pt idx="59">
                  <c:v>47.130001</c:v>
                </c:pt>
                <c:pt idx="60">
                  <c:v>47.459999000000003</c:v>
                </c:pt>
                <c:pt idx="61">
                  <c:v>42.32</c:v>
                </c:pt>
                <c:pt idx="62">
                  <c:v>43.209999000000003</c:v>
                </c:pt>
                <c:pt idx="63">
                  <c:v>35.849997999999999</c:v>
                </c:pt>
                <c:pt idx="64">
                  <c:v>36.830002</c:v>
                </c:pt>
                <c:pt idx="65">
                  <c:v>32.639999000000003</c:v>
                </c:pt>
                <c:pt idx="66">
                  <c:v>27.5</c:v>
                </c:pt>
                <c:pt idx="67">
                  <c:v>38</c:v>
                </c:pt>
                <c:pt idx="68">
                  <c:v>37.240001999999997</c:v>
                </c:pt>
                <c:pt idx="69">
                  <c:v>38.290000999999997</c:v>
                </c:pt>
                <c:pt idx="70">
                  <c:v>40.200001</c:v>
                </c:pt>
                <c:pt idx="71">
                  <c:v>40.799999</c:v>
                </c:pt>
                <c:pt idx="72">
                  <c:v>39.389999000000003</c:v>
                </c:pt>
                <c:pt idx="73">
                  <c:v>38.849997999999999</c:v>
                </c:pt>
                <c:pt idx="74">
                  <c:v>37.779998999999997</c:v>
                </c:pt>
                <c:pt idx="75">
                  <c:v>32.130001</c:v>
                </c:pt>
                <c:pt idx="76">
                  <c:v>30.940000999999999</c:v>
                </c:pt>
                <c:pt idx="77">
                  <c:v>29.82</c:v>
                </c:pt>
                <c:pt idx="78">
                  <c:v>32.490001999999997</c:v>
                </c:pt>
                <c:pt idx="79">
                  <c:v>40.240001999999997</c:v>
                </c:pt>
                <c:pt idx="80">
                  <c:v>39.409999999999997</c:v>
                </c:pt>
                <c:pt idx="81">
                  <c:v>44.810001</c:v>
                </c:pt>
                <c:pt idx="82">
                  <c:v>42.59</c:v>
                </c:pt>
                <c:pt idx="83">
                  <c:v>41.66</c:v>
                </c:pt>
                <c:pt idx="84">
                  <c:v>40.5</c:v>
                </c:pt>
                <c:pt idx="85">
                  <c:v>40</c:v>
                </c:pt>
                <c:pt idx="86">
                  <c:v>40.380001</c:v>
                </c:pt>
                <c:pt idx="87">
                  <c:v>40.049999</c:v>
                </c:pt>
                <c:pt idx="88">
                  <c:v>45.889999000000003</c:v>
                </c:pt>
                <c:pt idx="89">
                  <c:v>45.240001999999997</c:v>
                </c:pt>
                <c:pt idx="90">
                  <c:v>47.509998000000003</c:v>
                </c:pt>
                <c:pt idx="91">
                  <c:v>46.07</c:v>
                </c:pt>
                <c:pt idx="92">
                  <c:v>51.48</c:v>
                </c:pt>
                <c:pt idx="93">
                  <c:v>54.720001000000003</c:v>
                </c:pt>
                <c:pt idx="94">
                  <c:v>57.009998000000003</c:v>
                </c:pt>
                <c:pt idx="95">
                  <c:v>59.07</c:v>
                </c:pt>
                <c:pt idx="96">
                  <c:v>55.080002</c:v>
                </c:pt>
                <c:pt idx="97">
                  <c:v>53.290000999999997</c:v>
                </c:pt>
                <c:pt idx="98">
                  <c:v>58.75</c:v>
                </c:pt>
                <c:pt idx="99">
                  <c:v>62.220001000000003</c:v>
                </c:pt>
                <c:pt idx="100">
                  <c:v>68.5</c:v>
                </c:pt>
                <c:pt idx="101">
                  <c:v>67.269997000000004</c:v>
                </c:pt>
                <c:pt idx="102">
                  <c:v>84</c:v>
                </c:pt>
                <c:pt idx="103">
                  <c:v>80.809997999999993</c:v>
                </c:pt>
                <c:pt idx="104">
                  <c:v>78.459998999999996</c:v>
                </c:pt>
                <c:pt idx="105">
                  <c:v>74.010002</c:v>
                </c:pt>
                <c:pt idx="106">
                  <c:v>78.589995999999999</c:v>
                </c:pt>
                <c:pt idx="107">
                  <c:v>79.949996999999996</c:v>
                </c:pt>
                <c:pt idx="108">
                  <c:v>75.760002</c:v>
                </c:pt>
                <c:pt idx="109">
                  <c:v>80.489998</c:v>
                </c:pt>
                <c:pt idx="110">
                  <c:v>74.209998999999996</c:v>
                </c:pt>
                <c:pt idx="111">
                  <c:v>70.680000000000007</c:v>
                </c:pt>
                <c:pt idx="112">
                  <c:v>66.900002000000001</c:v>
                </c:pt>
                <c:pt idx="113">
                  <c:v>63.75</c:v>
                </c:pt>
                <c:pt idx="114">
                  <c:v>65.900002000000001</c:v>
                </c:pt>
                <c:pt idx="115">
                  <c:v>69</c:v>
                </c:pt>
                <c:pt idx="116">
                  <c:v>69.5</c:v>
                </c:pt>
                <c:pt idx="117">
                  <c:v>72.529999000000004</c:v>
                </c:pt>
                <c:pt idx="118">
                  <c:v>70.459998999999996</c:v>
                </c:pt>
                <c:pt idx="119">
                  <c:v>71.300003000000004</c:v>
                </c:pt>
                <c:pt idx="120">
                  <c:v>70</c:v>
                </c:pt>
                <c:pt idx="121">
                  <c:v>68.830001999999993</c:v>
                </c:pt>
                <c:pt idx="122">
                  <c:v>67</c:v>
                </c:pt>
                <c:pt idx="123">
                  <c:v>72</c:v>
                </c:pt>
                <c:pt idx="124">
                  <c:v>74.25</c:v>
                </c:pt>
                <c:pt idx="125">
                  <c:v>73.779999000000004</c:v>
                </c:pt>
                <c:pt idx="126">
                  <c:v>75.940002000000007</c:v>
                </c:pt>
                <c:pt idx="127">
                  <c:v>79.040001000000004</c:v>
                </c:pt>
                <c:pt idx="128">
                  <c:v>76.980002999999996</c:v>
                </c:pt>
                <c:pt idx="129">
                  <c:v>77.870002999999997</c:v>
                </c:pt>
                <c:pt idx="130">
                  <c:v>82.839995999999999</c:v>
                </c:pt>
                <c:pt idx="131">
                  <c:v>79.5</c:v>
                </c:pt>
                <c:pt idx="132">
                  <c:v>84.650002000000001</c:v>
                </c:pt>
                <c:pt idx="133">
                  <c:v>79.209998999999996</c:v>
                </c:pt>
                <c:pt idx="134">
                  <c:v>81.589995999999999</c:v>
                </c:pt>
                <c:pt idx="135">
                  <c:v>85.610000999999997</c:v>
                </c:pt>
                <c:pt idx="136">
                  <c:v>90</c:v>
                </c:pt>
                <c:pt idx="137">
                  <c:v>89</c:v>
                </c:pt>
                <c:pt idx="138">
                  <c:v>90.190002000000007</c:v>
                </c:pt>
                <c:pt idx="139">
                  <c:v>90.510002</c:v>
                </c:pt>
                <c:pt idx="140">
                  <c:v>90</c:v>
                </c:pt>
                <c:pt idx="141">
                  <c:v>88</c:v>
                </c:pt>
                <c:pt idx="142">
                  <c:v>86.809997999999993</c:v>
                </c:pt>
                <c:pt idx="143">
                  <c:v>91</c:v>
                </c:pt>
                <c:pt idx="144">
                  <c:v>91.779999000000004</c:v>
                </c:pt>
                <c:pt idx="145">
                  <c:v>90</c:v>
                </c:pt>
                <c:pt idx="146">
                  <c:v>82.300003000000004</c:v>
                </c:pt>
                <c:pt idx="147">
                  <c:v>83.379997000000003</c:v>
                </c:pt>
                <c:pt idx="148">
                  <c:v>81.739998</c:v>
                </c:pt>
                <c:pt idx="149">
                  <c:v>81.989998</c:v>
                </c:pt>
                <c:pt idx="150">
                  <c:v>82.150002000000001</c:v>
                </c:pt>
                <c:pt idx="151">
                  <c:v>89.059997999999993</c:v>
                </c:pt>
                <c:pt idx="152">
                  <c:v>87.040001000000004</c:v>
                </c:pt>
                <c:pt idx="153">
                  <c:v>85</c:v>
                </c:pt>
                <c:pt idx="154">
                  <c:v>81.699996999999996</c:v>
                </c:pt>
                <c:pt idx="155">
                  <c:v>82.699996999999996</c:v>
                </c:pt>
                <c:pt idx="156">
                  <c:v>83.339995999999999</c:v>
                </c:pt>
                <c:pt idx="157">
                  <c:v>88</c:v>
                </c:pt>
                <c:pt idx="158">
                  <c:v>89.970000999999996</c:v>
                </c:pt>
                <c:pt idx="159">
                  <c:v>93.739998</c:v>
                </c:pt>
                <c:pt idx="160">
                  <c:v>94.150002000000001</c:v>
                </c:pt>
                <c:pt idx="161">
                  <c:v>97.269997000000004</c:v>
                </c:pt>
                <c:pt idx="162">
                  <c:v>95.239998</c:v>
                </c:pt>
                <c:pt idx="163">
                  <c:v>100.510002</c:v>
                </c:pt>
                <c:pt idx="164">
                  <c:v>99.900002000000001</c:v>
                </c:pt>
                <c:pt idx="165">
                  <c:v>98.970000999999996</c:v>
                </c:pt>
                <c:pt idx="166">
                  <c:v>86.169998000000007</c:v>
                </c:pt>
                <c:pt idx="167">
                  <c:v>84.5</c:v>
                </c:pt>
                <c:pt idx="168">
                  <c:v>86.529999000000004</c:v>
                </c:pt>
                <c:pt idx="169">
                  <c:v>86.540001000000004</c:v>
                </c:pt>
                <c:pt idx="170">
                  <c:v>87.639999000000003</c:v>
                </c:pt>
                <c:pt idx="171">
                  <c:v>95.059997999999993</c:v>
                </c:pt>
                <c:pt idx="172">
                  <c:v>94.489998</c:v>
                </c:pt>
                <c:pt idx="173">
                  <c:v>95.080001999999993</c:v>
                </c:pt>
                <c:pt idx="174">
                  <c:v>96.470000999999996</c:v>
                </c:pt>
                <c:pt idx="175">
                  <c:v>98.059997999999993</c:v>
                </c:pt>
                <c:pt idx="176">
                  <c:v>93</c:v>
                </c:pt>
                <c:pt idx="177">
                  <c:v>98.879997000000003</c:v>
                </c:pt>
                <c:pt idx="178">
                  <c:v>103</c:v>
                </c:pt>
                <c:pt idx="179">
                  <c:v>103.5</c:v>
                </c:pt>
                <c:pt idx="180">
                  <c:v>97.949996999999996</c:v>
                </c:pt>
                <c:pt idx="181">
                  <c:v>97</c:v>
                </c:pt>
                <c:pt idx="182">
                  <c:v>101.980003</c:v>
                </c:pt>
                <c:pt idx="183">
                  <c:v>97.110000999999997</c:v>
                </c:pt>
                <c:pt idx="184">
                  <c:v>89.529999000000004</c:v>
                </c:pt>
                <c:pt idx="185">
                  <c:v>83</c:v>
                </c:pt>
                <c:pt idx="186">
                  <c:v>86.050003000000004</c:v>
                </c:pt>
                <c:pt idx="187">
                  <c:v>89.07</c:v>
                </c:pt>
                <c:pt idx="188">
                  <c:v>91.510002</c:v>
                </c:pt>
                <c:pt idx="189">
                  <c:v>90.510002</c:v>
                </c:pt>
                <c:pt idx="190">
                  <c:v>89.730002999999996</c:v>
                </c:pt>
                <c:pt idx="191">
                  <c:v>87.989998</c:v>
                </c:pt>
                <c:pt idx="192">
                  <c:v>83.18</c:v>
                </c:pt>
                <c:pt idx="193">
                  <c:v>84.919998000000007</c:v>
                </c:pt>
                <c:pt idx="194">
                  <c:v>84.860000999999997</c:v>
                </c:pt>
                <c:pt idx="195">
                  <c:v>89.07</c:v>
                </c:pt>
                <c:pt idx="196">
                  <c:v>92</c:v>
                </c:pt>
                <c:pt idx="197">
                  <c:v>91.050003000000004</c:v>
                </c:pt>
                <c:pt idx="198">
                  <c:v>93.769997000000004</c:v>
                </c:pt>
                <c:pt idx="199">
                  <c:v>96.040001000000004</c:v>
                </c:pt>
                <c:pt idx="200">
                  <c:v>97.839995999999999</c:v>
                </c:pt>
                <c:pt idx="201">
                  <c:v>101.360001</c:v>
                </c:pt>
                <c:pt idx="202">
                  <c:v>101.75</c:v>
                </c:pt>
                <c:pt idx="203">
                  <c:v>99.139999000000003</c:v>
                </c:pt>
                <c:pt idx="204">
                  <c:v>101.94000200000001</c:v>
                </c:pt>
                <c:pt idx="205">
                  <c:v>105.57</c:v>
                </c:pt>
                <c:pt idx="206">
                  <c:v>104.58000199999999</c:v>
                </c:pt>
                <c:pt idx="207">
                  <c:v>111</c:v>
                </c:pt>
                <c:pt idx="208">
                  <c:v>111.050003</c:v>
                </c:pt>
                <c:pt idx="209">
                  <c:v>115.120003</c:v>
                </c:pt>
                <c:pt idx="210">
                  <c:v>115.480003</c:v>
                </c:pt>
                <c:pt idx="211">
                  <c:v>120</c:v>
                </c:pt>
                <c:pt idx="212">
                  <c:v>116.80999799999999</c:v>
                </c:pt>
                <c:pt idx="213">
                  <c:v>117.970001</c:v>
                </c:pt>
                <c:pt idx="214">
                  <c:v>116.44000200000001</c:v>
                </c:pt>
                <c:pt idx="215">
                  <c:v>116.019997</c:v>
                </c:pt>
                <c:pt idx="216">
                  <c:v>113.769997</c:v>
                </c:pt>
                <c:pt idx="217">
                  <c:v>112.739998</c:v>
                </c:pt>
                <c:pt idx="218">
                  <c:v>109.959999</c:v>
                </c:pt>
                <c:pt idx="219">
                  <c:v>108.449997</c:v>
                </c:pt>
                <c:pt idx="220">
                  <c:v>109.349998</c:v>
                </c:pt>
                <c:pt idx="221">
                  <c:v>109.410004</c:v>
                </c:pt>
                <c:pt idx="222">
                  <c:v>109.610001</c:v>
                </c:pt>
                <c:pt idx="223">
                  <c:v>105</c:v>
                </c:pt>
                <c:pt idx="224">
                  <c:v>101.400002</c:v>
                </c:pt>
                <c:pt idx="225">
                  <c:v>97.800003000000004</c:v>
                </c:pt>
                <c:pt idx="226">
                  <c:v>101.519997</c:v>
                </c:pt>
                <c:pt idx="227">
                  <c:v>112</c:v>
                </c:pt>
                <c:pt idx="228">
                  <c:v>105.879997</c:v>
                </c:pt>
                <c:pt idx="229">
                  <c:v>99.010002</c:v>
                </c:pt>
                <c:pt idx="230">
                  <c:v>95.019997000000004</c:v>
                </c:pt>
                <c:pt idx="231">
                  <c:v>95.57</c:v>
                </c:pt>
                <c:pt idx="232">
                  <c:v>95.370002999999997</c:v>
                </c:pt>
                <c:pt idx="233">
                  <c:v>97</c:v>
                </c:pt>
                <c:pt idx="234">
                  <c:v>95</c:v>
                </c:pt>
                <c:pt idx="235">
                  <c:v>97.879997000000003</c:v>
                </c:pt>
                <c:pt idx="236">
                  <c:v>100</c:v>
                </c:pt>
                <c:pt idx="237">
                  <c:v>102.83000199999999</c:v>
                </c:pt>
                <c:pt idx="238">
                  <c:v>106.349998</c:v>
                </c:pt>
                <c:pt idx="239">
                  <c:v>110.099998</c:v>
                </c:pt>
                <c:pt idx="240">
                  <c:v>109.459999</c:v>
                </c:pt>
                <c:pt idx="241">
                  <c:v>109.480003</c:v>
                </c:pt>
                <c:pt idx="242">
                  <c:v>115.459999</c:v>
                </c:pt>
                <c:pt idx="243">
                  <c:v>119.5</c:v>
                </c:pt>
                <c:pt idx="244">
                  <c:v>120.41999800000001</c:v>
                </c:pt>
                <c:pt idx="245">
                  <c:v>121.889999</c:v>
                </c:pt>
                <c:pt idx="246">
                  <c:v>117.449997</c:v>
                </c:pt>
                <c:pt idx="247">
                  <c:v>121.889999</c:v>
                </c:pt>
                <c:pt idx="248">
                  <c:v>127.93</c:v>
                </c:pt>
                <c:pt idx="249">
                  <c:v>130</c:v>
                </c:pt>
                <c:pt idx="250">
                  <c:v>131.91000399999999</c:v>
                </c:pt>
                <c:pt idx="251">
                  <c:v>130.550003</c:v>
                </c:pt>
                <c:pt idx="252">
                  <c:v>137.80999800000001</c:v>
                </c:pt>
                <c:pt idx="253">
                  <c:v>143.449997</c:v>
                </c:pt>
                <c:pt idx="254">
                  <c:v>143.009995</c:v>
                </c:pt>
                <c:pt idx="255">
                  <c:v>141.13000500000001</c:v>
                </c:pt>
                <c:pt idx="256">
                  <c:v>143.08999600000001</c:v>
                </c:pt>
                <c:pt idx="257">
                  <c:v>148.44000199999999</c:v>
                </c:pt>
                <c:pt idx="258">
                  <c:v>144.63000500000001</c:v>
                </c:pt>
                <c:pt idx="259">
                  <c:v>149.220001</c:v>
                </c:pt>
                <c:pt idx="260">
                  <c:v>153</c:v>
                </c:pt>
                <c:pt idx="261">
                  <c:v>151.050003</c:v>
                </c:pt>
                <c:pt idx="262">
                  <c:v>149.14999399999999</c:v>
                </c:pt>
                <c:pt idx="263">
                  <c:v>142.970001</c:v>
                </c:pt>
                <c:pt idx="264">
                  <c:v>138.39999399999999</c:v>
                </c:pt>
                <c:pt idx="265">
                  <c:v>137.78999300000001</c:v>
                </c:pt>
                <c:pt idx="266">
                  <c:v>137.020004</c:v>
                </c:pt>
                <c:pt idx="267">
                  <c:v>138.05999800000001</c:v>
                </c:pt>
                <c:pt idx="268">
                  <c:v>137.050003</c:v>
                </c:pt>
                <c:pt idx="269">
                  <c:v>130.979996</c:v>
                </c:pt>
                <c:pt idx="270">
                  <c:v>138.10000600000001</c:v>
                </c:pt>
                <c:pt idx="271">
                  <c:v>136.550003</c:v>
                </c:pt>
                <c:pt idx="272">
                  <c:v>134.11000100000001</c:v>
                </c:pt>
                <c:pt idx="273">
                  <c:v>137</c:v>
                </c:pt>
                <c:pt idx="274">
                  <c:v>134.83999600000001</c:v>
                </c:pt>
                <c:pt idx="275">
                  <c:v>129.96000699999999</c:v>
                </c:pt>
                <c:pt idx="276">
                  <c:v>130.270004</c:v>
                </c:pt>
                <c:pt idx="277">
                  <c:v>130.11999499999999</c:v>
                </c:pt>
                <c:pt idx="278">
                  <c:v>129.779999</c:v>
                </c:pt>
                <c:pt idx="279">
                  <c:v>130.58000200000001</c:v>
                </c:pt>
                <c:pt idx="280">
                  <c:v>132.83000200000001</c:v>
                </c:pt>
                <c:pt idx="281">
                  <c:v>128.320007</c:v>
                </c:pt>
                <c:pt idx="282">
                  <c:v>116</c:v>
                </c:pt>
                <c:pt idx="283">
                  <c:v>117.019997</c:v>
                </c:pt>
                <c:pt idx="284">
                  <c:v>124.30999799999999</c:v>
                </c:pt>
                <c:pt idx="285">
                  <c:v>123.010002</c:v>
                </c:pt>
                <c:pt idx="286">
                  <c:v>133.25</c:v>
                </c:pt>
                <c:pt idx="287">
                  <c:v>137.479996</c:v>
                </c:pt>
                <c:pt idx="288">
                  <c:v>135.490005</c:v>
                </c:pt>
                <c:pt idx="289">
                  <c:v>153.88000500000001</c:v>
                </c:pt>
                <c:pt idx="290">
                  <c:v>180</c:v>
                </c:pt>
                <c:pt idx="291">
                  <c:v>179.449997</c:v>
                </c:pt>
                <c:pt idx="292">
                  <c:v>176.800003</c:v>
                </c:pt>
                <c:pt idx="293">
                  <c:v>188.11000100000001</c:v>
                </c:pt>
                <c:pt idx="294">
                  <c:v>187.14999399999999</c:v>
                </c:pt>
                <c:pt idx="295">
                  <c:v>191.550003</c:v>
                </c:pt>
                <c:pt idx="296">
                  <c:v>180.529999</c:v>
                </c:pt>
                <c:pt idx="297">
                  <c:v>174.270004</c:v>
                </c:pt>
                <c:pt idx="298">
                  <c:v>182.820007</c:v>
                </c:pt>
                <c:pt idx="299">
                  <c:v>180</c:v>
                </c:pt>
                <c:pt idx="300">
                  <c:v>163.88000500000001</c:v>
                </c:pt>
                <c:pt idx="301">
                  <c:v>171.729996</c:v>
                </c:pt>
                <c:pt idx="302">
                  <c:v>167.270004</c:v>
                </c:pt>
                <c:pt idx="303">
                  <c:v>163.35000600000001</c:v>
                </c:pt>
                <c:pt idx="304">
                  <c:v>167.85000600000001</c:v>
                </c:pt>
                <c:pt idx="305">
                  <c:v>173.13999899999999</c:v>
                </c:pt>
                <c:pt idx="306">
                  <c:v>162.38000500000001</c:v>
                </c:pt>
                <c:pt idx="307">
                  <c:v>154.96000699999999</c:v>
                </c:pt>
                <c:pt idx="308">
                  <c:v>149.820007</c:v>
                </c:pt>
                <c:pt idx="309">
                  <c:v>147.41000399999999</c:v>
                </c:pt>
                <c:pt idx="310">
                  <c:v>145.10000600000001</c:v>
                </c:pt>
                <c:pt idx="311">
                  <c:v>152.08000200000001</c:v>
                </c:pt>
                <c:pt idx="312">
                  <c:v>150.300003</c:v>
                </c:pt>
                <c:pt idx="313">
                  <c:v>150.800003</c:v>
                </c:pt>
                <c:pt idx="314">
                  <c:v>161.16000399999999</c:v>
                </c:pt>
                <c:pt idx="315">
                  <c:v>159.990005</c:v>
                </c:pt>
                <c:pt idx="316">
                  <c:v>150.80999800000001</c:v>
                </c:pt>
                <c:pt idx="317">
                  <c:v>153.320007</c:v>
                </c:pt>
                <c:pt idx="318">
                  <c:v>145.279999</c:v>
                </c:pt>
                <c:pt idx="319">
                  <c:v>148.240005</c:v>
                </c:pt>
                <c:pt idx="320">
                  <c:v>152.66999799999999</c:v>
                </c:pt>
                <c:pt idx="321">
                  <c:v>156.55999800000001</c:v>
                </c:pt>
                <c:pt idx="322">
                  <c:v>142</c:v>
                </c:pt>
                <c:pt idx="323">
                  <c:v>146.729996</c:v>
                </c:pt>
                <c:pt idx="324">
                  <c:v>146.14999399999999</c:v>
                </c:pt>
                <c:pt idx="325">
                  <c:v>136.39999399999999</c:v>
                </c:pt>
                <c:pt idx="326">
                  <c:v>139.83000200000001</c:v>
                </c:pt>
                <c:pt idx="327">
                  <c:v>149.21000699999999</c:v>
                </c:pt>
                <c:pt idx="328">
                  <c:v>151.740005</c:v>
                </c:pt>
                <c:pt idx="329">
                  <c:v>148.21000699999999</c:v>
                </c:pt>
                <c:pt idx="330">
                  <c:v>151.240005</c:v>
                </c:pt>
                <c:pt idx="331">
                  <c:v>154.66999799999999</c:v>
                </c:pt>
                <c:pt idx="332">
                  <c:v>157.83999600000001</c:v>
                </c:pt>
                <c:pt idx="333">
                  <c:v>155.520004</c:v>
                </c:pt>
                <c:pt idx="334">
                  <c:v>155.21000699999999</c:v>
                </c:pt>
                <c:pt idx="335">
                  <c:v>163</c:v>
                </c:pt>
                <c:pt idx="336">
                  <c:v>164.949997</c:v>
                </c:pt>
                <c:pt idx="337">
                  <c:v>164.490005</c:v>
                </c:pt>
                <c:pt idx="338">
                  <c:v>160.08000200000001</c:v>
                </c:pt>
                <c:pt idx="339">
                  <c:v>153.83000200000001</c:v>
                </c:pt>
                <c:pt idx="340">
                  <c:v>148</c:v>
                </c:pt>
                <c:pt idx="341">
                  <c:v>153</c:v>
                </c:pt>
                <c:pt idx="342">
                  <c:v>154.88000500000001</c:v>
                </c:pt>
                <c:pt idx="343">
                  <c:v>161.05999800000001</c:v>
                </c:pt>
                <c:pt idx="344">
                  <c:v>166.009995</c:v>
                </c:pt>
                <c:pt idx="345">
                  <c:v>161.509995</c:v>
                </c:pt>
                <c:pt idx="346">
                  <c:v>163.61000100000001</c:v>
                </c:pt>
                <c:pt idx="347">
                  <c:v>155</c:v>
                </c:pt>
                <c:pt idx="348">
                  <c:v>155.88000500000001</c:v>
                </c:pt>
                <c:pt idx="349">
                  <c:v>150</c:v>
                </c:pt>
                <c:pt idx="350">
                  <c:v>149</c:v>
                </c:pt>
                <c:pt idx="351">
                  <c:v>137.35000600000001</c:v>
                </c:pt>
                <c:pt idx="352">
                  <c:v>152.28500399999999</c:v>
                </c:pt>
                <c:pt idx="353">
                  <c:v>150.78999300000001</c:v>
                </c:pt>
                <c:pt idx="354">
                  <c:v>134.91000399999999</c:v>
                </c:pt>
                <c:pt idx="355">
                  <c:v>142.259995</c:v>
                </c:pt>
                <c:pt idx="356">
                  <c:v>141.279999</c:v>
                </c:pt>
                <c:pt idx="357">
                  <c:v>135.779999</c:v>
                </c:pt>
                <c:pt idx="358">
                  <c:v>138.35000600000001</c:v>
                </c:pt>
                <c:pt idx="359">
                  <c:v>140</c:v>
                </c:pt>
                <c:pt idx="360">
                  <c:v>137.529999</c:v>
                </c:pt>
                <c:pt idx="361">
                  <c:v>143.779999</c:v>
                </c:pt>
                <c:pt idx="362">
                  <c:v>147.479996</c:v>
                </c:pt>
                <c:pt idx="363">
                  <c:v>147.85000600000001</c:v>
                </c:pt>
                <c:pt idx="364">
                  <c:v>148.16999799999999</c:v>
                </c:pt>
                <c:pt idx="365">
                  <c:v>147.5</c:v>
                </c:pt>
                <c:pt idx="366">
                  <c:v>147.91000399999999</c:v>
                </c:pt>
                <c:pt idx="367">
                  <c:v>149</c:v>
                </c:pt>
                <c:pt idx="368">
                  <c:v>148.929993</c:v>
                </c:pt>
                <c:pt idx="369">
                  <c:v>151</c:v>
                </c:pt>
                <c:pt idx="370">
                  <c:v>152.28999300000001</c:v>
                </c:pt>
                <c:pt idx="371">
                  <c:v>148.770004</c:v>
                </c:pt>
                <c:pt idx="372">
                  <c:v>147.509995</c:v>
                </c:pt>
                <c:pt idx="373">
                  <c:v>154.83999600000001</c:v>
                </c:pt>
                <c:pt idx="374">
                  <c:v>161.58000200000001</c:v>
                </c:pt>
                <c:pt idx="375">
                  <c:v>154.36000100000001</c:v>
                </c:pt>
                <c:pt idx="376">
                  <c:v>155.08000200000001</c:v>
                </c:pt>
                <c:pt idx="377">
                  <c:v>157.720001</c:v>
                </c:pt>
                <c:pt idx="378">
                  <c:v>155.779999</c:v>
                </c:pt>
                <c:pt idx="379">
                  <c:v>159.39999399999999</c:v>
                </c:pt>
                <c:pt idx="380">
                  <c:v>162</c:v>
                </c:pt>
                <c:pt idx="381">
                  <c:v>170.08000200000001</c:v>
                </c:pt>
                <c:pt idx="382">
                  <c:v>175.71000699999999</c:v>
                </c:pt>
                <c:pt idx="383">
                  <c:v>181</c:v>
                </c:pt>
                <c:pt idx="384">
                  <c:v>186.61000100000001</c:v>
                </c:pt>
                <c:pt idx="385">
                  <c:v>190</c:v>
                </c:pt>
                <c:pt idx="386">
                  <c:v>188.929993</c:v>
                </c:pt>
                <c:pt idx="387">
                  <c:v>190</c:v>
                </c:pt>
                <c:pt idx="388">
                  <c:v>187</c:v>
                </c:pt>
                <c:pt idx="389">
                  <c:v>186.009995</c:v>
                </c:pt>
                <c:pt idx="390">
                  <c:v>181</c:v>
                </c:pt>
                <c:pt idx="391">
                  <c:v>181.60000600000001</c:v>
                </c:pt>
                <c:pt idx="392">
                  <c:v>183.979996</c:v>
                </c:pt>
                <c:pt idx="393">
                  <c:v>190.199997</c:v>
                </c:pt>
                <c:pt idx="394">
                  <c:v>183.44000199999999</c:v>
                </c:pt>
                <c:pt idx="395">
                  <c:v>186.990005</c:v>
                </c:pt>
                <c:pt idx="396">
                  <c:v>191.96000699999999</c:v>
                </c:pt>
                <c:pt idx="397">
                  <c:v>189.979996</c:v>
                </c:pt>
                <c:pt idx="398">
                  <c:v>195.520004</c:v>
                </c:pt>
                <c:pt idx="399">
                  <c:v>187</c:v>
                </c:pt>
                <c:pt idx="400">
                  <c:v>180.759995</c:v>
                </c:pt>
                <c:pt idx="401">
                  <c:v>179.300003</c:v>
                </c:pt>
                <c:pt idx="402">
                  <c:v>190.070007</c:v>
                </c:pt>
                <c:pt idx="403">
                  <c:v>194.05999800000001</c:v>
                </c:pt>
                <c:pt idx="404">
                  <c:v>202</c:v>
                </c:pt>
                <c:pt idx="405">
                  <c:v>204.66999799999999</c:v>
                </c:pt>
                <c:pt idx="406">
                  <c:v>206.979996</c:v>
                </c:pt>
                <c:pt idx="407">
                  <c:v>205.779999</c:v>
                </c:pt>
                <c:pt idx="408">
                  <c:v>204.86000100000001</c:v>
                </c:pt>
                <c:pt idx="409">
                  <c:v>206.78999300000001</c:v>
                </c:pt>
                <c:pt idx="410">
                  <c:v>203.779999</c:v>
                </c:pt>
                <c:pt idx="411">
                  <c:v>207.179993</c:v>
                </c:pt>
                <c:pt idx="412">
                  <c:v>206.020004</c:v>
                </c:pt>
                <c:pt idx="413">
                  <c:v>208.009995</c:v>
                </c:pt>
                <c:pt idx="414">
                  <c:v>206.25</c:v>
                </c:pt>
                <c:pt idx="415">
                  <c:v>207.35000600000001</c:v>
                </c:pt>
                <c:pt idx="416">
                  <c:v>203.820007</c:v>
                </c:pt>
                <c:pt idx="417">
                  <c:v>203.10000600000001</c:v>
                </c:pt>
                <c:pt idx="418">
                  <c:v>199.66000399999999</c:v>
                </c:pt>
                <c:pt idx="419">
                  <c:v>196.679993</c:v>
                </c:pt>
                <c:pt idx="420">
                  <c:v>204</c:v>
                </c:pt>
                <c:pt idx="421">
                  <c:v>206.05999800000001</c:v>
                </c:pt>
                <c:pt idx="422">
                  <c:v>198.44000199999999</c:v>
                </c:pt>
                <c:pt idx="423">
                  <c:v>197.770004</c:v>
                </c:pt>
                <c:pt idx="424">
                  <c:v>207.029999</c:v>
                </c:pt>
                <c:pt idx="425">
                  <c:v>204.929993</c:v>
                </c:pt>
                <c:pt idx="426">
                  <c:v>210.14999399999999</c:v>
                </c:pt>
                <c:pt idx="427">
                  <c:v>218.800003</c:v>
                </c:pt>
                <c:pt idx="428">
                  <c:v>220.21000699999999</c:v>
                </c:pt>
                <c:pt idx="429">
                  <c:v>219.86999499999999</c:v>
                </c:pt>
                <c:pt idx="430">
                  <c:v>249.029999</c:v>
                </c:pt>
                <c:pt idx="431">
                  <c:v>290</c:v>
                </c:pt>
                <c:pt idx="432">
                  <c:v>278.25</c:v>
                </c:pt>
                <c:pt idx="433">
                  <c:v>273.14999399999999</c:v>
                </c:pt>
                <c:pt idx="434">
                  <c:v>278.48998999999998</c:v>
                </c:pt>
                <c:pt idx="435">
                  <c:v>289.14999399999999</c:v>
                </c:pt>
                <c:pt idx="436">
                  <c:v>297.5</c:v>
                </c:pt>
                <c:pt idx="437">
                  <c:v>292.52999899999998</c:v>
                </c:pt>
                <c:pt idx="438">
                  <c:v>295</c:v>
                </c:pt>
                <c:pt idx="439">
                  <c:v>285.95001200000002</c:v>
                </c:pt>
                <c:pt idx="440">
                  <c:v>281.98998999999998</c:v>
                </c:pt>
                <c:pt idx="441">
                  <c:v>283.35998499999999</c:v>
                </c:pt>
                <c:pt idx="442">
                  <c:v>285.98998999999998</c:v>
                </c:pt>
                <c:pt idx="443">
                  <c:v>287.82000699999998</c:v>
                </c:pt>
                <c:pt idx="444">
                  <c:v>296.790009</c:v>
                </c:pt>
                <c:pt idx="445">
                  <c:v>287.94000199999999</c:v>
                </c:pt>
                <c:pt idx="446">
                  <c:v>269.79998799999998</c:v>
                </c:pt>
                <c:pt idx="447">
                  <c:v>276.35000600000001</c:v>
                </c:pt>
                <c:pt idx="448">
                  <c:v>274.959991</c:v>
                </c:pt>
                <c:pt idx="449">
                  <c:v>275.82998700000002</c:v>
                </c:pt>
                <c:pt idx="450">
                  <c:v>267.13000499999998</c:v>
                </c:pt>
                <c:pt idx="451">
                  <c:v>265.10998499999999</c:v>
                </c:pt>
                <c:pt idx="452">
                  <c:v>264.709991</c:v>
                </c:pt>
                <c:pt idx="453">
                  <c:v>261.82000699999998</c:v>
                </c:pt>
                <c:pt idx="454">
                  <c:v>269.01998900000001</c:v>
                </c:pt>
                <c:pt idx="455">
                  <c:v>272.77999899999998</c:v>
                </c:pt>
                <c:pt idx="456">
                  <c:v>263.35000600000001</c:v>
                </c:pt>
                <c:pt idx="457">
                  <c:v>263.209991</c:v>
                </c:pt>
                <c:pt idx="458">
                  <c:v>274.540009</c:v>
                </c:pt>
                <c:pt idx="459">
                  <c:v>279.55999800000001</c:v>
                </c:pt>
                <c:pt idx="460">
                  <c:v>271.60000600000001</c:v>
                </c:pt>
                <c:pt idx="461">
                  <c:v>275.35000600000001</c:v>
                </c:pt>
                <c:pt idx="462">
                  <c:v>281.25</c:v>
                </c:pt>
                <c:pt idx="463">
                  <c:v>299.47000100000002</c:v>
                </c:pt>
                <c:pt idx="464">
                  <c:v>297.11999500000002</c:v>
                </c:pt>
                <c:pt idx="465">
                  <c:v>298.26001000000002</c:v>
                </c:pt>
                <c:pt idx="466">
                  <c:v>300</c:v>
                </c:pt>
                <c:pt idx="467">
                  <c:v>303</c:v>
                </c:pt>
                <c:pt idx="468">
                  <c:v>294.19000199999999</c:v>
                </c:pt>
                <c:pt idx="469">
                  <c:v>303.01001000000002</c:v>
                </c:pt>
                <c:pt idx="470">
                  <c:v>305.08999599999999</c:v>
                </c:pt>
                <c:pt idx="471">
                  <c:v>303.51998900000001</c:v>
                </c:pt>
                <c:pt idx="472">
                  <c:v>289.07000699999998</c:v>
                </c:pt>
                <c:pt idx="473">
                  <c:v>289.35998499999999</c:v>
                </c:pt>
                <c:pt idx="474">
                  <c:v>288.92999300000002</c:v>
                </c:pt>
                <c:pt idx="475">
                  <c:v>292.98998999999998</c:v>
                </c:pt>
                <c:pt idx="476">
                  <c:v>301.48001099999999</c:v>
                </c:pt>
                <c:pt idx="477">
                  <c:v>300</c:v>
                </c:pt>
                <c:pt idx="478">
                  <c:v>291.42999300000002</c:v>
                </c:pt>
                <c:pt idx="479">
                  <c:v>338.5</c:v>
                </c:pt>
                <c:pt idx="480">
                  <c:v>336.82000699999998</c:v>
                </c:pt>
                <c:pt idx="481">
                  <c:v>345.82998700000002</c:v>
                </c:pt>
                <c:pt idx="482">
                  <c:v>337.709991</c:v>
                </c:pt>
                <c:pt idx="483">
                  <c:v>332.58999599999999</c:v>
                </c:pt>
                <c:pt idx="484">
                  <c:v>332.98998999999998</c:v>
                </c:pt>
                <c:pt idx="485">
                  <c:v>335</c:v>
                </c:pt>
                <c:pt idx="486">
                  <c:v>323.64001500000001</c:v>
                </c:pt>
                <c:pt idx="487">
                  <c:v>340.57000699999998</c:v>
                </c:pt>
                <c:pt idx="488">
                  <c:v>325</c:v>
                </c:pt>
                <c:pt idx="489">
                  <c:v>317.86999500000002</c:v>
                </c:pt>
                <c:pt idx="490">
                  <c:v>321.61999500000002</c:v>
                </c:pt>
                <c:pt idx="491">
                  <c:v>297.290009</c:v>
                </c:pt>
                <c:pt idx="492">
                  <c:v>291.04998799999998</c:v>
                </c:pt>
                <c:pt idx="493">
                  <c:v>295</c:v>
                </c:pt>
                <c:pt idx="494">
                  <c:v>304.10000600000001</c:v>
                </c:pt>
                <c:pt idx="495">
                  <c:v>301.48998999999998</c:v>
                </c:pt>
                <c:pt idx="496">
                  <c:v>286.85998499999999</c:v>
                </c:pt>
                <c:pt idx="497">
                  <c:v>248.779999</c:v>
                </c:pt>
                <c:pt idx="498">
                  <c:v>250</c:v>
                </c:pt>
                <c:pt idx="499">
                  <c:v>234.320007</c:v>
                </c:pt>
                <c:pt idx="500">
                  <c:v>243.300003</c:v>
                </c:pt>
                <c:pt idx="501">
                  <c:v>254.759995</c:v>
                </c:pt>
                <c:pt idx="502">
                  <c:v>263.77999899999998</c:v>
                </c:pt>
                <c:pt idx="503">
                  <c:v>258.01001000000002</c:v>
                </c:pt>
                <c:pt idx="504">
                  <c:v>253.509995</c:v>
                </c:pt>
                <c:pt idx="505">
                  <c:v>243.970001</c:v>
                </c:pt>
                <c:pt idx="506">
                  <c:v>241.820007</c:v>
                </c:pt>
                <c:pt idx="507">
                  <c:v>250.64999399999999</c:v>
                </c:pt>
                <c:pt idx="508">
                  <c:v>228.66000399999999</c:v>
                </c:pt>
                <c:pt idx="509">
                  <c:v>232.929993</c:v>
                </c:pt>
                <c:pt idx="510">
                  <c:v>246.58999600000001</c:v>
                </c:pt>
                <c:pt idx="511">
                  <c:v>256.64001500000001</c:v>
                </c:pt>
                <c:pt idx="512">
                  <c:v>257.41000400000001</c:v>
                </c:pt>
                <c:pt idx="513">
                  <c:v>255.46000699999999</c:v>
                </c:pt>
                <c:pt idx="514">
                  <c:v>255.270004</c:v>
                </c:pt>
                <c:pt idx="515">
                  <c:v>245</c:v>
                </c:pt>
                <c:pt idx="516">
                  <c:v>247.990005</c:v>
                </c:pt>
                <c:pt idx="517">
                  <c:v>250.240005</c:v>
                </c:pt>
                <c:pt idx="518">
                  <c:v>250.16000399999999</c:v>
                </c:pt>
                <c:pt idx="519">
                  <c:v>235.08500699999999</c:v>
                </c:pt>
                <c:pt idx="520">
                  <c:v>211.029999</c:v>
                </c:pt>
                <c:pt idx="521">
                  <c:v>201</c:v>
                </c:pt>
                <c:pt idx="522">
                  <c:v>202.800003</c:v>
                </c:pt>
                <c:pt idx="523">
                  <c:v>193.88000500000001</c:v>
                </c:pt>
                <c:pt idx="524">
                  <c:v>205</c:v>
                </c:pt>
                <c:pt idx="525">
                  <c:v>212.320007</c:v>
                </c:pt>
                <c:pt idx="526">
                  <c:v>205.009995</c:v>
                </c:pt>
                <c:pt idx="527">
                  <c:v>183.990005</c:v>
                </c:pt>
                <c:pt idx="528">
                  <c:v>176.029999</c:v>
                </c:pt>
                <c:pt idx="529">
                  <c:v>172.71000699999999</c:v>
                </c:pt>
                <c:pt idx="530">
                  <c:v>171.46000699999999</c:v>
                </c:pt>
                <c:pt idx="531">
                  <c:v>168.13999899999999</c:v>
                </c:pt>
                <c:pt idx="532">
                  <c:v>152</c:v>
                </c:pt>
                <c:pt idx="533">
                  <c:v>161.10000600000001</c:v>
                </c:pt>
                <c:pt idx="534">
                  <c:v>165.13999899999999</c:v>
                </c:pt>
                <c:pt idx="535">
                  <c:v>165.220001</c:v>
                </c:pt>
                <c:pt idx="536">
                  <c:v>158.509995</c:v>
                </c:pt>
                <c:pt idx="537">
                  <c:v>170.96000699999999</c:v>
                </c:pt>
                <c:pt idx="538">
                  <c:v>193.520004</c:v>
                </c:pt>
                <c:pt idx="539">
                  <c:v>192.80999800000001</c:v>
                </c:pt>
                <c:pt idx="540">
                  <c:v>176.75</c:v>
                </c:pt>
                <c:pt idx="541">
                  <c:v>202.13999899999999</c:v>
                </c:pt>
                <c:pt idx="542">
                  <c:v>230</c:v>
                </c:pt>
                <c:pt idx="543">
                  <c:v>229.300003</c:v>
                </c:pt>
                <c:pt idx="544">
                  <c:v>236.949997</c:v>
                </c:pt>
                <c:pt idx="545">
                  <c:v>246.91999799999999</c:v>
                </c:pt>
                <c:pt idx="546">
                  <c:v>250.009995</c:v>
                </c:pt>
                <c:pt idx="547">
                  <c:v>235.509995</c:v>
                </c:pt>
                <c:pt idx="548">
                  <c:v>243.470001</c:v>
                </c:pt>
                <c:pt idx="549">
                  <c:v>249.14999399999999</c:v>
                </c:pt>
                <c:pt idx="550">
                  <c:v>254.070007</c:v>
                </c:pt>
                <c:pt idx="551">
                  <c:v>233.63000500000001</c:v>
                </c:pt>
                <c:pt idx="552">
                  <c:v>221.66000399999999</c:v>
                </c:pt>
                <c:pt idx="553">
                  <c:v>219.449997</c:v>
                </c:pt>
                <c:pt idx="554">
                  <c:v>198.75</c:v>
                </c:pt>
                <c:pt idx="555">
                  <c:v>226.009995</c:v>
                </c:pt>
                <c:pt idx="556">
                  <c:v>234.88000500000001</c:v>
                </c:pt>
                <c:pt idx="557">
                  <c:v>238.05999800000001</c:v>
                </c:pt>
                <c:pt idx="558">
                  <c:v>233.86000100000001</c:v>
                </c:pt>
                <c:pt idx="559">
                  <c:v>233.88000500000001</c:v>
                </c:pt>
                <c:pt idx="560">
                  <c:v>222.11000100000001</c:v>
                </c:pt>
                <c:pt idx="561">
                  <c:v>209.41000399999999</c:v>
                </c:pt>
                <c:pt idx="562">
                  <c:v>182.759995</c:v>
                </c:pt>
                <c:pt idx="563">
                  <c:v>192.58000200000001</c:v>
                </c:pt>
                <c:pt idx="564">
                  <c:v>193.990005</c:v>
                </c:pt>
                <c:pt idx="565">
                  <c:v>206</c:v>
                </c:pt>
                <c:pt idx="566">
                  <c:v>183.28999300000001</c:v>
                </c:pt>
                <c:pt idx="567">
                  <c:v>173.529999</c:v>
                </c:pt>
                <c:pt idx="568">
                  <c:v>180.55999800000001</c:v>
                </c:pt>
                <c:pt idx="569">
                  <c:v>192.449997</c:v>
                </c:pt>
                <c:pt idx="570">
                  <c:v>206.11000100000001</c:v>
                </c:pt>
                <c:pt idx="571">
                  <c:v>219.220001</c:v>
                </c:pt>
                <c:pt idx="572">
                  <c:v>221.570007</c:v>
                </c:pt>
                <c:pt idx="573">
                  <c:v>226.46000699999999</c:v>
                </c:pt>
                <c:pt idx="574">
                  <c:v>233.80999800000001</c:v>
                </c:pt>
                <c:pt idx="575">
                  <c:v>237.63999899999999</c:v>
                </c:pt>
                <c:pt idx="576">
                  <c:v>220.88999899999999</c:v>
                </c:pt>
                <c:pt idx="577">
                  <c:v>235.11000100000001</c:v>
                </c:pt>
                <c:pt idx="578">
                  <c:v>238.270004</c:v>
                </c:pt>
                <c:pt idx="579">
                  <c:v>233.55999800000001</c:v>
                </c:pt>
                <c:pt idx="580">
                  <c:v>223.11999499999999</c:v>
                </c:pt>
                <c:pt idx="581">
                  <c:v>232.179993</c:v>
                </c:pt>
                <c:pt idx="582">
                  <c:v>243.990005</c:v>
                </c:pt>
                <c:pt idx="583">
                  <c:v>219.03999300000001</c:v>
                </c:pt>
                <c:pt idx="584">
                  <c:v>211.30999800000001</c:v>
                </c:pt>
                <c:pt idx="585">
                  <c:v>202.80999800000001</c:v>
                </c:pt>
                <c:pt idx="586">
                  <c:v>196.96000699999999</c:v>
                </c:pt>
                <c:pt idx="587">
                  <c:v>207.36999499999999</c:v>
                </c:pt>
                <c:pt idx="588">
                  <c:v>198.270004</c:v>
                </c:pt>
                <c:pt idx="589">
                  <c:v>208.300003</c:v>
                </c:pt>
                <c:pt idx="590">
                  <c:v>194.08999600000001</c:v>
                </c:pt>
                <c:pt idx="591">
                  <c:v>194.779999</c:v>
                </c:pt>
                <c:pt idx="592">
                  <c:v>207.94000199999999</c:v>
                </c:pt>
                <c:pt idx="593">
                  <c:v>199.520004</c:v>
                </c:pt>
                <c:pt idx="594">
                  <c:v>178.990005</c:v>
                </c:pt>
                <c:pt idx="595">
                  <c:v>173.979996</c:v>
                </c:pt>
                <c:pt idx="596">
                  <c:v>181.58999600000001</c:v>
                </c:pt>
                <c:pt idx="597">
                  <c:v>174.19000199999999</c:v>
                </c:pt>
                <c:pt idx="598">
                  <c:v>175.970001</c:v>
                </c:pt>
                <c:pt idx="599">
                  <c:v>180.61000100000001</c:v>
                </c:pt>
                <c:pt idx="600">
                  <c:v>168</c:v>
                </c:pt>
                <c:pt idx="601">
                  <c:v>173.779999</c:v>
                </c:pt>
                <c:pt idx="602">
                  <c:v>170.050003</c:v>
                </c:pt>
                <c:pt idx="603">
                  <c:v>170.229996</c:v>
                </c:pt>
                <c:pt idx="604">
                  <c:v>125.160004</c:v>
                </c:pt>
                <c:pt idx="605">
                  <c:v>118.730003</c:v>
                </c:pt>
                <c:pt idx="606">
                  <c:v>111.25</c:v>
                </c:pt>
                <c:pt idx="607">
                  <c:v>105.959999</c:v>
                </c:pt>
                <c:pt idx="608">
                  <c:v>95.089995999999999</c:v>
                </c:pt>
                <c:pt idx="609">
                  <c:v>104.660004</c:v>
                </c:pt>
                <c:pt idx="610">
                  <c:v>116.25</c:v>
                </c:pt>
                <c:pt idx="611">
                  <c:v>113.860001</c:v>
                </c:pt>
                <c:pt idx="612">
                  <c:v>106.69000200000001</c:v>
                </c:pt>
                <c:pt idx="613">
                  <c:v>103.33000199999999</c:v>
                </c:pt>
                <c:pt idx="614">
                  <c:v>119.360001</c:v>
                </c:pt>
                <c:pt idx="615">
                  <c:v>115.30999799999999</c:v>
                </c:pt>
                <c:pt idx="616">
                  <c:v>111.220001</c:v>
                </c:pt>
                <c:pt idx="617">
                  <c:v>104.5</c:v>
                </c:pt>
                <c:pt idx="618">
                  <c:v>108.33000199999999</c:v>
                </c:pt>
                <c:pt idx="619">
                  <c:v>117.839996</c:v>
                </c:pt>
                <c:pt idx="620">
                  <c:v>124.839996</c:v>
                </c:pt>
                <c:pt idx="621">
                  <c:v>119.790001</c:v>
                </c:pt>
                <c:pt idx="622">
                  <c:v>116.470001</c:v>
                </c:pt>
                <c:pt idx="623">
                  <c:v>123.989998</c:v>
                </c:pt>
                <c:pt idx="624">
                  <c:v>130</c:v>
                </c:pt>
                <c:pt idx="625">
                  <c:v>126.699997</c:v>
                </c:pt>
                <c:pt idx="626">
                  <c:v>134.16999799999999</c:v>
                </c:pt>
                <c:pt idx="627">
                  <c:v>131.94000199999999</c:v>
                </c:pt>
                <c:pt idx="628">
                  <c:v>124.629997</c:v>
                </c:pt>
                <c:pt idx="629">
                  <c:v>108.55999799999999</c:v>
                </c:pt>
                <c:pt idx="630">
                  <c:v>105</c:v>
                </c:pt>
                <c:pt idx="631">
                  <c:v>108.550003</c:v>
                </c:pt>
                <c:pt idx="632">
                  <c:v>111</c:v>
                </c:pt>
                <c:pt idx="633">
                  <c:v>104.449997</c:v>
                </c:pt>
                <c:pt idx="634">
                  <c:v>111.25</c:v>
                </c:pt>
                <c:pt idx="635">
                  <c:v>109.730003</c:v>
                </c:pt>
                <c:pt idx="636">
                  <c:v>114.019997</c:v>
                </c:pt>
                <c:pt idx="637">
                  <c:v>126.220001</c:v>
                </c:pt>
                <c:pt idx="638">
                  <c:v>129.14999399999999</c:v>
                </c:pt>
                <c:pt idx="639">
                  <c:v>125.129997</c:v>
                </c:pt>
                <c:pt idx="640">
                  <c:v>115.5</c:v>
                </c:pt>
                <c:pt idx="641">
                  <c:v>112.339996</c:v>
                </c:pt>
                <c:pt idx="642">
                  <c:v>111.699997</c:v>
                </c:pt>
                <c:pt idx="643">
                  <c:v>112</c:v>
                </c:pt>
                <c:pt idx="644">
                  <c:v>126.029999</c:v>
                </c:pt>
                <c:pt idx="645">
                  <c:v>122.75</c:v>
                </c:pt>
                <c:pt idx="646">
                  <c:v>128.479996</c:v>
                </c:pt>
                <c:pt idx="647">
                  <c:v>128.740005</c:v>
                </c:pt>
                <c:pt idx="648">
                  <c:v>127.980003</c:v>
                </c:pt>
                <c:pt idx="649">
                  <c:v>118.860001</c:v>
                </c:pt>
                <c:pt idx="650">
                  <c:v>121.019997</c:v>
                </c:pt>
                <c:pt idx="651">
                  <c:v>119.379997</c:v>
                </c:pt>
                <c:pt idx="652">
                  <c:v>124.120003</c:v>
                </c:pt>
                <c:pt idx="653">
                  <c:v>127.470001</c:v>
                </c:pt>
                <c:pt idx="654">
                  <c:v>127.480003</c:v>
                </c:pt>
                <c:pt idx="655">
                  <c:v>137.699997</c:v>
                </c:pt>
                <c:pt idx="656">
                  <c:v>137.05999800000001</c:v>
                </c:pt>
                <c:pt idx="657">
                  <c:v>129.05999800000001</c:v>
                </c:pt>
                <c:pt idx="658">
                  <c:v>122.5</c:v>
                </c:pt>
                <c:pt idx="659">
                  <c:v>125.370003</c:v>
                </c:pt>
                <c:pt idx="660">
                  <c:v>128.009995</c:v>
                </c:pt>
                <c:pt idx="661">
                  <c:v>132.58000200000001</c:v>
                </c:pt>
                <c:pt idx="662">
                  <c:v>134.759995</c:v>
                </c:pt>
                <c:pt idx="663">
                  <c:v>131.550003</c:v>
                </c:pt>
                <c:pt idx="664">
                  <c:v>137.58999600000001</c:v>
                </c:pt>
                <c:pt idx="665">
                  <c:v>140.80999800000001</c:v>
                </c:pt>
                <c:pt idx="666">
                  <c:v>136</c:v>
                </c:pt>
                <c:pt idx="667">
                  <c:v>143.80999800000001</c:v>
                </c:pt>
                <c:pt idx="668">
                  <c:v>145.320007</c:v>
                </c:pt>
                <c:pt idx="669">
                  <c:v>153.979996</c:v>
                </c:pt>
                <c:pt idx="670">
                  <c:v>164.779999</c:v>
                </c:pt>
                <c:pt idx="671">
                  <c:v>154.520004</c:v>
                </c:pt>
                <c:pt idx="672">
                  <c:v>155.88000500000001</c:v>
                </c:pt>
                <c:pt idx="673">
                  <c:v>157.11000100000001</c:v>
                </c:pt>
                <c:pt idx="674">
                  <c:v>150</c:v>
                </c:pt>
                <c:pt idx="675">
                  <c:v>151.009995</c:v>
                </c:pt>
                <c:pt idx="676">
                  <c:v>174.39999399999999</c:v>
                </c:pt>
                <c:pt idx="677">
                  <c:v>169.979996</c:v>
                </c:pt>
                <c:pt idx="678">
                  <c:v>165.05999800000001</c:v>
                </c:pt>
                <c:pt idx="679">
                  <c:v>163.240005</c:v>
                </c:pt>
                <c:pt idx="680">
                  <c:v>174.66000399999999</c:v>
                </c:pt>
                <c:pt idx="681">
                  <c:v>179</c:v>
                </c:pt>
                <c:pt idx="682">
                  <c:v>165</c:v>
                </c:pt>
                <c:pt idx="683">
                  <c:v>165.75</c:v>
                </c:pt>
                <c:pt idx="684">
                  <c:v>167.529999</c:v>
                </c:pt>
                <c:pt idx="685">
                  <c:v>158.25</c:v>
                </c:pt>
                <c:pt idx="686">
                  <c:v>153.240005</c:v>
                </c:pt>
                <c:pt idx="687">
                  <c:v>149.83000200000001</c:v>
                </c:pt>
                <c:pt idx="688">
                  <c:v>148</c:v>
                </c:pt>
                <c:pt idx="689">
                  <c:v>153.75</c:v>
                </c:pt>
                <c:pt idx="690">
                  <c:v>163.46000699999999</c:v>
                </c:pt>
                <c:pt idx="691">
                  <c:v>172.71000699999999</c:v>
                </c:pt>
                <c:pt idx="692">
                  <c:v>160</c:v>
                </c:pt>
                <c:pt idx="693">
                  <c:v>163.35000600000001</c:v>
                </c:pt>
                <c:pt idx="694">
                  <c:v>160.05999800000001</c:v>
                </c:pt>
                <c:pt idx="695">
                  <c:v>155.41999799999999</c:v>
                </c:pt>
                <c:pt idx="696">
                  <c:v>146.13000500000001</c:v>
                </c:pt>
                <c:pt idx="697">
                  <c:v>142.259995</c:v>
                </c:pt>
                <c:pt idx="698">
                  <c:v>143.429993</c:v>
                </c:pt>
                <c:pt idx="699">
                  <c:v>137.46000699999999</c:v>
                </c:pt>
                <c:pt idx="700">
                  <c:v>127.370003</c:v>
                </c:pt>
                <c:pt idx="701">
                  <c:v>125.379997</c:v>
                </c:pt>
                <c:pt idx="702">
                  <c:v>128.699997</c:v>
                </c:pt>
                <c:pt idx="703">
                  <c:v>129</c:v>
                </c:pt>
                <c:pt idx="704">
                  <c:v>129.13999899999999</c:v>
                </c:pt>
                <c:pt idx="705">
                  <c:v>132.479996</c:v>
                </c:pt>
                <c:pt idx="706">
                  <c:v>133.60000600000001</c:v>
                </c:pt>
                <c:pt idx="707">
                  <c:v>143.800003</c:v>
                </c:pt>
                <c:pt idx="708">
                  <c:v>146.75</c:v>
                </c:pt>
                <c:pt idx="709">
                  <c:v>149.979996</c:v>
                </c:pt>
                <c:pt idx="710">
                  <c:v>143.35000600000001</c:v>
                </c:pt>
                <c:pt idx="711">
                  <c:v>137.949997</c:v>
                </c:pt>
                <c:pt idx="712">
                  <c:v>127.199997</c:v>
                </c:pt>
                <c:pt idx="713">
                  <c:v>124.050003</c:v>
                </c:pt>
                <c:pt idx="714">
                  <c:v>116.339996</c:v>
                </c:pt>
                <c:pt idx="715">
                  <c:v>125.18</c:v>
                </c:pt>
                <c:pt idx="716">
                  <c:v>123</c:v>
                </c:pt>
                <c:pt idx="717">
                  <c:v>132.550003</c:v>
                </c:pt>
                <c:pt idx="718">
                  <c:v>127.83000199999999</c:v>
                </c:pt>
                <c:pt idx="719">
                  <c:v>124.449997</c:v>
                </c:pt>
                <c:pt idx="720">
                  <c:v>126.110001</c:v>
                </c:pt>
                <c:pt idx="721">
                  <c:v>127.75</c:v>
                </c:pt>
                <c:pt idx="722">
                  <c:v>129.009995</c:v>
                </c:pt>
                <c:pt idx="723">
                  <c:v>129.779999</c:v>
                </c:pt>
                <c:pt idx="724">
                  <c:v>130.75</c:v>
                </c:pt>
                <c:pt idx="725">
                  <c:v>132.86999499999999</c:v>
                </c:pt>
                <c:pt idx="726">
                  <c:v>132.429993</c:v>
                </c:pt>
                <c:pt idx="727">
                  <c:v>138.55999800000001</c:v>
                </c:pt>
                <c:pt idx="728">
                  <c:v>130</c:v>
                </c:pt>
                <c:pt idx="729">
                  <c:v>115.959999</c:v>
                </c:pt>
                <c:pt idx="730">
                  <c:v>114</c:v>
                </c:pt>
                <c:pt idx="731">
                  <c:v>107.68</c:v>
                </c:pt>
                <c:pt idx="732">
                  <c:v>105.389999</c:v>
                </c:pt>
                <c:pt idx="733">
                  <c:v>101.980003</c:v>
                </c:pt>
                <c:pt idx="734">
                  <c:v>112.019997</c:v>
                </c:pt>
                <c:pt idx="735">
                  <c:v>119.650002</c:v>
                </c:pt>
                <c:pt idx="736">
                  <c:v>123.43</c:v>
                </c:pt>
                <c:pt idx="737">
                  <c:v>127.82</c:v>
                </c:pt>
                <c:pt idx="738">
                  <c:v>126.849998</c:v>
                </c:pt>
                <c:pt idx="739">
                  <c:v>119.68</c:v>
                </c:pt>
                <c:pt idx="740">
                  <c:v>119</c:v>
                </c:pt>
                <c:pt idx="741">
                  <c:v>110.769997</c:v>
                </c:pt>
                <c:pt idx="742">
                  <c:v>111</c:v>
                </c:pt>
                <c:pt idx="743">
                  <c:v>115.19000200000001</c:v>
                </c:pt>
                <c:pt idx="744">
                  <c:v>120.370003</c:v>
                </c:pt>
                <c:pt idx="745">
                  <c:v>119.860001</c:v>
                </c:pt>
                <c:pt idx="746">
                  <c:v>116.800003</c:v>
                </c:pt>
                <c:pt idx="747">
                  <c:v>113.639999</c:v>
                </c:pt>
                <c:pt idx="748">
                  <c:v>119.519997</c:v>
                </c:pt>
                <c:pt idx="749">
                  <c:v>119.629997</c:v>
                </c:pt>
                <c:pt idx="750">
                  <c:v>120.459999</c:v>
                </c:pt>
                <c:pt idx="751">
                  <c:v>111</c:v>
                </c:pt>
                <c:pt idx="752">
                  <c:v>107.07</c:v>
                </c:pt>
                <c:pt idx="753">
                  <c:v>111.860001</c:v>
                </c:pt>
                <c:pt idx="754">
                  <c:v>114.400002</c:v>
                </c:pt>
                <c:pt idx="755">
                  <c:v>112.760002</c:v>
                </c:pt>
                <c:pt idx="756">
                  <c:v>126</c:v>
                </c:pt>
                <c:pt idx="757">
                  <c:v>118</c:v>
                </c:pt>
                <c:pt idx="758">
                  <c:v>118.610001</c:v>
                </c:pt>
                <c:pt idx="759">
                  <c:v>111.519997</c:v>
                </c:pt>
                <c:pt idx="760">
                  <c:v>110.589996</c:v>
                </c:pt>
                <c:pt idx="761">
                  <c:v>104.050003</c:v>
                </c:pt>
                <c:pt idx="762">
                  <c:v>108.69000200000001</c:v>
                </c:pt>
                <c:pt idx="763">
                  <c:v>106.69000200000001</c:v>
                </c:pt>
                <c:pt idx="764">
                  <c:v>103.55999799999999</c:v>
                </c:pt>
                <c:pt idx="765">
                  <c:v>102.480003</c:v>
                </c:pt>
                <c:pt idx="766">
                  <c:v>102.739998</c:v>
                </c:pt>
                <c:pt idx="767">
                  <c:v>104.489998</c:v>
                </c:pt>
                <c:pt idx="768">
                  <c:v>106.139999</c:v>
                </c:pt>
                <c:pt idx="769">
                  <c:v>111.610001</c:v>
                </c:pt>
                <c:pt idx="770">
                  <c:v>111.41999800000001</c:v>
                </c:pt>
                <c:pt idx="771">
                  <c:v>105.010002</c:v>
                </c:pt>
                <c:pt idx="772">
                  <c:v>97.669998000000007</c:v>
                </c:pt>
                <c:pt idx="773">
                  <c:v>96.290001000000004</c:v>
                </c:pt>
                <c:pt idx="774">
                  <c:v>99.470000999999996</c:v>
                </c:pt>
                <c:pt idx="775">
                  <c:v>101.760002</c:v>
                </c:pt>
                <c:pt idx="776">
                  <c:v>103.050003</c:v>
                </c:pt>
                <c:pt idx="777">
                  <c:v>101.57</c:v>
                </c:pt>
                <c:pt idx="778">
                  <c:v>102.779999</c:v>
                </c:pt>
                <c:pt idx="779">
                  <c:v>108.19000200000001</c:v>
                </c:pt>
                <c:pt idx="780">
                  <c:v>102.07</c:v>
                </c:pt>
                <c:pt idx="781">
                  <c:v>100.5</c:v>
                </c:pt>
                <c:pt idx="782">
                  <c:v>104.739998</c:v>
                </c:pt>
                <c:pt idx="783">
                  <c:v>110.5</c:v>
                </c:pt>
                <c:pt idx="784">
                  <c:v>104.400002</c:v>
                </c:pt>
                <c:pt idx="785">
                  <c:v>109.910004</c:v>
                </c:pt>
                <c:pt idx="786">
                  <c:v>112.629997</c:v>
                </c:pt>
                <c:pt idx="787">
                  <c:v>117.16999800000001</c:v>
                </c:pt>
                <c:pt idx="788">
                  <c:v>114.5</c:v>
                </c:pt>
                <c:pt idx="789">
                  <c:v>116.540001</c:v>
                </c:pt>
                <c:pt idx="790">
                  <c:v>123.839996</c:v>
                </c:pt>
                <c:pt idx="791">
                  <c:v>97.739998</c:v>
                </c:pt>
                <c:pt idx="792">
                  <c:v>93.010002</c:v>
                </c:pt>
                <c:pt idx="793">
                  <c:v>94</c:v>
                </c:pt>
                <c:pt idx="794">
                  <c:v>100.949997</c:v>
                </c:pt>
                <c:pt idx="795">
                  <c:v>102.870003</c:v>
                </c:pt>
                <c:pt idx="796">
                  <c:v>96.879997000000003</c:v>
                </c:pt>
                <c:pt idx="797">
                  <c:v>95</c:v>
                </c:pt>
                <c:pt idx="798">
                  <c:v>94.809997999999993</c:v>
                </c:pt>
                <c:pt idx="799">
                  <c:v>96.540001000000004</c:v>
                </c:pt>
                <c:pt idx="800">
                  <c:v>99.730002999999996</c:v>
                </c:pt>
                <c:pt idx="801">
                  <c:v>95.599997999999999</c:v>
                </c:pt>
              </c:numCache>
            </c:numRef>
          </c:val>
          <c:smooth val="0"/>
          <c:extLst>
            <c:ext xmlns:c16="http://schemas.microsoft.com/office/drawing/2014/chart" uri="{C3380CC4-5D6E-409C-BE32-E72D297353CC}">
              <c16:uniqueId val="{00000000-A11F-4852-AE7E-E0D97DFB074B}"/>
            </c:ext>
          </c:extLst>
        </c:ser>
        <c:dLbls>
          <c:showLegendKey val="0"/>
          <c:showVal val="0"/>
          <c:showCatName val="0"/>
          <c:showSerName val="0"/>
          <c:showPercent val="0"/>
          <c:showBubbleSize val="0"/>
        </c:dLbls>
        <c:smooth val="0"/>
        <c:axId val="354526088"/>
        <c:axId val="354528384"/>
      </c:lineChart>
      <c:dateAx>
        <c:axId val="354526088"/>
        <c:scaling>
          <c:orientation val="minMax"/>
        </c:scaling>
        <c:delete val="0"/>
        <c:axPos val="b"/>
        <c:numFmt formatCode="m/d/yyyy"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en-US"/>
          </a:p>
        </c:txPr>
        <c:crossAx val="354528384"/>
        <c:crosses val="autoZero"/>
        <c:auto val="1"/>
        <c:lblOffset val="100"/>
        <c:baseTimeUnit val="days"/>
      </c:dateAx>
      <c:valAx>
        <c:axId val="354528384"/>
        <c:scaling>
          <c:orientation val="minMax"/>
        </c:scaling>
        <c:delete val="0"/>
        <c:axPos val="l"/>
        <c:majorGridlines>
          <c:spPr>
            <a:ln w="9525" cap="flat" cmpd="sng" algn="ctr">
              <a:no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en-US"/>
          </a:p>
        </c:txPr>
        <c:crossAx val="354526088"/>
        <c:crosses val="autoZero"/>
        <c:crossBetween val="between"/>
      </c:valAx>
      <c:spPr>
        <a:noFill/>
        <a:ln>
          <a:noFill/>
        </a:ln>
        <a:effectLst/>
      </c:spPr>
    </c:plotArea>
    <c:plotVisOnly val="1"/>
    <c:dispBlanksAs val="gap"/>
    <c:extLst>
      <c:ext xmlns:c16r3="http://schemas.microsoft.com/office/drawing/2017/03/chart" uri="{56B9EC1D-385E-4148-901F-78D8002777C0}">
        <c16r3:dataDisplayOptions16>
          <c16r3:dispNaAsBlank val="1"/>
        </c16r3:dataDisplayOptions16>
      </c:ext>
    </c:extLst>
    <c:showDLblsOverMax val="0"/>
  </c:chart>
  <c:spPr>
    <a:noFill/>
    <a:ln>
      <a:noFill/>
    </a:ln>
    <a:effectLst/>
  </c:spPr>
  <c:txPr>
    <a:bodyPr/>
    <a:lstStyle/>
    <a:p>
      <a:pPr>
        <a:defRPr/>
      </a:pPr>
      <a:endParaRPr lang="en-US"/>
    </a:p>
  </c:txPr>
  <c:externalData r:id="rId3">
    <c:autoUpdate val="0"/>
  </c:externalData>
  <c:userShapes r:id="rId4"/>
</c:chartSpace>
</file>

<file path=ppt/charts/chart5.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862" b="0" i="0" u="none" strike="noStrike" kern="1200" spc="0" baseline="0">
                <a:solidFill>
                  <a:schemeClr val="tx1">
                    <a:lumMod val="65000"/>
                    <a:lumOff val="35000"/>
                  </a:schemeClr>
                </a:solidFill>
                <a:latin typeface="+mn-lt"/>
                <a:ea typeface="+mn-ea"/>
                <a:cs typeface="+mn-cs"/>
              </a:defRPr>
            </a:pPr>
            <a:r>
              <a:rPr lang="en-US" dirty="0"/>
              <a:t>Businesses</a:t>
            </a:r>
            <a:r>
              <a:rPr lang="en-US" baseline="0" dirty="0"/>
              <a:t> on Platform(in 1000’s)</a:t>
            </a:r>
            <a:endParaRPr lang="en-US" dirty="0"/>
          </a:p>
        </c:rich>
      </c:tx>
      <c:overlay val="0"/>
      <c:spPr>
        <a:noFill/>
        <a:ln>
          <a:noFill/>
        </a:ln>
        <a:effectLst/>
      </c:spPr>
      <c:txPr>
        <a:bodyPr rot="0" spcFirstLastPara="1" vertOverflow="ellipsis" vert="horz" wrap="square" anchor="ctr" anchorCtr="1"/>
        <a:lstStyle/>
        <a:p>
          <a:pPr>
            <a:defRPr sz="1862" b="0" i="0" u="none" strike="noStrike" kern="1200" spc="0" baseline="0">
              <a:solidFill>
                <a:schemeClr val="tx1">
                  <a:lumMod val="65000"/>
                  <a:lumOff val="35000"/>
                </a:schemeClr>
              </a:solidFill>
              <a:latin typeface="+mn-lt"/>
              <a:ea typeface="+mn-ea"/>
              <a:cs typeface="+mn-cs"/>
            </a:defRPr>
          </a:pPr>
          <a:endParaRPr lang="en-US"/>
        </a:p>
      </c:txPr>
    </c:title>
    <c:autoTitleDeleted val="0"/>
    <c:plotArea>
      <c:layout/>
      <c:barChart>
        <c:barDir val="col"/>
        <c:grouping val="stacked"/>
        <c:varyColors val="0"/>
        <c:ser>
          <c:idx val="0"/>
          <c:order val="0"/>
          <c:tx>
            <c:strRef>
              <c:f>Sheet1!$B$1</c:f>
              <c:strCache>
                <c:ptCount val="1"/>
                <c:pt idx="0">
                  <c:v>BILL Standalone Customers</c:v>
                </c:pt>
              </c:strCache>
            </c:strRef>
          </c:tx>
          <c:spPr>
            <a:solidFill>
              <a:schemeClr val="accent1"/>
            </a:solidFill>
            <a:ln>
              <a:noFill/>
            </a:ln>
            <a:effectLst/>
          </c:spPr>
          <c:invertIfNegative val="0"/>
          <c:cat>
            <c:strRef>
              <c:f>Sheet1!$A$2:$A$6</c:f>
              <c:strCache>
                <c:ptCount val="5"/>
                <c:pt idx="0">
                  <c:v>Q2'22</c:v>
                </c:pt>
                <c:pt idx="1">
                  <c:v>Q3'22</c:v>
                </c:pt>
                <c:pt idx="2">
                  <c:v>Q4'22</c:v>
                </c:pt>
                <c:pt idx="3">
                  <c:v>Q1'23</c:v>
                </c:pt>
                <c:pt idx="4">
                  <c:v>Q2'23</c:v>
                </c:pt>
              </c:strCache>
            </c:strRef>
          </c:cat>
          <c:val>
            <c:numRef>
              <c:f>Sheet1!$B$2:$B$6</c:f>
              <c:numCache>
                <c:formatCode>General</c:formatCode>
                <c:ptCount val="5"/>
                <c:pt idx="0">
                  <c:v>135</c:v>
                </c:pt>
                <c:pt idx="1">
                  <c:v>146.6</c:v>
                </c:pt>
                <c:pt idx="2">
                  <c:v>157.80000000000001</c:v>
                </c:pt>
                <c:pt idx="3">
                  <c:v>172</c:v>
                </c:pt>
                <c:pt idx="4">
                  <c:v>182.7</c:v>
                </c:pt>
              </c:numCache>
            </c:numRef>
          </c:val>
          <c:extLst>
            <c:ext xmlns:c16="http://schemas.microsoft.com/office/drawing/2014/chart" uri="{C3380CC4-5D6E-409C-BE32-E72D297353CC}">
              <c16:uniqueId val="{00000000-E356-40F3-969E-EEB942114AD9}"/>
            </c:ext>
          </c:extLst>
        </c:ser>
        <c:ser>
          <c:idx val="1"/>
          <c:order val="1"/>
          <c:tx>
            <c:strRef>
              <c:f>Sheet1!$C$1</c:f>
              <c:strCache>
                <c:ptCount val="1"/>
                <c:pt idx="0">
                  <c:v>Invoice2Go Subscribers</c:v>
                </c:pt>
              </c:strCache>
            </c:strRef>
          </c:tx>
          <c:spPr>
            <a:solidFill>
              <a:schemeClr val="accent2"/>
            </a:solidFill>
            <a:ln>
              <a:noFill/>
            </a:ln>
            <a:effectLst/>
          </c:spPr>
          <c:invertIfNegative val="0"/>
          <c:cat>
            <c:strRef>
              <c:f>Sheet1!$A$2:$A$6</c:f>
              <c:strCache>
                <c:ptCount val="5"/>
                <c:pt idx="0">
                  <c:v>Q2'22</c:v>
                </c:pt>
                <c:pt idx="1">
                  <c:v>Q3'22</c:v>
                </c:pt>
                <c:pt idx="2">
                  <c:v>Q4'22</c:v>
                </c:pt>
                <c:pt idx="3">
                  <c:v>Q1'23</c:v>
                </c:pt>
                <c:pt idx="4">
                  <c:v>Q2'23</c:v>
                </c:pt>
              </c:strCache>
            </c:strRef>
          </c:cat>
          <c:val>
            <c:numRef>
              <c:f>Sheet1!$C$2:$C$6</c:f>
              <c:numCache>
                <c:formatCode>General</c:formatCode>
                <c:ptCount val="5"/>
                <c:pt idx="0">
                  <c:v>223</c:v>
                </c:pt>
                <c:pt idx="1">
                  <c:v>221.4</c:v>
                </c:pt>
                <c:pt idx="2">
                  <c:v>221.6</c:v>
                </c:pt>
                <c:pt idx="3">
                  <c:v>225.1</c:v>
                </c:pt>
                <c:pt idx="4">
                  <c:v>228.5</c:v>
                </c:pt>
              </c:numCache>
            </c:numRef>
          </c:val>
          <c:extLst>
            <c:ext xmlns:c16="http://schemas.microsoft.com/office/drawing/2014/chart" uri="{C3380CC4-5D6E-409C-BE32-E72D297353CC}">
              <c16:uniqueId val="{00000001-E356-40F3-969E-EEB942114AD9}"/>
            </c:ext>
          </c:extLst>
        </c:ser>
        <c:dLbls>
          <c:showLegendKey val="0"/>
          <c:showVal val="0"/>
          <c:showCatName val="0"/>
          <c:showSerName val="0"/>
          <c:showPercent val="0"/>
          <c:showBubbleSize val="0"/>
        </c:dLbls>
        <c:gapWidth val="150"/>
        <c:overlap val="100"/>
        <c:axId val="684181576"/>
        <c:axId val="684187152"/>
      </c:barChart>
      <c:catAx>
        <c:axId val="684181576"/>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en-US"/>
          </a:p>
        </c:txPr>
        <c:crossAx val="684187152"/>
        <c:crosses val="autoZero"/>
        <c:auto val="1"/>
        <c:lblAlgn val="ctr"/>
        <c:lblOffset val="100"/>
        <c:noMultiLvlLbl val="0"/>
      </c:catAx>
      <c:valAx>
        <c:axId val="684187152"/>
        <c:scaling>
          <c:orientation val="minMax"/>
        </c:scaling>
        <c:delete val="0"/>
        <c:axPos val="l"/>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en-US"/>
          </a:p>
        </c:txPr>
        <c:crossAx val="684181576"/>
        <c:crosses val="autoZero"/>
        <c:crossBetween val="between"/>
      </c:valAx>
      <c:spPr>
        <a:noFill/>
        <a:ln>
          <a:noFill/>
        </a:ln>
        <a:effectLst/>
      </c:spPr>
    </c:plotArea>
    <c:legend>
      <c:legendPos val="b"/>
      <c:overlay val="0"/>
      <c:spPr>
        <a:noFill/>
        <a:ln>
          <a:noFill/>
        </a:ln>
        <a:effectLst/>
      </c:spPr>
      <c:txPr>
        <a:bodyPr rot="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en-US"/>
        </a:p>
      </c:txPr>
    </c:legend>
    <c:plotVisOnly val="1"/>
    <c:dispBlanksAs val="gap"/>
    <c:extLst>
      <c:ext xmlns:c16r3="http://schemas.microsoft.com/office/drawing/2017/03/chart" uri="{56B9EC1D-385E-4148-901F-78D8002777C0}">
        <c16r3:dataDisplayOptions16>
          <c16r3:dispNaAsBlank val="1"/>
        </c16r3:dataDisplayOptions16>
      </c:ext>
    </c:extLst>
    <c:showDLblsOverMax val="0"/>
  </c:chart>
  <c:spPr>
    <a:noFill/>
    <a:ln>
      <a:noFill/>
    </a:ln>
    <a:effectLst/>
  </c:spPr>
  <c:txPr>
    <a:bodyPr/>
    <a:lstStyle/>
    <a:p>
      <a:pPr>
        <a:defRPr/>
      </a:pPr>
      <a:endParaRPr lang="en-US"/>
    </a:p>
  </c:txPr>
  <c:externalData r:id="rId3">
    <c:autoUpdate val="0"/>
  </c:externalData>
</c:chartSpace>
</file>

<file path=ppt/charts/chart6.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4"/>
    </mc:Choice>
    <mc:Fallback>
      <c:style val="4"/>
    </mc:Fallback>
  </mc:AlternateContent>
  <c:chart>
    <c:title>
      <c:tx>
        <c:rich>
          <a:bodyPr rot="0" spcFirstLastPara="1" vertOverflow="ellipsis" vert="horz" wrap="square" anchor="ctr" anchorCtr="1"/>
          <a:lstStyle/>
          <a:p>
            <a:pPr>
              <a:defRPr sz="1915" b="0" i="0" u="none" strike="noStrike" kern="1200" cap="all" spc="0" baseline="0">
                <a:gradFill>
                  <a:gsLst>
                    <a:gs pos="0">
                      <a:schemeClr val="dk1">
                        <a:lumMod val="50000"/>
                        <a:lumOff val="50000"/>
                      </a:schemeClr>
                    </a:gs>
                    <a:gs pos="100000">
                      <a:schemeClr val="dk1">
                        <a:lumMod val="85000"/>
                        <a:lumOff val="15000"/>
                      </a:schemeClr>
                    </a:gs>
                  </a:gsLst>
                  <a:lin ang="5400000" scaled="0"/>
                </a:gradFill>
                <a:latin typeface="+mn-lt"/>
                <a:ea typeface="+mn-ea"/>
                <a:cs typeface="+mn-cs"/>
              </a:defRPr>
            </a:pPr>
            <a:r>
              <a:rPr lang="en-US" b="1" dirty="0">
                <a:solidFill>
                  <a:srgbClr val="004C92"/>
                </a:solidFill>
              </a:rPr>
              <a:t>NDRR(in %)</a:t>
            </a:r>
          </a:p>
        </c:rich>
      </c:tx>
      <c:overlay val="0"/>
      <c:spPr>
        <a:noFill/>
        <a:ln>
          <a:noFill/>
        </a:ln>
        <a:effectLst/>
      </c:spPr>
      <c:txPr>
        <a:bodyPr rot="0" spcFirstLastPara="1" vertOverflow="ellipsis" vert="horz" wrap="square" anchor="ctr" anchorCtr="1"/>
        <a:lstStyle/>
        <a:p>
          <a:pPr>
            <a:defRPr sz="1915" b="0" i="0" u="none" strike="noStrike" kern="1200" cap="all" spc="0" baseline="0">
              <a:gradFill>
                <a:gsLst>
                  <a:gs pos="0">
                    <a:schemeClr val="dk1">
                      <a:lumMod val="50000"/>
                      <a:lumOff val="50000"/>
                    </a:schemeClr>
                  </a:gs>
                  <a:gs pos="100000">
                    <a:schemeClr val="dk1">
                      <a:lumMod val="85000"/>
                      <a:lumOff val="15000"/>
                    </a:schemeClr>
                  </a:gs>
                </a:gsLst>
                <a:lin ang="5400000" scaled="0"/>
              </a:gradFill>
              <a:latin typeface="+mn-lt"/>
              <a:ea typeface="+mn-ea"/>
              <a:cs typeface="+mn-cs"/>
            </a:defRPr>
          </a:pPr>
          <a:endParaRPr lang="en-US"/>
        </a:p>
      </c:txPr>
    </c:title>
    <c:autoTitleDeleted val="0"/>
    <c:plotArea>
      <c:layout/>
      <c:lineChart>
        <c:grouping val="standard"/>
        <c:varyColors val="0"/>
        <c:ser>
          <c:idx val="0"/>
          <c:order val="0"/>
          <c:tx>
            <c:strRef>
              <c:f>Sheet1!$B$1</c:f>
              <c:strCache>
                <c:ptCount val="1"/>
                <c:pt idx="0">
                  <c:v>NBRR(in %)</c:v>
                </c:pt>
              </c:strCache>
            </c:strRef>
          </c:tx>
          <c:spPr>
            <a:ln w="19050" cap="rnd" cmpd="sng" algn="ctr">
              <a:solidFill>
                <a:schemeClr val="accent2">
                  <a:shade val="95000"/>
                  <a:satMod val="105000"/>
                </a:schemeClr>
              </a:solidFill>
              <a:round/>
            </a:ln>
            <a:effectLst/>
          </c:spPr>
          <c:marker>
            <c:symbol val="circle"/>
            <c:size val="17"/>
            <c:spPr>
              <a:solidFill>
                <a:schemeClr val="lt1"/>
              </a:solidFill>
              <a:ln>
                <a:noFill/>
              </a:ln>
              <a:effectLst/>
            </c:spPr>
          </c:marker>
          <c:dLbls>
            <c:spPr>
              <a:noFill/>
              <a:ln>
                <a:noFill/>
              </a:ln>
              <a:effectLst/>
            </c:spPr>
            <c:txPr>
              <a:bodyPr rot="0" spcFirstLastPara="1" vertOverflow="ellipsis" vert="horz" wrap="square" lIns="38100" tIns="19050" rIns="38100" bIns="19050" anchor="ctr" anchorCtr="1">
                <a:spAutoFit/>
              </a:bodyPr>
              <a:lstStyle/>
              <a:p>
                <a:pPr>
                  <a:defRPr sz="1197" b="1" i="0" u="none" strike="noStrike" kern="1200" baseline="0">
                    <a:solidFill>
                      <a:schemeClr val="accent2"/>
                    </a:solidFill>
                    <a:latin typeface="+mn-lt"/>
                    <a:ea typeface="+mn-ea"/>
                    <a:cs typeface="+mn-cs"/>
                  </a:defRPr>
                </a:pPr>
                <a:endParaRPr lang="en-US"/>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a:solidFill>
                        <a:schemeClr val="dk1">
                          <a:lumMod val="35000"/>
                          <a:lumOff val="65000"/>
                        </a:schemeClr>
                      </a:solidFill>
                    </a:ln>
                    <a:effectLst/>
                  </c:spPr>
                </c15:leaderLines>
              </c:ext>
            </c:extLst>
          </c:dLbls>
          <c:cat>
            <c:numRef>
              <c:f>Sheet1!$A$2:$A$4</c:f>
              <c:numCache>
                <c:formatCode>General</c:formatCode>
                <c:ptCount val="3"/>
                <c:pt idx="0">
                  <c:v>2020</c:v>
                </c:pt>
                <c:pt idx="1">
                  <c:v>2021</c:v>
                </c:pt>
                <c:pt idx="2">
                  <c:v>2022</c:v>
                </c:pt>
              </c:numCache>
            </c:numRef>
          </c:cat>
          <c:val>
            <c:numRef>
              <c:f>Sheet1!$B$2:$B$4</c:f>
              <c:numCache>
                <c:formatCode>General</c:formatCode>
                <c:ptCount val="3"/>
                <c:pt idx="0">
                  <c:v>121</c:v>
                </c:pt>
                <c:pt idx="1">
                  <c:v>124</c:v>
                </c:pt>
                <c:pt idx="2">
                  <c:v>131</c:v>
                </c:pt>
              </c:numCache>
            </c:numRef>
          </c:val>
          <c:smooth val="0"/>
          <c:extLst>
            <c:ext xmlns:c16="http://schemas.microsoft.com/office/drawing/2014/chart" uri="{C3380CC4-5D6E-409C-BE32-E72D297353CC}">
              <c16:uniqueId val="{00000000-C7D8-4403-B8EE-25E3010F2540}"/>
            </c:ext>
          </c:extLst>
        </c:ser>
        <c:dLbls>
          <c:dLblPos val="ctr"/>
          <c:showLegendKey val="0"/>
          <c:showVal val="1"/>
          <c:showCatName val="0"/>
          <c:showSerName val="0"/>
          <c:showPercent val="0"/>
          <c:showBubbleSize val="0"/>
        </c:dLbls>
        <c:marker val="1"/>
        <c:smooth val="0"/>
        <c:axId val="684260624"/>
        <c:axId val="684262264"/>
      </c:lineChart>
      <c:catAx>
        <c:axId val="684260624"/>
        <c:scaling>
          <c:orientation val="minMax"/>
        </c:scaling>
        <c:delete val="0"/>
        <c:axPos val="b"/>
        <c:numFmt formatCode="General" sourceLinked="1"/>
        <c:majorTickMark val="none"/>
        <c:minorTickMark val="none"/>
        <c:tickLblPos val="nextTo"/>
        <c:spPr>
          <a:noFill/>
          <a:ln w="9525" cap="flat" cmpd="sng" algn="ctr">
            <a:solidFill>
              <a:schemeClr val="dk1">
                <a:lumMod val="15000"/>
                <a:lumOff val="85000"/>
              </a:schemeClr>
            </a:solidFill>
            <a:round/>
          </a:ln>
          <a:effectLst/>
        </c:spPr>
        <c:txPr>
          <a:bodyPr rot="-60000000" spcFirstLastPara="1" vertOverflow="ellipsis" vert="horz" wrap="square" anchor="ctr" anchorCtr="1"/>
          <a:lstStyle/>
          <a:p>
            <a:pPr>
              <a:defRPr sz="1330" b="0" i="0" u="none" strike="noStrike" kern="1200" baseline="0">
                <a:ln>
                  <a:solidFill>
                    <a:srgbClr val="004C92"/>
                  </a:solidFill>
                </a:ln>
                <a:solidFill>
                  <a:srgbClr val="004C92"/>
                </a:solidFill>
                <a:latin typeface="+mn-lt"/>
                <a:ea typeface="+mn-ea"/>
                <a:cs typeface="+mn-cs"/>
              </a:defRPr>
            </a:pPr>
            <a:endParaRPr lang="en-US"/>
          </a:p>
        </c:txPr>
        <c:crossAx val="684262264"/>
        <c:crosses val="autoZero"/>
        <c:auto val="1"/>
        <c:lblAlgn val="ctr"/>
        <c:lblOffset val="100"/>
        <c:noMultiLvlLbl val="0"/>
      </c:catAx>
      <c:valAx>
        <c:axId val="684262264"/>
        <c:scaling>
          <c:orientation val="minMax"/>
        </c:scaling>
        <c:delete val="1"/>
        <c:axPos val="l"/>
        <c:numFmt formatCode="General" sourceLinked="1"/>
        <c:majorTickMark val="none"/>
        <c:minorTickMark val="none"/>
        <c:tickLblPos val="nextTo"/>
        <c:crossAx val="684260624"/>
        <c:crosses val="autoZero"/>
        <c:crossBetween val="between"/>
      </c:valAx>
      <c:spPr>
        <a:noFill/>
        <a:ln>
          <a:noFill/>
        </a:ln>
        <a:effectLst/>
      </c:spPr>
    </c:plotArea>
    <c:plotVisOnly val="1"/>
    <c:dispBlanksAs val="gap"/>
    <c:extLst>
      <c:ext xmlns:c16r3="http://schemas.microsoft.com/office/drawing/2017/03/chart" uri="{56B9EC1D-385E-4148-901F-78D8002777C0}">
        <c16r3:dataDisplayOptions16>
          <c16r3:dispNaAsBlank val="1"/>
        </c16r3:dataDisplayOptions16>
      </c:ext>
    </c:extLst>
    <c:showDLblsOverMax val="0"/>
  </c:chart>
  <c:spPr>
    <a:solidFill>
      <a:schemeClr val="lt1"/>
    </a:solidFill>
    <a:ln w="9525" cap="flat" cmpd="sng" algn="ctr">
      <a:solidFill>
        <a:schemeClr val="dk1">
          <a:lumMod val="15000"/>
          <a:lumOff val="85000"/>
        </a:schemeClr>
      </a:solidFill>
      <a:round/>
    </a:ln>
    <a:effectLst/>
  </c:spPr>
  <c:txPr>
    <a:bodyPr/>
    <a:lstStyle/>
    <a:p>
      <a:pPr>
        <a:defRPr/>
      </a:pPr>
      <a:endParaRPr lang="en-US"/>
    </a:p>
  </c:txPr>
  <c:externalData r:id="rId3">
    <c:autoUpdate val="0"/>
  </c:externalData>
</c:chartSpace>
</file>

<file path=ppt/charts/chart7.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3"/>
    </mc:Choice>
    <mc:Fallback>
      <c:style val="3"/>
    </mc:Fallback>
  </mc:AlternateContent>
  <c:chart>
    <c:title>
      <c:tx>
        <c:rich>
          <a:bodyPr rot="0" spcFirstLastPara="1" vertOverflow="ellipsis" vert="horz" wrap="square" anchor="ctr" anchorCtr="1"/>
          <a:lstStyle/>
          <a:p>
            <a:pPr>
              <a:defRPr sz="1862" b="0" i="0" u="none" strike="noStrike" kern="1200" spc="0" baseline="0">
                <a:solidFill>
                  <a:schemeClr val="tx1">
                    <a:lumMod val="65000"/>
                    <a:lumOff val="35000"/>
                  </a:schemeClr>
                </a:solidFill>
                <a:latin typeface="+mn-lt"/>
                <a:ea typeface="+mn-ea"/>
                <a:cs typeface="+mn-cs"/>
              </a:defRPr>
            </a:pPr>
            <a:r>
              <a:rPr lang="en-US"/>
              <a:t>Total Payment Volume, Divvy, FY 2022</a:t>
            </a:r>
          </a:p>
        </c:rich>
      </c:tx>
      <c:overlay val="0"/>
      <c:spPr>
        <a:noFill/>
        <a:ln>
          <a:noFill/>
        </a:ln>
        <a:effectLst/>
      </c:spPr>
      <c:txPr>
        <a:bodyPr rot="0" spcFirstLastPara="1" vertOverflow="ellipsis" vert="horz" wrap="square" anchor="ctr" anchorCtr="1"/>
        <a:lstStyle/>
        <a:p>
          <a:pPr>
            <a:defRPr sz="1862" b="0" i="0" u="none" strike="noStrike" kern="1200" spc="0" baseline="0">
              <a:solidFill>
                <a:schemeClr val="tx1">
                  <a:lumMod val="65000"/>
                  <a:lumOff val="35000"/>
                </a:schemeClr>
              </a:solidFill>
              <a:latin typeface="+mn-lt"/>
              <a:ea typeface="+mn-ea"/>
              <a:cs typeface="+mn-cs"/>
            </a:defRPr>
          </a:pPr>
          <a:endParaRPr lang="en-US"/>
        </a:p>
      </c:txPr>
    </c:title>
    <c:autoTitleDeleted val="0"/>
    <c:plotArea>
      <c:layout/>
      <c:barChart>
        <c:barDir val="col"/>
        <c:grouping val="clustered"/>
        <c:varyColors val="0"/>
        <c:ser>
          <c:idx val="0"/>
          <c:order val="0"/>
          <c:tx>
            <c:strRef>
              <c:f>Sheet1!$B$1</c:f>
              <c:strCache>
                <c:ptCount val="1"/>
                <c:pt idx="0">
                  <c:v>Total Payment Volume, Divvy, $ billion</c:v>
                </c:pt>
              </c:strCache>
            </c:strRef>
          </c:tx>
          <c:spPr>
            <a:solidFill>
              <a:schemeClr val="accent1">
                <a:shade val="76000"/>
              </a:schemeClr>
            </a:soli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1197" b="1" i="0" u="none" strike="noStrike" kern="1200" baseline="0">
                    <a:solidFill>
                      <a:schemeClr val="bg1"/>
                    </a:solidFill>
                    <a:latin typeface="+mn-lt"/>
                    <a:ea typeface="+mn-ea"/>
                    <a:cs typeface="+mn-cs"/>
                  </a:defRPr>
                </a:pPr>
                <a:endParaRPr lang="en-US"/>
              </a:p>
            </c:txPr>
            <c:dLblPos val="inBase"/>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Sheet1!$A$2:$A$5</c:f>
              <c:strCache>
                <c:ptCount val="4"/>
                <c:pt idx="0">
                  <c:v>FY Q1 22</c:v>
                </c:pt>
                <c:pt idx="1">
                  <c:v>FY Q2 22</c:v>
                </c:pt>
                <c:pt idx="2">
                  <c:v>FY Q3 22</c:v>
                </c:pt>
                <c:pt idx="3">
                  <c:v>FY Q4 22</c:v>
                </c:pt>
              </c:strCache>
            </c:strRef>
          </c:cat>
          <c:val>
            <c:numRef>
              <c:f>Sheet1!$B$2:$B$5</c:f>
              <c:numCache>
                <c:formatCode>General</c:formatCode>
                <c:ptCount val="4"/>
                <c:pt idx="0">
                  <c:v>1.5</c:v>
                </c:pt>
                <c:pt idx="1">
                  <c:v>1.9</c:v>
                </c:pt>
                <c:pt idx="2">
                  <c:v>2.1</c:v>
                </c:pt>
                <c:pt idx="3">
                  <c:v>2.7</c:v>
                </c:pt>
              </c:numCache>
            </c:numRef>
          </c:val>
          <c:extLst>
            <c:ext xmlns:c16="http://schemas.microsoft.com/office/drawing/2014/chart" uri="{C3380CC4-5D6E-409C-BE32-E72D297353CC}">
              <c16:uniqueId val="{00000000-408A-4539-9F09-4B78CA8DA55F}"/>
            </c:ext>
          </c:extLst>
        </c:ser>
        <c:dLbls>
          <c:dLblPos val="inBase"/>
          <c:showLegendKey val="0"/>
          <c:showVal val="1"/>
          <c:showCatName val="0"/>
          <c:showSerName val="0"/>
          <c:showPercent val="0"/>
          <c:showBubbleSize val="0"/>
        </c:dLbls>
        <c:gapWidth val="247"/>
        <c:axId val="696366440"/>
        <c:axId val="696370048"/>
      </c:barChart>
      <c:lineChart>
        <c:grouping val="standard"/>
        <c:varyColors val="0"/>
        <c:ser>
          <c:idx val="1"/>
          <c:order val="1"/>
          <c:tx>
            <c:strRef>
              <c:f>Sheet1!$C$1</c:f>
              <c:strCache>
                <c:ptCount val="1"/>
                <c:pt idx="0">
                  <c:v>Average transaction, Divvy $</c:v>
                </c:pt>
              </c:strCache>
            </c:strRef>
          </c:tx>
          <c:spPr>
            <a:ln w="28575" cap="rnd">
              <a:solidFill>
                <a:schemeClr val="accent1">
                  <a:tint val="77000"/>
                </a:schemeClr>
              </a:solidFill>
              <a:round/>
            </a:ln>
            <a:effectLst/>
          </c:spPr>
          <c:marker>
            <c:symbol val="none"/>
          </c:marker>
          <c:dLbls>
            <c:dLbl>
              <c:idx val="1"/>
              <c:layout>
                <c:manualLayout>
                  <c:x val="-4.5726764131584219E-2"/>
                  <c:y val="-3.2602734714820697E-2"/>
                </c:manualLayout>
              </c:layou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2-408A-4539-9F09-4B78CA8DA55F}"/>
                </c:ext>
              </c:extLst>
            </c:dLbl>
            <c:dLbl>
              <c:idx val="2"/>
              <c:layout>
                <c:manualLayout>
                  <c:x val="-5.4300532406256194E-2"/>
                  <c:y val="-4.0753578840055066E-2"/>
                </c:manualLayout>
              </c:layout>
              <c:showLegendKey val="0"/>
              <c:showVal val="1"/>
              <c:showCatName val="0"/>
              <c:showSerName val="0"/>
              <c:showPercent val="0"/>
              <c:showBubbleSize val="0"/>
              <c:extLst>
                <c:ext xmlns:c15="http://schemas.microsoft.com/office/drawing/2012/chart" uri="{CE6537A1-D6FC-4f65-9D91-7224C49458BB}">
                  <c15:layout>
                    <c:manualLayout>
                      <c:w val="6.5246376570254158E-2"/>
                      <c:h val="6.7100663831469523E-2"/>
                    </c:manualLayout>
                  </c15:layout>
                </c:ext>
                <c:ext xmlns:c16="http://schemas.microsoft.com/office/drawing/2014/chart" uri="{C3380CC4-5D6E-409C-BE32-E72D297353CC}">
                  <c16:uniqueId val="{00000003-408A-4539-9F09-4B78CA8DA55F}"/>
                </c:ext>
              </c:extLst>
            </c:dLbl>
            <c:dLbl>
              <c:idx val="3"/>
              <c:layout>
                <c:manualLayout>
                  <c:x val="-9.1453528263168327E-2"/>
                  <c:y val="-2.445205103611555E-2"/>
                </c:manualLayout>
              </c:layou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4-408A-4539-9F09-4B78CA8DA55F}"/>
                </c:ext>
              </c:extLst>
            </c:dLbl>
            <c:spPr>
              <a:noFill/>
              <a:ln>
                <a:noFill/>
              </a:ln>
              <a:effectLst/>
            </c:spPr>
            <c:txPr>
              <a:bodyPr rot="0" spcFirstLastPara="1" vertOverflow="ellipsis" vert="horz" wrap="square" lIns="38100" tIns="19050" rIns="38100" bIns="19050" anchor="ctr" anchorCtr="1">
                <a:spAutoFit/>
              </a:bodyPr>
              <a:lstStyle/>
              <a:p>
                <a:pPr>
                  <a:defRPr sz="1197" b="1" i="0" u="none" strike="noStrike" kern="1200" baseline="0">
                    <a:solidFill>
                      <a:schemeClr val="tx1">
                        <a:lumMod val="75000"/>
                        <a:lumOff val="25000"/>
                      </a:schemeClr>
                    </a:solidFill>
                    <a:latin typeface="+mn-lt"/>
                    <a:ea typeface="+mn-ea"/>
                    <a:cs typeface="+mn-cs"/>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Sheet1!$A$2:$A$5</c:f>
              <c:strCache>
                <c:ptCount val="4"/>
                <c:pt idx="0">
                  <c:v>FY Q1 22</c:v>
                </c:pt>
                <c:pt idx="1">
                  <c:v>FY Q2 22</c:v>
                </c:pt>
                <c:pt idx="2">
                  <c:v>FY Q3 22</c:v>
                </c:pt>
                <c:pt idx="3">
                  <c:v>FY Q4 22</c:v>
                </c:pt>
              </c:strCache>
            </c:strRef>
          </c:cat>
          <c:val>
            <c:numRef>
              <c:f>Sheet1!$C$2:$C$5</c:f>
              <c:numCache>
                <c:formatCode>General</c:formatCode>
                <c:ptCount val="4"/>
                <c:pt idx="0">
                  <c:v>326</c:v>
                </c:pt>
                <c:pt idx="1">
                  <c:v>358</c:v>
                </c:pt>
                <c:pt idx="2">
                  <c:v>356</c:v>
                </c:pt>
                <c:pt idx="3">
                  <c:v>370</c:v>
                </c:pt>
              </c:numCache>
            </c:numRef>
          </c:val>
          <c:smooth val="0"/>
          <c:extLst>
            <c:ext xmlns:c16="http://schemas.microsoft.com/office/drawing/2014/chart" uri="{C3380CC4-5D6E-409C-BE32-E72D297353CC}">
              <c16:uniqueId val="{00000001-408A-4539-9F09-4B78CA8DA55F}"/>
            </c:ext>
          </c:extLst>
        </c:ser>
        <c:dLbls>
          <c:showLegendKey val="0"/>
          <c:showVal val="1"/>
          <c:showCatName val="0"/>
          <c:showSerName val="0"/>
          <c:showPercent val="0"/>
          <c:showBubbleSize val="0"/>
        </c:dLbls>
        <c:marker val="1"/>
        <c:smooth val="0"/>
        <c:axId val="606738088"/>
        <c:axId val="606737104"/>
      </c:lineChart>
      <c:catAx>
        <c:axId val="696366440"/>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en-US"/>
          </a:p>
        </c:txPr>
        <c:crossAx val="696370048"/>
        <c:crosses val="autoZero"/>
        <c:auto val="1"/>
        <c:lblAlgn val="ctr"/>
        <c:lblOffset val="100"/>
        <c:noMultiLvlLbl val="0"/>
      </c:catAx>
      <c:valAx>
        <c:axId val="696370048"/>
        <c:scaling>
          <c:orientation val="minMax"/>
        </c:scaling>
        <c:delete val="0"/>
        <c:axPos val="l"/>
        <c:title>
          <c:tx>
            <c:rich>
              <a:bodyPr rot="-5400000" spcFirstLastPara="1" vertOverflow="ellipsis" vert="horz" wrap="square" anchor="ctr" anchorCtr="1"/>
              <a:lstStyle/>
              <a:p>
                <a:pPr>
                  <a:defRPr sz="1330" b="0" i="0" u="none" strike="noStrike" kern="1200" baseline="0">
                    <a:solidFill>
                      <a:schemeClr val="tx1">
                        <a:lumMod val="65000"/>
                        <a:lumOff val="35000"/>
                      </a:schemeClr>
                    </a:solidFill>
                    <a:latin typeface="+mn-lt"/>
                    <a:ea typeface="+mn-ea"/>
                    <a:cs typeface="+mn-cs"/>
                  </a:defRPr>
                </a:pPr>
                <a:r>
                  <a:rPr lang="en-US" dirty="0"/>
                  <a:t>Total Payment Volume, $ billion</a:t>
                </a:r>
              </a:p>
            </c:rich>
          </c:tx>
          <c:overlay val="0"/>
          <c:spPr>
            <a:noFill/>
            <a:ln>
              <a:noFill/>
            </a:ln>
            <a:effectLst/>
          </c:spPr>
          <c:txPr>
            <a:bodyPr rot="-5400000" spcFirstLastPara="1" vertOverflow="ellipsis" vert="horz" wrap="square" anchor="ctr" anchorCtr="1"/>
            <a:lstStyle/>
            <a:p>
              <a:pPr>
                <a:defRPr sz="1330" b="0" i="0" u="none" strike="noStrike" kern="1200" baseline="0">
                  <a:solidFill>
                    <a:schemeClr val="tx1">
                      <a:lumMod val="65000"/>
                      <a:lumOff val="35000"/>
                    </a:schemeClr>
                  </a:solidFill>
                  <a:latin typeface="+mn-lt"/>
                  <a:ea typeface="+mn-ea"/>
                  <a:cs typeface="+mn-cs"/>
                </a:defRPr>
              </a:pPr>
              <a:endParaRPr lang="en-US"/>
            </a:p>
          </c:txPr>
        </c:title>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en-US"/>
          </a:p>
        </c:txPr>
        <c:crossAx val="696366440"/>
        <c:crosses val="autoZero"/>
        <c:crossBetween val="between"/>
      </c:valAx>
      <c:valAx>
        <c:axId val="606737104"/>
        <c:scaling>
          <c:orientation val="minMax"/>
        </c:scaling>
        <c:delete val="0"/>
        <c:axPos val="r"/>
        <c:title>
          <c:tx>
            <c:rich>
              <a:bodyPr rot="-5400000" spcFirstLastPara="1" vertOverflow="ellipsis" vert="horz" wrap="square" anchor="ctr" anchorCtr="1"/>
              <a:lstStyle/>
              <a:p>
                <a:pPr>
                  <a:defRPr sz="1330" b="0" i="0" u="none" strike="noStrike" kern="1200" baseline="0">
                    <a:solidFill>
                      <a:schemeClr val="tx1">
                        <a:lumMod val="65000"/>
                        <a:lumOff val="35000"/>
                      </a:schemeClr>
                    </a:solidFill>
                    <a:latin typeface="+mn-lt"/>
                    <a:ea typeface="+mn-ea"/>
                    <a:cs typeface="+mn-cs"/>
                  </a:defRPr>
                </a:pPr>
                <a:r>
                  <a:rPr lang="en-US"/>
                  <a:t>Average Transaction Value, $</a:t>
                </a:r>
              </a:p>
            </c:rich>
          </c:tx>
          <c:overlay val="0"/>
          <c:spPr>
            <a:noFill/>
            <a:ln>
              <a:noFill/>
            </a:ln>
            <a:effectLst/>
          </c:spPr>
          <c:txPr>
            <a:bodyPr rot="-5400000" spcFirstLastPara="1" vertOverflow="ellipsis" vert="horz" wrap="square" anchor="ctr" anchorCtr="1"/>
            <a:lstStyle/>
            <a:p>
              <a:pPr>
                <a:defRPr sz="1330" b="0" i="0" u="none" strike="noStrike" kern="1200" baseline="0">
                  <a:solidFill>
                    <a:schemeClr val="tx1">
                      <a:lumMod val="65000"/>
                      <a:lumOff val="35000"/>
                    </a:schemeClr>
                  </a:solidFill>
                  <a:latin typeface="+mn-lt"/>
                  <a:ea typeface="+mn-ea"/>
                  <a:cs typeface="+mn-cs"/>
                </a:defRPr>
              </a:pPr>
              <a:endParaRPr lang="en-US"/>
            </a:p>
          </c:txPr>
        </c:title>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en-US"/>
          </a:p>
        </c:txPr>
        <c:crossAx val="606738088"/>
        <c:crosses val="max"/>
        <c:crossBetween val="between"/>
      </c:valAx>
      <c:catAx>
        <c:axId val="606738088"/>
        <c:scaling>
          <c:orientation val="minMax"/>
        </c:scaling>
        <c:delete val="1"/>
        <c:axPos val="b"/>
        <c:numFmt formatCode="General" sourceLinked="1"/>
        <c:majorTickMark val="none"/>
        <c:minorTickMark val="none"/>
        <c:tickLblPos val="nextTo"/>
        <c:crossAx val="606737104"/>
        <c:crosses val="autoZero"/>
        <c:auto val="1"/>
        <c:lblAlgn val="ctr"/>
        <c:lblOffset val="100"/>
        <c:noMultiLvlLbl val="0"/>
      </c:catAx>
      <c:spPr>
        <a:noFill/>
        <a:ln>
          <a:noFill/>
        </a:ln>
        <a:effectLst/>
      </c:spPr>
    </c:plotArea>
    <c:legend>
      <c:legendPos val="b"/>
      <c:overlay val="0"/>
      <c:spPr>
        <a:noFill/>
        <a:ln>
          <a:noFill/>
        </a:ln>
        <a:effectLst/>
      </c:spPr>
      <c:txPr>
        <a:bodyPr rot="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en-US"/>
        </a:p>
      </c:txPr>
    </c:legend>
    <c:plotVisOnly val="1"/>
    <c:dispBlanksAs val="gap"/>
    <c:extLst>
      <c:ext xmlns:c16r3="http://schemas.microsoft.com/office/drawing/2017/03/chart" uri="{56B9EC1D-385E-4148-901F-78D8002777C0}">
        <c16r3:dataDisplayOptions16>
          <c16r3:dispNaAsBlank val="1"/>
        </c16r3:dataDisplayOptions16>
      </c:ext>
    </c:extLst>
    <c:showDLblsOverMax val="0"/>
  </c:chart>
  <c:spPr>
    <a:noFill/>
    <a:ln>
      <a:noFill/>
    </a:ln>
    <a:effectLst/>
  </c:spPr>
  <c:txPr>
    <a:bodyPr/>
    <a:lstStyle/>
    <a:p>
      <a:pPr>
        <a:defRPr/>
      </a:pPr>
      <a:endParaRPr lang="en-US"/>
    </a:p>
  </c:txPr>
  <c:externalData r:id="rId3">
    <c:autoUpdate val="0"/>
  </c:externalData>
</c:chartSpace>
</file>

<file path=ppt/charts/chart8.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0.12276349867589843"/>
          <c:y val="6.5455237192068721E-2"/>
          <c:w val="0.84592957263241075"/>
          <c:h val="0.58024919844275569"/>
        </c:manualLayout>
      </c:layout>
      <c:barChart>
        <c:barDir val="col"/>
        <c:grouping val="clustered"/>
        <c:varyColors val="0"/>
        <c:ser>
          <c:idx val="0"/>
          <c:order val="0"/>
          <c:tx>
            <c:strRef>
              <c:f>Sheet1!$D$49</c:f>
              <c:strCache>
                <c:ptCount val="1"/>
                <c:pt idx="0">
                  <c:v>Total Number of Registered Customers</c:v>
                </c:pt>
              </c:strCache>
            </c:strRef>
          </c:tx>
          <c:spPr>
            <a:solidFill>
              <a:schemeClr val="tx2"/>
            </a:solidFill>
            <a:ln>
              <a:noFill/>
            </a:ln>
            <a:effectLst/>
          </c:spPr>
          <c:invertIfNegative val="0"/>
          <c:cat>
            <c:strRef>
              <c:f>Sheet1!$C$50:$C$55</c:f>
              <c:strCache>
                <c:ptCount val="6"/>
                <c:pt idx="0">
                  <c:v>Bill.com</c:v>
                </c:pt>
                <c:pt idx="1">
                  <c:v>SAP Concur</c:v>
                </c:pt>
                <c:pt idx="2">
                  <c:v>Stampli</c:v>
                </c:pt>
                <c:pt idx="3">
                  <c:v>AvidXchange</c:v>
                </c:pt>
                <c:pt idx="4">
                  <c:v>Mineral Tree</c:v>
                </c:pt>
                <c:pt idx="5">
                  <c:v>Tipalti</c:v>
                </c:pt>
              </c:strCache>
            </c:strRef>
          </c:cat>
          <c:val>
            <c:numRef>
              <c:f>Sheet1!$D$50:$D$55</c:f>
              <c:numCache>
                <c:formatCode>General</c:formatCode>
                <c:ptCount val="6"/>
                <c:pt idx="0">
                  <c:v>157000</c:v>
                </c:pt>
                <c:pt idx="1">
                  <c:v>68000</c:v>
                </c:pt>
                <c:pt idx="2">
                  <c:v>40000</c:v>
                </c:pt>
                <c:pt idx="3">
                  <c:v>5500</c:v>
                </c:pt>
                <c:pt idx="4">
                  <c:v>3000</c:v>
                </c:pt>
                <c:pt idx="5">
                  <c:v>2500</c:v>
                </c:pt>
              </c:numCache>
            </c:numRef>
          </c:val>
          <c:extLst>
            <c:ext xmlns:c16="http://schemas.microsoft.com/office/drawing/2014/chart" uri="{C3380CC4-5D6E-409C-BE32-E72D297353CC}">
              <c16:uniqueId val="{00000000-AAA0-1E42-B55A-93676FE7E825}"/>
            </c:ext>
          </c:extLst>
        </c:ser>
        <c:dLbls>
          <c:showLegendKey val="0"/>
          <c:showVal val="0"/>
          <c:showCatName val="0"/>
          <c:showSerName val="0"/>
          <c:showPercent val="0"/>
          <c:showBubbleSize val="0"/>
        </c:dLbls>
        <c:gapWidth val="219"/>
        <c:overlap val="-27"/>
        <c:axId val="1099666751"/>
        <c:axId val="1093137311"/>
      </c:barChart>
      <c:catAx>
        <c:axId val="1099666751"/>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000" b="0" i="0" u="none" strike="noStrike" kern="1200" baseline="0">
                <a:solidFill>
                  <a:schemeClr val="tx1"/>
                </a:solidFill>
                <a:latin typeface="+mn-lt"/>
                <a:ea typeface="+mn-ea"/>
                <a:cs typeface="+mn-cs"/>
              </a:defRPr>
            </a:pPr>
            <a:endParaRPr lang="en-US"/>
          </a:p>
        </c:txPr>
        <c:crossAx val="1093137311"/>
        <c:crosses val="autoZero"/>
        <c:auto val="1"/>
        <c:lblAlgn val="ctr"/>
        <c:lblOffset val="100"/>
        <c:noMultiLvlLbl val="0"/>
      </c:catAx>
      <c:valAx>
        <c:axId val="1093137311"/>
        <c:scaling>
          <c:orientation val="minMax"/>
        </c:scaling>
        <c:delete val="0"/>
        <c:axPos val="l"/>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1000" b="0" i="0" u="none" strike="noStrike" kern="1200" baseline="0">
                <a:solidFill>
                  <a:schemeClr val="tx1"/>
                </a:solidFill>
                <a:latin typeface="+mn-lt"/>
                <a:ea typeface="+mn-ea"/>
                <a:cs typeface="+mn-cs"/>
              </a:defRPr>
            </a:pPr>
            <a:endParaRPr lang="en-US"/>
          </a:p>
        </c:txPr>
        <c:crossAx val="1099666751"/>
        <c:crosses val="autoZero"/>
        <c:crossBetween val="between"/>
      </c:valAx>
      <c:spPr>
        <a:noFill/>
        <a:ln>
          <a:noFill/>
        </a:ln>
        <a:effectLst/>
      </c:spPr>
    </c:plotArea>
    <c:plotVisOnly val="1"/>
    <c:dispBlanksAs val="gap"/>
    <c:showDLblsOverMax val="0"/>
  </c:chart>
  <c:spPr>
    <a:noFill/>
    <a:ln>
      <a:noFill/>
    </a:ln>
    <a:effectLst/>
  </c:spPr>
  <c:txPr>
    <a:bodyPr/>
    <a:lstStyle/>
    <a:p>
      <a:pPr>
        <a:defRPr/>
      </a:pPr>
      <a:endParaRPr lang="en-US"/>
    </a:p>
  </c:txPr>
  <c:externalData r:id="rId3">
    <c:autoUpdate val="0"/>
  </c:externalData>
</c:chartSpace>
</file>

<file path=ppt/charts/chart9.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lineChart>
        <c:grouping val="standard"/>
        <c:varyColors val="0"/>
        <c:ser>
          <c:idx val="0"/>
          <c:order val="0"/>
          <c:tx>
            <c:strRef>
              <c:f>Sheet1!$D$5</c:f>
              <c:strCache>
                <c:ptCount val="1"/>
                <c:pt idx="0">
                  <c:v>Number of Customers</c:v>
                </c:pt>
              </c:strCache>
            </c:strRef>
          </c:tx>
          <c:spPr>
            <a:ln w="28575" cap="rnd">
              <a:solidFill>
                <a:schemeClr val="accent1"/>
              </a:solidFill>
              <a:round/>
            </a:ln>
            <a:effectLst/>
          </c:spPr>
          <c:marker>
            <c:symbol val="none"/>
          </c:marker>
          <c:cat>
            <c:numRef>
              <c:f>Sheet1!$E$4:$I$4</c:f>
              <c:numCache>
                <c:formatCode>General</c:formatCode>
                <c:ptCount val="5"/>
                <c:pt idx="0">
                  <c:v>2018</c:v>
                </c:pt>
                <c:pt idx="1">
                  <c:v>2019</c:v>
                </c:pt>
                <c:pt idx="2">
                  <c:v>2020</c:v>
                </c:pt>
                <c:pt idx="3">
                  <c:v>2021</c:v>
                </c:pt>
                <c:pt idx="4">
                  <c:v>2022</c:v>
                </c:pt>
              </c:numCache>
            </c:numRef>
          </c:cat>
          <c:val>
            <c:numRef>
              <c:f>Sheet1!$E$5:$I$5</c:f>
              <c:numCache>
                <c:formatCode>General</c:formatCode>
                <c:ptCount val="5"/>
                <c:pt idx="0">
                  <c:v>63700</c:v>
                </c:pt>
                <c:pt idx="1">
                  <c:v>76800</c:v>
                </c:pt>
                <c:pt idx="2">
                  <c:v>98100</c:v>
                </c:pt>
                <c:pt idx="3">
                  <c:v>121200</c:v>
                </c:pt>
                <c:pt idx="4">
                  <c:v>157800</c:v>
                </c:pt>
              </c:numCache>
            </c:numRef>
          </c:val>
          <c:smooth val="0"/>
          <c:extLst>
            <c:ext xmlns:c16="http://schemas.microsoft.com/office/drawing/2014/chart" uri="{C3380CC4-5D6E-409C-BE32-E72D297353CC}">
              <c16:uniqueId val="{00000000-044F-D74B-A115-FF16DCBA3AEB}"/>
            </c:ext>
          </c:extLst>
        </c:ser>
        <c:ser>
          <c:idx val="1"/>
          <c:order val="1"/>
          <c:tx>
            <c:strRef>
              <c:f>Sheet1!$D$6</c:f>
              <c:strCache>
                <c:ptCount val="1"/>
                <c:pt idx="0">
                  <c:v>Total Payment Volume</c:v>
                </c:pt>
              </c:strCache>
            </c:strRef>
          </c:tx>
          <c:spPr>
            <a:ln w="28575" cap="rnd">
              <a:solidFill>
                <a:schemeClr val="tx2"/>
              </a:solidFill>
              <a:round/>
            </a:ln>
            <a:effectLst/>
          </c:spPr>
          <c:marker>
            <c:symbol val="none"/>
          </c:marker>
          <c:cat>
            <c:numRef>
              <c:f>Sheet1!$E$4:$I$4</c:f>
              <c:numCache>
                <c:formatCode>General</c:formatCode>
                <c:ptCount val="5"/>
                <c:pt idx="0">
                  <c:v>2018</c:v>
                </c:pt>
                <c:pt idx="1">
                  <c:v>2019</c:v>
                </c:pt>
                <c:pt idx="2">
                  <c:v>2020</c:v>
                </c:pt>
                <c:pt idx="3">
                  <c:v>2021</c:v>
                </c:pt>
                <c:pt idx="4">
                  <c:v>2022</c:v>
                </c:pt>
              </c:numCache>
            </c:numRef>
          </c:cat>
          <c:val>
            <c:numRef>
              <c:f>Sheet1!$E$6:$I$6</c:f>
              <c:numCache>
                <c:formatCode>General</c:formatCode>
                <c:ptCount val="5"/>
                <c:pt idx="0">
                  <c:v>49592</c:v>
                </c:pt>
                <c:pt idx="1">
                  <c:v>71282</c:v>
                </c:pt>
                <c:pt idx="2">
                  <c:v>96489</c:v>
                </c:pt>
                <c:pt idx="3">
                  <c:v>140304</c:v>
                </c:pt>
                <c:pt idx="4">
                  <c:v>219080</c:v>
                </c:pt>
              </c:numCache>
            </c:numRef>
          </c:val>
          <c:smooth val="0"/>
          <c:extLst>
            <c:ext xmlns:c16="http://schemas.microsoft.com/office/drawing/2014/chart" uri="{C3380CC4-5D6E-409C-BE32-E72D297353CC}">
              <c16:uniqueId val="{00000001-044F-D74B-A115-FF16DCBA3AEB}"/>
            </c:ext>
          </c:extLst>
        </c:ser>
        <c:dLbls>
          <c:showLegendKey val="0"/>
          <c:showVal val="0"/>
          <c:showCatName val="0"/>
          <c:showSerName val="0"/>
          <c:showPercent val="0"/>
          <c:showBubbleSize val="0"/>
        </c:dLbls>
        <c:smooth val="0"/>
        <c:axId val="1107442383"/>
        <c:axId val="1107444111"/>
      </c:lineChart>
      <c:catAx>
        <c:axId val="1107442383"/>
        <c:scaling>
          <c:orientation val="minMax"/>
        </c:scaling>
        <c:delete val="0"/>
        <c:axPos val="b"/>
        <c:numFmt formatCode="General" sourceLinked="1"/>
        <c:majorTickMark val="none"/>
        <c:minorTickMark val="none"/>
        <c:tickLblPos val="nextTo"/>
        <c:spPr>
          <a:noFill/>
          <a:ln w="9525" cap="flat" cmpd="sng" algn="ctr">
            <a:solidFill>
              <a:schemeClr val="accent3"/>
            </a:solidFill>
            <a:round/>
          </a:ln>
          <a:effectLst/>
        </c:spPr>
        <c:txPr>
          <a:bodyPr rot="-60000000" spcFirstLastPara="1" vertOverflow="ellipsis" vert="horz" wrap="square" anchor="ctr" anchorCtr="1"/>
          <a:lstStyle/>
          <a:p>
            <a:pPr>
              <a:defRPr sz="900" b="0" i="0" u="none" strike="noStrike" kern="1200" baseline="0">
                <a:solidFill>
                  <a:schemeClr val="tx1"/>
                </a:solidFill>
                <a:latin typeface="+mn-lt"/>
                <a:ea typeface="+mn-ea"/>
                <a:cs typeface="+mn-cs"/>
              </a:defRPr>
            </a:pPr>
            <a:endParaRPr lang="en-US"/>
          </a:p>
        </c:txPr>
        <c:crossAx val="1107444111"/>
        <c:crosses val="autoZero"/>
        <c:auto val="1"/>
        <c:lblAlgn val="ctr"/>
        <c:lblOffset val="100"/>
        <c:noMultiLvlLbl val="0"/>
      </c:catAx>
      <c:valAx>
        <c:axId val="1107444111"/>
        <c:scaling>
          <c:orientation val="minMax"/>
        </c:scaling>
        <c:delete val="0"/>
        <c:axPos val="l"/>
        <c:numFmt formatCode="General" sourceLinked="1"/>
        <c:majorTickMark val="none"/>
        <c:minorTickMark val="none"/>
        <c:tickLblPos val="nextTo"/>
        <c:spPr>
          <a:solidFill>
            <a:schemeClr val="bg1"/>
          </a:solidFill>
          <a:ln>
            <a:solidFill>
              <a:schemeClr val="accent3"/>
            </a:solidFill>
          </a:ln>
          <a:effectLst/>
        </c:spPr>
        <c:txPr>
          <a:bodyPr rot="-60000000" spcFirstLastPara="1" vertOverflow="ellipsis" vert="horz" wrap="square" anchor="ctr" anchorCtr="1"/>
          <a:lstStyle/>
          <a:p>
            <a:pPr>
              <a:defRPr sz="900" b="0" i="0" u="none" strike="noStrike" kern="1200" baseline="0">
                <a:solidFill>
                  <a:schemeClr val="tx1"/>
                </a:solidFill>
                <a:latin typeface="+mn-lt"/>
                <a:ea typeface="+mn-ea"/>
                <a:cs typeface="+mn-cs"/>
              </a:defRPr>
            </a:pPr>
            <a:endParaRPr lang="en-US"/>
          </a:p>
        </c:txPr>
        <c:crossAx val="1107442383"/>
        <c:crosses val="autoZero"/>
        <c:crossBetween val="between"/>
      </c:valAx>
      <c:spPr>
        <a:noFill/>
        <a:ln w="25400">
          <a:noFill/>
        </a:ln>
        <a:effectLst/>
      </c:spPr>
    </c:plotArea>
    <c:legend>
      <c:legendPos val="b"/>
      <c:legendEntry>
        <c:idx val="0"/>
        <c:txPr>
          <a:bodyPr rot="0" spcFirstLastPara="1" vertOverflow="ellipsis" vert="horz" wrap="square" anchor="ctr" anchorCtr="1"/>
          <a:lstStyle/>
          <a:p>
            <a:pPr>
              <a:defRPr sz="900" b="0" i="0" u="none" strike="noStrike" kern="1200" baseline="0">
                <a:solidFill>
                  <a:schemeClr val="tx1"/>
                </a:solidFill>
                <a:latin typeface="+mn-lt"/>
                <a:ea typeface="+mn-ea"/>
                <a:cs typeface="+mn-cs"/>
              </a:defRPr>
            </a:pPr>
            <a:endParaRPr lang="en-US"/>
          </a:p>
        </c:txPr>
      </c:legendEntry>
      <c:legendEntry>
        <c:idx val="1"/>
        <c:txPr>
          <a:bodyPr rot="0" spcFirstLastPara="1" vertOverflow="ellipsis" vert="horz" wrap="square" anchor="ctr" anchorCtr="1"/>
          <a:lstStyle/>
          <a:p>
            <a:pPr>
              <a:defRPr sz="900" b="0" i="0" u="none" strike="noStrike" kern="1200" baseline="0">
                <a:solidFill>
                  <a:schemeClr val="tx1"/>
                </a:solidFill>
                <a:latin typeface="+mn-lt"/>
                <a:ea typeface="+mn-ea"/>
                <a:cs typeface="+mn-cs"/>
              </a:defRPr>
            </a:pPr>
            <a:endParaRPr lang="en-US"/>
          </a:p>
        </c:txPr>
      </c:legendEntry>
      <c:overlay val="0"/>
      <c:spPr>
        <a:noFill/>
        <a:ln>
          <a:noFill/>
        </a:ln>
        <a:effectLst/>
      </c:spPr>
      <c:txPr>
        <a:bodyPr rot="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legend>
    <c:plotVisOnly val="1"/>
    <c:dispBlanksAs val="gap"/>
    <c:showDLblsOverMax val="0"/>
  </c:chart>
  <c:spPr>
    <a:noFill/>
    <a:ln>
      <a:noFill/>
    </a:ln>
    <a:effectLst/>
  </c:spPr>
  <c:txPr>
    <a:bodyPr/>
    <a:lstStyle/>
    <a:p>
      <a:pPr>
        <a:defRPr/>
      </a:pPr>
      <a:endParaRPr lang="en-US"/>
    </a:p>
  </c:txPr>
  <c:externalData r:id="rId3">
    <c:autoUpdate val="0"/>
  </c:externalData>
</c:chartSpace>
</file>

<file path=ppt/charts/chart10.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overlay val="0"/>
      <c:spPr>
        <a:noFill/>
        <a:ln>
          <a:noFill/>
        </a:ln>
        <a:effectLst/>
      </c:spPr>
      <c:txPr>
        <a:bodyPr rot="0" spcFirstLastPara="1" vertOverflow="ellipsis" vert="horz" wrap="square" anchor="ctr" anchorCtr="1"/>
        <a:lstStyle/>
        <a:p>
          <a:pPr>
            <a:defRPr sz="1862" b="0" i="0" u="none" strike="noStrike" kern="1200" spc="0" baseline="0">
              <a:solidFill>
                <a:schemeClr val="tx1">
                  <a:lumMod val="65000"/>
                  <a:lumOff val="35000"/>
                </a:schemeClr>
              </a:solidFill>
              <a:latin typeface="+mn-lt"/>
              <a:ea typeface="+mn-ea"/>
              <a:cs typeface="+mn-cs"/>
            </a:defRPr>
          </a:pPr>
          <a:endParaRPr lang="en-US"/>
        </a:p>
      </c:txPr>
    </c:title>
    <c:autoTitleDeleted val="0"/>
    <c:plotArea>
      <c:layout/>
      <c:barChart>
        <c:barDir val="col"/>
        <c:grouping val="stacked"/>
        <c:varyColors val="0"/>
        <c:ser>
          <c:idx val="0"/>
          <c:order val="0"/>
          <c:tx>
            <c:strRef>
              <c:f>Sheet1!$B$1</c:f>
              <c:strCache>
                <c:ptCount val="1"/>
                <c:pt idx="0">
                  <c:v>Number of Businesses (thousands)</c:v>
                </c:pt>
              </c:strCache>
            </c:strRef>
          </c:tx>
          <c:spPr>
            <a:solidFill>
              <a:srgbClr val="1E1F49"/>
            </a:solidFill>
            <a:ln>
              <a:noFill/>
            </a:ln>
            <a:effectLst/>
          </c:spPr>
          <c:invertIfNegative val="0"/>
          <c:cat>
            <c:strRef>
              <c:f>Sheet1!$A$2:$A$3</c:f>
              <c:strCache>
                <c:ptCount val="2"/>
                <c:pt idx="0">
                  <c:v>Q1 22</c:v>
                </c:pt>
                <c:pt idx="1">
                  <c:v>Q1 23</c:v>
                </c:pt>
              </c:strCache>
            </c:strRef>
          </c:cat>
          <c:val>
            <c:numRef>
              <c:f>Sheet1!$B$2:$B$3</c:f>
              <c:numCache>
                <c:formatCode>General</c:formatCode>
                <c:ptCount val="2"/>
                <c:pt idx="0">
                  <c:v>367</c:v>
                </c:pt>
                <c:pt idx="1">
                  <c:v>420</c:v>
                </c:pt>
              </c:numCache>
            </c:numRef>
          </c:val>
          <c:extLst>
            <c:ext xmlns:c16="http://schemas.microsoft.com/office/drawing/2014/chart" uri="{C3380CC4-5D6E-409C-BE32-E72D297353CC}">
              <c16:uniqueId val="{00000000-9756-AA45-AB39-20B68D707D36}"/>
            </c:ext>
          </c:extLst>
        </c:ser>
        <c:dLbls>
          <c:showLegendKey val="0"/>
          <c:showVal val="0"/>
          <c:showCatName val="0"/>
          <c:showSerName val="0"/>
          <c:showPercent val="0"/>
          <c:showBubbleSize val="0"/>
        </c:dLbls>
        <c:gapWidth val="150"/>
        <c:overlap val="100"/>
        <c:axId val="1064362047"/>
        <c:axId val="1098050623"/>
      </c:barChart>
      <c:catAx>
        <c:axId val="1064362047"/>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en-US"/>
          </a:p>
        </c:txPr>
        <c:crossAx val="1098050623"/>
        <c:crosses val="autoZero"/>
        <c:auto val="1"/>
        <c:lblAlgn val="ctr"/>
        <c:lblOffset val="100"/>
        <c:noMultiLvlLbl val="0"/>
      </c:catAx>
      <c:valAx>
        <c:axId val="1098050623"/>
        <c:scaling>
          <c:orientation val="minMax"/>
        </c:scaling>
        <c:delete val="0"/>
        <c:axPos val="l"/>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en-US"/>
          </a:p>
        </c:txPr>
        <c:crossAx val="1064362047"/>
        <c:crosses val="autoZero"/>
        <c:crossBetween val="between"/>
      </c:valAx>
      <c:spPr>
        <a:noFill/>
        <a:ln>
          <a:noFill/>
        </a:ln>
        <a:effectLst/>
      </c:spPr>
    </c:plotArea>
    <c:plotVisOnly val="1"/>
    <c:dispBlanksAs val="gap"/>
    <c:extLst>
      <c:ext xmlns:c16r3="http://schemas.microsoft.com/office/drawing/2017/03/chart" uri="{56B9EC1D-385E-4148-901F-78D8002777C0}">
        <c16r3:dataDisplayOptions16>
          <c16r3:dispNaAsBlank val="1"/>
        </c16r3:dataDisplayOptions16>
      </c:ext>
    </c:extLst>
    <c:showDLblsOverMax val="0"/>
  </c:chart>
  <c:spPr>
    <a:noFill/>
    <a:ln>
      <a:noFill/>
      <a:prstDash val="dash"/>
    </a:ln>
    <a:effectLst/>
  </c:spPr>
  <c:txPr>
    <a:bodyPr/>
    <a:lstStyle/>
    <a:p>
      <a:pPr>
        <a:defRPr/>
      </a:pPr>
      <a:endParaRPr lang="en-US"/>
    </a:p>
  </c:txPr>
  <c:externalData r:id="rId3">
    <c:autoUpdate val="0"/>
  </c:externalData>
</c:chartSpace>
</file>

<file path=ppt/charts/chart1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barChart>
        <c:barDir val="col"/>
        <c:grouping val="stacked"/>
        <c:varyColors val="0"/>
        <c:ser>
          <c:idx val="0"/>
          <c:order val="0"/>
          <c:tx>
            <c:strRef>
              <c:f>Sheet1!$B$1</c:f>
              <c:strCache>
                <c:ptCount val="1"/>
                <c:pt idx="0">
                  <c:v>BILL + Invoice2go</c:v>
                </c:pt>
              </c:strCache>
            </c:strRef>
          </c:tx>
          <c:spPr>
            <a:solidFill>
              <a:schemeClr val="accent1"/>
            </a:solidFill>
            <a:ln>
              <a:noFill/>
            </a:ln>
            <a:effectLst/>
          </c:spPr>
          <c:invertIfNegative val="0"/>
          <c:cat>
            <c:numRef>
              <c:f>Sheet1!$A$2:$A$12</c:f>
              <c:numCache>
                <c:formatCode>General</c:formatCode>
                <c:ptCount val="11"/>
                <c:pt idx="0">
                  <c:v>2023</c:v>
                </c:pt>
                <c:pt idx="1">
                  <c:v>2024</c:v>
                </c:pt>
                <c:pt idx="2">
                  <c:v>2025</c:v>
                </c:pt>
                <c:pt idx="3">
                  <c:v>2026</c:v>
                </c:pt>
                <c:pt idx="4">
                  <c:v>2027</c:v>
                </c:pt>
                <c:pt idx="5">
                  <c:v>2028</c:v>
                </c:pt>
                <c:pt idx="6">
                  <c:v>2029</c:v>
                </c:pt>
                <c:pt idx="7">
                  <c:v>2030</c:v>
                </c:pt>
                <c:pt idx="8">
                  <c:v>2031</c:v>
                </c:pt>
                <c:pt idx="9">
                  <c:v>2032</c:v>
                </c:pt>
                <c:pt idx="10">
                  <c:v>2033</c:v>
                </c:pt>
              </c:numCache>
            </c:numRef>
          </c:cat>
          <c:val>
            <c:numRef>
              <c:f>Sheet1!$B$2:$B$12</c:f>
              <c:numCache>
                <c:formatCode>_(* #,##0_);_(* \(#,##0\);_(* "-"_);_(@_)</c:formatCode>
                <c:ptCount val="11"/>
                <c:pt idx="0">
                  <c:v>411200</c:v>
                </c:pt>
                <c:pt idx="1">
                  <c:v>497552</c:v>
                </c:pt>
                <c:pt idx="2">
                  <c:v>602037.91999999993</c:v>
                </c:pt>
                <c:pt idx="3">
                  <c:v>734486.26239999989</c:v>
                </c:pt>
                <c:pt idx="4">
                  <c:v>896073.24012799992</c:v>
                </c:pt>
                <c:pt idx="5">
                  <c:v>1093209.35295616</c:v>
                </c:pt>
                <c:pt idx="6">
                  <c:v>1279054.9429587072</c:v>
                </c:pt>
                <c:pt idx="7">
                  <c:v>1509284.8326912746</c:v>
                </c:pt>
                <c:pt idx="8">
                  <c:v>1780956.102575704</c:v>
                </c:pt>
                <c:pt idx="9">
                  <c:v>2012480.3959105457</c:v>
                </c:pt>
                <c:pt idx="10">
                  <c:v>2274102.8473789166</c:v>
                </c:pt>
              </c:numCache>
            </c:numRef>
          </c:val>
          <c:extLst>
            <c:ext xmlns:c16="http://schemas.microsoft.com/office/drawing/2014/chart" uri="{C3380CC4-5D6E-409C-BE32-E72D297353CC}">
              <c16:uniqueId val="{00000000-388A-3B42-A252-100AE27CDC40}"/>
            </c:ext>
          </c:extLst>
        </c:ser>
        <c:ser>
          <c:idx val="1"/>
          <c:order val="1"/>
          <c:tx>
            <c:strRef>
              <c:f>Sheet1!$C$1</c:f>
              <c:strCache>
                <c:ptCount val="1"/>
                <c:pt idx="0">
                  <c:v>Divvy</c:v>
                </c:pt>
              </c:strCache>
            </c:strRef>
          </c:tx>
          <c:spPr>
            <a:solidFill>
              <a:schemeClr val="accent5"/>
            </a:solidFill>
            <a:ln>
              <a:noFill/>
            </a:ln>
            <a:effectLst/>
          </c:spPr>
          <c:invertIfNegative val="0"/>
          <c:cat>
            <c:numRef>
              <c:f>Sheet1!$A$2:$A$12</c:f>
              <c:numCache>
                <c:formatCode>General</c:formatCode>
                <c:ptCount val="11"/>
                <c:pt idx="0">
                  <c:v>2023</c:v>
                </c:pt>
                <c:pt idx="1">
                  <c:v>2024</c:v>
                </c:pt>
                <c:pt idx="2">
                  <c:v>2025</c:v>
                </c:pt>
                <c:pt idx="3">
                  <c:v>2026</c:v>
                </c:pt>
                <c:pt idx="4">
                  <c:v>2027</c:v>
                </c:pt>
                <c:pt idx="5">
                  <c:v>2028</c:v>
                </c:pt>
                <c:pt idx="6">
                  <c:v>2029</c:v>
                </c:pt>
                <c:pt idx="7">
                  <c:v>2030</c:v>
                </c:pt>
                <c:pt idx="8">
                  <c:v>2031</c:v>
                </c:pt>
                <c:pt idx="9">
                  <c:v>2032</c:v>
                </c:pt>
                <c:pt idx="10">
                  <c:v>2033</c:v>
                </c:pt>
              </c:numCache>
            </c:numRef>
          </c:cat>
          <c:val>
            <c:numRef>
              <c:f>Sheet1!$C$2:$C$12</c:f>
              <c:numCache>
                <c:formatCode>General</c:formatCode>
                <c:ptCount val="11"/>
                <c:pt idx="0" formatCode="_(* #,##0_);_(* \(#,##0\);_(* &quot;-&quot;_);_(@_)">
                  <c:v>27117</c:v>
                </c:pt>
                <c:pt idx="1">
                  <c:v>34167.42</c:v>
                </c:pt>
                <c:pt idx="2">
                  <c:v>43050.949200000003</c:v>
                </c:pt>
                <c:pt idx="3">
                  <c:v>52522.158024000004</c:v>
                </c:pt>
                <c:pt idx="4">
                  <c:v>61450.924888080001</c:v>
                </c:pt>
                <c:pt idx="5">
                  <c:v>68825.035874649606</c:v>
                </c:pt>
                <c:pt idx="6">
                  <c:v>77084.04017960756</c:v>
                </c:pt>
                <c:pt idx="7">
                  <c:v>87104.965402956543</c:v>
                </c:pt>
                <c:pt idx="8">
                  <c:v>98428.610905340887</c:v>
                </c:pt>
                <c:pt idx="9">
                  <c:v>106302.89977776817</c:v>
                </c:pt>
                <c:pt idx="10">
                  <c:v>114807.13175998963</c:v>
                </c:pt>
              </c:numCache>
            </c:numRef>
          </c:val>
          <c:extLst>
            <c:ext xmlns:c16="http://schemas.microsoft.com/office/drawing/2014/chart" uri="{C3380CC4-5D6E-409C-BE32-E72D297353CC}">
              <c16:uniqueId val="{00000001-388A-3B42-A252-100AE27CDC40}"/>
            </c:ext>
          </c:extLst>
        </c:ser>
        <c:dLbls>
          <c:showLegendKey val="0"/>
          <c:showVal val="0"/>
          <c:showCatName val="0"/>
          <c:showSerName val="0"/>
          <c:showPercent val="0"/>
          <c:showBubbleSize val="0"/>
        </c:dLbls>
        <c:gapWidth val="150"/>
        <c:overlap val="100"/>
        <c:axId val="291435168"/>
        <c:axId val="360807280"/>
      </c:barChart>
      <c:catAx>
        <c:axId val="291435168"/>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en-US"/>
          </a:p>
        </c:txPr>
        <c:crossAx val="360807280"/>
        <c:crosses val="autoZero"/>
        <c:auto val="1"/>
        <c:lblAlgn val="ctr"/>
        <c:lblOffset val="100"/>
        <c:noMultiLvlLbl val="0"/>
      </c:catAx>
      <c:valAx>
        <c:axId val="360807280"/>
        <c:scaling>
          <c:orientation val="minMax"/>
        </c:scaling>
        <c:delete val="0"/>
        <c:axPos val="l"/>
        <c:majorGridlines>
          <c:spPr>
            <a:ln w="9525" cap="flat" cmpd="sng" algn="ctr">
              <a:solidFill>
                <a:schemeClr val="tx1">
                  <a:lumMod val="15000"/>
                  <a:lumOff val="85000"/>
                </a:schemeClr>
              </a:solidFill>
              <a:round/>
            </a:ln>
            <a:effectLst/>
          </c:spPr>
        </c:majorGridlines>
        <c:numFmt formatCode="_(* #,##0_);_(* \(#,##0\);_(* &quot;-&quot;_);_(@_)" sourceLinked="1"/>
        <c:majorTickMark val="none"/>
        <c:minorTickMark val="none"/>
        <c:tickLblPos val="nextTo"/>
        <c:spPr>
          <a:noFill/>
          <a:ln>
            <a:noFill/>
          </a:ln>
          <a:effectLst/>
        </c:spPr>
        <c:txPr>
          <a:bodyPr rot="-6000000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en-US"/>
          </a:p>
        </c:txPr>
        <c:crossAx val="291435168"/>
        <c:crosses val="autoZero"/>
        <c:crossBetween val="between"/>
      </c:valAx>
      <c:spPr>
        <a:noFill/>
        <a:ln>
          <a:noFill/>
        </a:ln>
        <a:effectLst/>
      </c:spPr>
    </c:plotArea>
    <c:legend>
      <c:legendPos val="b"/>
      <c:overlay val="0"/>
      <c:spPr>
        <a:noFill/>
        <a:ln>
          <a:noFill/>
        </a:ln>
        <a:effectLst/>
      </c:spPr>
      <c:txPr>
        <a:bodyPr rot="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en-US"/>
        </a:p>
      </c:txPr>
    </c:legend>
    <c:plotVisOnly val="1"/>
    <c:dispBlanksAs val="gap"/>
    <c:extLst>
      <c:ext xmlns:c16r3="http://schemas.microsoft.com/office/drawing/2017/03/chart" uri="{56B9EC1D-385E-4148-901F-78D8002777C0}">
        <c16r3:dataDisplayOptions16>
          <c16r3:dispNaAsBlank val="1"/>
        </c16r3:dataDisplayOptions16>
      </c:ext>
    </c:extLst>
    <c:showDLblsOverMax val="0"/>
  </c:chart>
  <c:spPr>
    <a:noFill/>
    <a:ln>
      <a:noFill/>
    </a:ln>
    <a:effectLst/>
  </c:spPr>
  <c:txPr>
    <a:bodyPr/>
    <a:lstStyle/>
    <a:p>
      <a:pPr>
        <a:defRPr/>
      </a:pPr>
      <a:endParaRPr lang="en-US"/>
    </a:p>
  </c:txPr>
  <c:externalData r:id="rId3">
    <c:autoUpdate val="0"/>
  </c:externalData>
</c:chartSpace>
</file>

<file path=ppt/charts/colors1.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2.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3.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4.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5.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6.xml><?xml version="1.0" encoding="utf-8"?>
<cs:colorStyle xmlns:cs="http://schemas.microsoft.com/office/drawing/2012/chartStyle" xmlns:a="http://schemas.openxmlformats.org/drawingml/2006/main" meth="withinLinear" id="15">
  <a:schemeClr val="accent2"/>
</cs:colorStyle>
</file>

<file path=ppt/charts/colors7.xml><?xml version="1.0" encoding="utf-8"?>
<cs:colorStyle xmlns:cs="http://schemas.microsoft.com/office/drawing/2012/chartStyle" xmlns:a="http://schemas.openxmlformats.org/drawingml/2006/main" meth="withinLinear" id="14">
  <a:schemeClr val="accent1"/>
</cs:colorStyle>
</file>

<file path=ppt/charts/colors8.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9.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10.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11.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style1.xml><?xml version="1.0" encoding="utf-8"?>
<cs:chartStyle xmlns:cs="http://schemas.microsoft.com/office/drawing/2012/chartStyle" xmlns:a="http://schemas.openxmlformats.org/drawingml/2006/main" id="25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197"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ln w="19050">
        <a:solidFill>
          <a:schemeClr val="lt1"/>
        </a:solidFill>
      </a:ln>
    </cs:spPr>
  </cs:dataPoint>
  <cs:dataPoint3D>
    <cs:lnRef idx="0"/>
    <cs:fillRef idx="1">
      <cs:styleClr val="auto"/>
    </cs:fillRef>
    <cs:effectRef idx="0"/>
    <cs:fontRef idx="minor">
      <a:schemeClr val="tx1"/>
    </cs:fontRef>
    <cs:spPr>
      <a:ln w="25400">
        <a:solidFill>
          <a:schemeClr val="lt1"/>
        </a:solidFill>
      </a:ln>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2.xml><?xml version="1.0" encoding="utf-8"?>
<cs:chartStyle xmlns:cs="http://schemas.microsoft.com/office/drawing/2012/chartStyle" xmlns:a="http://schemas.openxmlformats.org/drawingml/2006/main" id="25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197"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ln w="19050">
        <a:solidFill>
          <a:schemeClr val="lt1"/>
        </a:solidFill>
      </a:ln>
    </cs:spPr>
  </cs:dataPoint>
  <cs:dataPoint3D>
    <cs:lnRef idx="0"/>
    <cs:fillRef idx="1">
      <cs:styleClr val="auto"/>
    </cs:fillRef>
    <cs:effectRef idx="0"/>
    <cs:fontRef idx="minor">
      <a:schemeClr val="tx1"/>
    </cs:fontRef>
    <cs:spPr>
      <a:ln w="25400">
        <a:solidFill>
          <a:schemeClr val="lt1"/>
        </a:solidFill>
      </a:ln>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3.xml><?xml version="1.0" encoding="utf-8"?>
<cs:chartStyle xmlns:cs="http://schemas.microsoft.com/office/drawing/2012/chartStyle" xmlns:a="http://schemas.openxmlformats.org/drawingml/2006/main" id="25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197"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ln w="19050">
        <a:solidFill>
          <a:schemeClr val="lt1"/>
        </a:solidFill>
      </a:ln>
    </cs:spPr>
  </cs:dataPoint>
  <cs:dataPoint3D>
    <cs:lnRef idx="0"/>
    <cs:fillRef idx="1">
      <cs:styleClr val="auto"/>
    </cs:fillRef>
    <cs:effectRef idx="0"/>
    <cs:fontRef idx="minor">
      <a:schemeClr val="tx1"/>
    </cs:fontRef>
    <cs:spPr>
      <a:ln w="25400">
        <a:solidFill>
          <a:schemeClr val="lt1"/>
        </a:solidFill>
      </a:ln>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4.xml><?xml version="1.0" encoding="utf-8"?>
<cs:chartStyle xmlns:cs="http://schemas.microsoft.com/office/drawing/2012/chartStyle" xmlns:a="http://schemas.openxmlformats.org/drawingml/2006/main" id="227">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solidFill>
        <a:schemeClr val="phClr"/>
      </a:solidFill>
    </cs:spPr>
  </cs:dataPoint>
  <cs:dataPoint3D>
    <cs:lnRef idx="0"/>
    <cs:fillRef idx="1">
      <cs:styleClr val="auto"/>
    </cs:fillRef>
    <cs:effectRef idx="0"/>
    <cs:fontRef idx="minor">
      <a:schemeClr val="tx1"/>
    </cs:fontRef>
    <cs:spPr>
      <a:solidFill>
        <a:schemeClr val="phClr"/>
      </a:solidFill>
    </cs:spPr>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solidFill>
        <a:schemeClr val="phClr"/>
      </a:solidFill>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5.xml><?xml version="1.0" encoding="utf-8"?>
<cs:chartStyle xmlns:cs="http://schemas.microsoft.com/office/drawing/2012/chartStyle" xmlns:a="http://schemas.openxmlformats.org/drawingml/2006/main" id="297">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6.xml><?xml version="1.0" encoding="utf-8"?>
<cs:chartStyle xmlns:cs="http://schemas.microsoft.com/office/drawing/2012/chartStyle" xmlns:a="http://schemas.openxmlformats.org/drawingml/2006/main" id="234">
  <cs:axisTitle>
    <cs:lnRef idx="0"/>
    <cs:fillRef idx="0"/>
    <cs:effectRef idx="0"/>
    <cs:fontRef idx="minor">
      <a:schemeClr val="dk1">
        <a:lumMod val="65000"/>
        <a:lumOff val="35000"/>
      </a:schemeClr>
    </cs:fontRef>
    <cs:defRPr sz="1197" kern="1200"/>
  </cs:axisTitle>
  <cs:categoryAxis>
    <cs:lnRef idx="0"/>
    <cs:fillRef idx="0"/>
    <cs:effectRef idx="0"/>
    <cs:fontRef idx="minor">
      <a:schemeClr val="dk1">
        <a:lumMod val="65000"/>
        <a:lumOff val="35000"/>
      </a:schemeClr>
    </cs:fontRef>
    <cs:spPr>
      <a:ln w="9525" cap="flat" cmpd="sng" algn="ctr">
        <a:solidFill>
          <a:schemeClr val="dk1">
            <a:lumMod val="15000"/>
            <a:lumOff val="85000"/>
          </a:schemeClr>
        </a:solidFill>
        <a:round/>
      </a:ln>
    </cs:spPr>
    <cs:defRPr sz="1330" kern="1200"/>
  </cs:categoryAxis>
  <cs:chartArea>
    <cs:lnRef idx="0"/>
    <cs:fillRef idx="0"/>
    <cs:effectRef idx="0"/>
    <cs:fontRef idx="minor">
      <a:schemeClr val="dk1"/>
    </cs:fontRef>
    <cs:spPr>
      <a:solidFill>
        <a:schemeClr val="lt1"/>
      </a:solidFill>
      <a:ln w="9525" cap="flat" cmpd="sng" algn="ctr">
        <a:solidFill>
          <a:schemeClr val="dk1">
            <a:lumMod val="15000"/>
            <a:lumOff val="85000"/>
          </a:schemeClr>
        </a:solidFill>
        <a:round/>
      </a:ln>
    </cs:spPr>
    <cs:defRPr sz="1197" kern="1200"/>
  </cs:chartArea>
  <cs:dataLabel>
    <cs:lnRef idx="0"/>
    <cs:fillRef idx="0"/>
    <cs:effectRef idx="0"/>
    <cs:fontRef idx="minor">
      <cs:styleClr val="auto"/>
    </cs:fontRef>
    <cs:spPr/>
    <cs:defRPr sz="1197" b="1" i="0" u="none" strike="noStrike" kern="1200" baseline="0"/>
  </cs:dataLabel>
  <cs:dataLabelCallout>
    <cs:lnRef idx="0"/>
    <cs:fillRef idx="0"/>
    <cs:effectRef idx="0"/>
    <cs:fontRef idx="minor">
      <a:schemeClr val="dk1">
        <a:lumMod val="65000"/>
        <a:lumOff val="35000"/>
      </a:schemeClr>
    </cs:fontRef>
    <cs:spPr>
      <a:solidFill>
        <a:schemeClr val="lt1"/>
      </a:solidFill>
      <a:ln w="9575">
        <a:solidFill>
          <a:schemeClr val="lt1">
            <a:lumMod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0">
      <cs:styleClr val="auto"/>
    </cs:fillRef>
    <cs:effectRef idx="0"/>
    <cs:fontRef idx="minor">
      <a:schemeClr val="dk1"/>
    </cs:fontRef>
    <cs:spPr>
      <a:solidFill>
        <a:schemeClr val="phClr"/>
      </a:solidFill>
    </cs:spPr>
  </cs:dataPoint>
  <cs:dataPoint3D>
    <cs:lnRef idx="0"/>
    <cs:fillRef idx="0">
      <cs:styleClr val="auto"/>
    </cs:fillRef>
    <cs:effectRef idx="0"/>
    <cs:fontRef idx="minor">
      <a:schemeClr val="dk1"/>
    </cs:fontRef>
    <cs:spPr>
      <a:solidFill>
        <a:schemeClr val="phClr"/>
      </a:solidFill>
    </cs:spPr>
  </cs:dataPoint3D>
  <cs:dataPointLine>
    <cs:lnRef idx="0">
      <cs:styleClr val="auto"/>
    </cs:lnRef>
    <cs:fillRef idx="0"/>
    <cs:effectRef idx="0"/>
    <cs:fontRef idx="minor">
      <a:schemeClr val="dk1"/>
    </cs:fontRef>
    <cs:spPr>
      <a:ln w="19050" cap="rnd" cmpd="sng" algn="ctr">
        <a:solidFill>
          <a:schemeClr val="phClr">
            <a:shade val="95000"/>
            <a:satMod val="105000"/>
          </a:schemeClr>
        </a:solidFill>
        <a:round/>
      </a:ln>
    </cs:spPr>
  </cs:dataPointLine>
  <cs:dataPointMarker>
    <cs:lnRef idx="0"/>
    <cs:fillRef idx="0"/>
    <cs:effectRef idx="0"/>
    <cs:fontRef idx="minor">
      <a:schemeClr val="dk1"/>
    </cs:fontRef>
    <cs:spPr>
      <a:solidFill>
        <a:schemeClr val="lt1"/>
      </a:solidFill>
    </cs:spPr>
  </cs:dataPointMarker>
  <cs:dataPointMarkerLayout symbol="circle" size="17"/>
  <cs:dataPointWireframe>
    <cs:lnRef idx="0">
      <cs:styleClr val="auto"/>
    </cs:lnRef>
    <cs:fillRef idx="1"/>
    <cs:effectRef idx="0"/>
    <cs:fontRef idx="minor">
      <a:schemeClr val="dk1"/>
    </cs:fontRef>
    <cs:spPr>
      <a:ln w="9525">
        <a:solidFill>
          <a:schemeClr val="phClr"/>
        </a:solidFill>
      </a:ln>
    </cs:spPr>
  </cs:dataPointWireframe>
  <cs:dataTable>
    <cs:lnRef idx="0"/>
    <cs:fillRef idx="0"/>
    <cs:effectRef idx="0"/>
    <cs:fontRef idx="minor">
      <a:schemeClr val="dk1">
        <a:lumMod val="65000"/>
        <a:lumOff val="35000"/>
      </a:schemeClr>
    </cs:fontRef>
    <cs:spPr>
      <a:ln w="9525">
        <a:solidFill>
          <a:schemeClr val="dk1">
            <a:lumMod val="15000"/>
            <a:lumOff val="85000"/>
          </a:schemeClr>
        </a:solidFill>
      </a:ln>
    </cs:spPr>
    <cs:defRPr sz="1197" kern="1200"/>
  </cs:dataTable>
  <cs:downBar>
    <cs:lnRef idx="0"/>
    <cs:fillRef idx="0"/>
    <cs:effectRef idx="0"/>
    <cs:fontRef idx="minor">
      <a:schemeClr val="dk1"/>
    </cs:fontRef>
    <cs:spPr>
      <a:solidFill>
        <a:schemeClr val="dk1">
          <a:lumMod val="75000"/>
          <a:lumOff val="25000"/>
        </a:schemeClr>
      </a:solidFill>
      <a:ln w="9525">
        <a:solidFill>
          <a:schemeClr val="dk1">
            <a:lumMod val="50000"/>
            <a:lumOff val="50000"/>
          </a:schemeClr>
        </a:solidFill>
      </a:ln>
    </cs:spPr>
  </cs:downBar>
  <cs:dropLine>
    <cs:lnRef idx="0"/>
    <cs:fillRef idx="0"/>
    <cs:effectRef idx="0"/>
    <cs:fontRef idx="minor">
      <a:schemeClr val="dk1"/>
    </cs:fontRef>
    <cs:spPr>
      <a:ln w="9525">
        <a:solidFill>
          <a:schemeClr val="dk1">
            <a:lumMod val="35000"/>
            <a:lumOff val="65000"/>
          </a:schemeClr>
        </a:solidFill>
      </a:ln>
    </cs:spPr>
  </cs:dropLine>
  <cs:errorBar>
    <cs:lnRef idx="0"/>
    <cs:fillRef idx="0"/>
    <cs:effectRef idx="0"/>
    <cs:fontRef idx="minor">
      <a:schemeClr val="dk1"/>
    </cs:fontRef>
    <cs:spPr>
      <a:ln w="9525">
        <a:solidFill>
          <a:schemeClr val="dk1">
            <a:lumMod val="50000"/>
            <a:lumOff val="50000"/>
          </a:schemeClr>
        </a:solidFill>
      </a:ln>
    </cs:spPr>
  </cs:errorBar>
  <cs:floor>
    <cs:lnRef idx="0"/>
    <cs:fillRef idx="0"/>
    <cs:effectRef idx="0"/>
    <cs:fontRef idx="minor">
      <a:schemeClr val="dk1"/>
    </cs:fontRef>
  </cs:floor>
  <cs:gridlineMajor>
    <cs:lnRef idx="0"/>
    <cs:fillRef idx="0"/>
    <cs:effectRef idx="0"/>
    <cs:fontRef idx="minor">
      <a:schemeClr val="dk1"/>
    </cs:fontRef>
    <cs:spPr>
      <a:ln>
        <a:solidFill>
          <a:schemeClr val="dk1">
            <a:lumMod val="15000"/>
            <a:lumOff val="85000"/>
          </a:schemeClr>
        </a:solidFill>
      </a:ln>
    </cs:spPr>
  </cs:gridlineMajor>
  <cs:gridlineMinor>
    <cs:lnRef idx="0"/>
    <cs:fillRef idx="0"/>
    <cs:effectRef idx="0"/>
    <cs:fontRef idx="minor">
      <a:schemeClr val="dk1"/>
    </cs:fontRef>
    <cs:spPr>
      <a:ln>
        <a:solidFill>
          <a:schemeClr val="dk1">
            <a:lumMod val="5000"/>
            <a:lumOff val="95000"/>
          </a:schemeClr>
        </a:solidFill>
      </a:ln>
    </cs:spPr>
  </cs:gridlineMinor>
  <cs:hiLoLine>
    <cs:lnRef idx="0"/>
    <cs:fillRef idx="0"/>
    <cs:effectRef idx="0"/>
    <cs:fontRef idx="minor">
      <a:schemeClr val="dk1"/>
    </cs:fontRef>
    <cs:spPr>
      <a:ln w="9525">
        <a:solidFill>
          <a:schemeClr val="dk1">
            <a:lumMod val="35000"/>
            <a:lumOff val="65000"/>
          </a:schemeClr>
        </a:solidFill>
      </a:ln>
    </cs:spPr>
  </cs:hiLoLine>
  <cs:leaderLine>
    <cs:lnRef idx="0"/>
    <cs:fillRef idx="0"/>
    <cs:effectRef idx="0"/>
    <cs:fontRef idx="minor">
      <a:schemeClr val="dk1"/>
    </cs:fontRef>
    <cs:spPr>
      <a:ln w="9525">
        <a:solidFill>
          <a:schemeClr val="dk1">
            <a:lumMod val="35000"/>
            <a:lumOff val="65000"/>
          </a:schemeClr>
        </a:solidFill>
      </a:ln>
    </cs:spPr>
  </cs:leaderLine>
  <cs:legend>
    <cs:lnRef idx="0"/>
    <cs:fillRef idx="0"/>
    <cs:effectRef idx="0"/>
    <cs:fontRef idx="minor">
      <a:schemeClr val="dk1">
        <a:lumMod val="65000"/>
        <a:lumOff val="35000"/>
      </a:schemeClr>
    </cs:fontRef>
    <cs:defRPr sz="1197" kern="1200"/>
  </cs:legend>
  <cs:plotArea>
    <cs:lnRef idx="0"/>
    <cs:fillRef idx="0"/>
    <cs:effectRef idx="0"/>
    <cs:fontRef idx="minor">
      <a:schemeClr val="dk1"/>
    </cs:fontRef>
  </cs:plotArea>
  <cs:plotArea3D>
    <cs:lnRef idx="0"/>
    <cs:fillRef idx="0"/>
    <cs:effectRef idx="0"/>
    <cs:fontRef idx="minor">
      <a:schemeClr val="dk1"/>
    </cs:fontRef>
  </cs:plotArea3D>
  <cs:seriesAxis>
    <cs:lnRef idx="0"/>
    <cs:fillRef idx="0"/>
    <cs:effectRef idx="0"/>
    <cs:fontRef idx="minor">
      <a:schemeClr val="dk1">
        <a:lumMod val="65000"/>
        <a:lumOff val="35000"/>
      </a:schemeClr>
    </cs:fontRef>
    <cs:spPr>
      <a:ln w="9525" cap="flat" cmpd="sng" algn="ctr">
        <a:solidFill>
          <a:schemeClr val="dk1">
            <a:lumMod val="15000"/>
            <a:lumOff val="85000"/>
          </a:schemeClr>
        </a:solidFill>
        <a:round/>
      </a:ln>
    </cs:spPr>
    <cs:defRPr sz="1197" kern="1200"/>
  </cs:seriesAxis>
  <cs:seriesLine>
    <cs:lnRef idx="0"/>
    <cs:fillRef idx="0"/>
    <cs:effectRef idx="0"/>
    <cs:fontRef idx="minor">
      <a:schemeClr val="dk1"/>
    </cs:fontRef>
    <cs:spPr>
      <a:ln w="9525">
        <a:solidFill>
          <a:schemeClr val="dk1">
            <a:lumMod val="35000"/>
            <a:lumOff val="65000"/>
          </a:schemeClr>
        </a:solidFill>
      </a:ln>
    </cs:spPr>
  </cs:seriesLine>
  <cs:title>
    <cs:lnRef idx="0"/>
    <cs:fillRef idx="0"/>
    <cs:effectRef idx="0"/>
    <cs:fontRef idx="minor">
      <a:schemeClr val="dk1"/>
    </cs:fontRef>
    <cs:defRPr sz="1915" b="0" kern="1200" cap="all" spc="0" baseline="0">
      <a:gradFill>
        <a:gsLst>
          <a:gs pos="0">
            <a:schemeClr val="dk1">
              <a:lumMod val="50000"/>
              <a:lumOff val="50000"/>
            </a:schemeClr>
          </a:gs>
          <a:gs pos="100000">
            <a:schemeClr val="dk1">
              <a:lumMod val="85000"/>
              <a:lumOff val="15000"/>
            </a:schemeClr>
          </a:gs>
        </a:gsLst>
        <a:lin ang="5400000" scaled="0"/>
      </a:gradFill>
    </cs:defRPr>
  </cs:title>
  <cs:trendline>
    <cs:lnRef idx="0">
      <cs:styleClr val="auto"/>
    </cs:lnRef>
    <cs:fillRef idx="0"/>
    <cs:effectRef idx="0"/>
    <cs:fontRef idx="minor">
      <a:schemeClr val="dk1"/>
    </cs:fontRef>
    <cs:spPr>
      <a:ln w="9525" cap="rnd">
        <a:solidFill>
          <a:schemeClr val="phClr"/>
        </a:solidFill>
      </a:ln>
    </cs:spPr>
  </cs:trendline>
  <cs:trendlineLabel>
    <cs:lnRef idx="0"/>
    <cs:fillRef idx="0"/>
    <cs:effectRef idx="0"/>
    <cs:fontRef idx="minor">
      <a:schemeClr val="dk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dk1">
            <a:lumMod val="50000"/>
            <a:lumOff val="50000"/>
          </a:schemeClr>
        </a:solidFill>
      </a:ln>
    </cs:spPr>
  </cs:upBar>
  <cs:valueAxis>
    <cs:lnRef idx="0"/>
    <cs:fillRef idx="0"/>
    <cs:effectRef idx="0"/>
    <cs:fontRef idx="minor">
      <a:schemeClr val="dk1">
        <a:lumMod val="65000"/>
        <a:lumOff val="35000"/>
      </a:schemeClr>
    </cs:fontRef>
    <cs:defRPr sz="1197" kern="1200"/>
  </cs:valueAxis>
  <cs:wall>
    <cs:lnRef idx="0"/>
    <cs:fillRef idx="0"/>
    <cs:effectRef idx="0"/>
    <cs:fontRef idx="minor">
      <a:schemeClr val="dk1"/>
    </cs:fontRef>
  </cs:wall>
</cs:chartStyle>
</file>

<file path=ppt/charts/style7.xml><?xml version="1.0" encoding="utf-8"?>
<cs:chartStyle xmlns:cs="http://schemas.microsoft.com/office/drawing/2012/chartStyle" xmlns:a="http://schemas.openxmlformats.org/drawingml/2006/main" id="322">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8.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9.xml><?xml version="1.0" encoding="utf-8"?>
<cs:chartStyle xmlns:cs="http://schemas.microsoft.com/office/drawing/2012/chartStyle" xmlns:a="http://schemas.openxmlformats.org/drawingml/2006/main" id="227">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solidFill>
        <a:schemeClr val="phClr"/>
      </a:solidFill>
    </cs:spPr>
  </cs:dataPoint>
  <cs:dataPoint3D>
    <cs:lnRef idx="0"/>
    <cs:fillRef idx="1">
      <cs:styleClr val="auto"/>
    </cs:fillRef>
    <cs:effectRef idx="0"/>
    <cs:fontRef idx="minor">
      <a:schemeClr val="tx1"/>
    </cs:fontRef>
    <cs:spPr>
      <a:solidFill>
        <a:schemeClr val="phClr"/>
      </a:solidFill>
    </cs:spPr>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solidFill>
        <a:schemeClr val="phClr"/>
      </a:solidFill>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10.xml><?xml version="1.0" encoding="utf-8"?>
<cs:chartStyle xmlns:cs="http://schemas.microsoft.com/office/drawing/2012/chartStyle" xmlns:a="http://schemas.openxmlformats.org/drawingml/2006/main" id="297">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11.xml><?xml version="1.0" encoding="utf-8"?>
<cs:chartStyle xmlns:cs="http://schemas.microsoft.com/office/drawing/2012/chartStyle" xmlns:a="http://schemas.openxmlformats.org/drawingml/2006/main" id="297">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diagrams/colors1.xml><?xml version="1.0" encoding="utf-8"?>
<dgm:colorsDef xmlns:dgm="http://schemas.openxmlformats.org/drawingml/2006/diagram" xmlns:a="http://schemas.openxmlformats.org/drawingml/2006/main" uniqueId="urn:microsoft.com/office/officeart/2005/8/colors/accent1_1">
  <dgm:title val=""/>
  <dgm:desc val=""/>
  <dgm:catLst>
    <dgm:cat type="accent1" pri="11100"/>
  </dgm:catLst>
  <dgm:styleLbl name="node0">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alignNode1">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node1">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lnNode1">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vennNode1">
    <dgm:fillClrLst meth="repeat">
      <a:schemeClr val="lt1">
        <a:alpha val="50000"/>
      </a:schemeClr>
    </dgm:fillClrLst>
    <dgm:linClrLst meth="repeat">
      <a:schemeClr val="accent1">
        <a:shade val="80000"/>
      </a:schemeClr>
    </dgm:linClrLst>
    <dgm:effectClrLst/>
    <dgm:txLinClrLst/>
    <dgm:txFillClrLst/>
    <dgm:txEffectClrLst/>
  </dgm:styleLbl>
  <dgm:styleLbl name="node2">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node3">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node4">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fgImgPlace1">
    <dgm:fillClrLst meth="repeat">
      <a:schemeClr val="accent1">
        <a:tint val="40000"/>
      </a:schemeClr>
    </dgm:fillClrLst>
    <dgm:linClrLst meth="repeat">
      <a:schemeClr val="accent1">
        <a:shade val="80000"/>
      </a:schemeClr>
    </dgm:linClrLst>
    <dgm:effectClrLst/>
    <dgm:txLinClrLst/>
    <dgm:txFillClrLst meth="repeat">
      <a:schemeClr val="lt1"/>
    </dgm:txFillClrLst>
    <dgm:txEffectClrLst/>
  </dgm:styleLbl>
  <dgm:styleLbl name="alignImgPlace1">
    <dgm:fillClrLst meth="repeat">
      <a:schemeClr val="accent1">
        <a:tint val="40000"/>
      </a:schemeClr>
    </dgm:fillClrLst>
    <dgm:linClrLst meth="repeat">
      <a:schemeClr val="accent1">
        <a:shade val="80000"/>
      </a:schemeClr>
    </dgm:linClrLst>
    <dgm:effectClrLst/>
    <dgm:txLinClrLst/>
    <dgm:txFillClrLst meth="repeat">
      <a:schemeClr val="lt1"/>
    </dgm:txFillClrLst>
    <dgm:txEffectClrLst/>
  </dgm:styleLbl>
  <dgm:styleLbl name="bgImgPlace1">
    <dgm:fillClrLst meth="repeat">
      <a:schemeClr val="accent1">
        <a:tint val="40000"/>
      </a:schemeClr>
    </dgm:fillClrLst>
    <dgm:linClrLst meth="repeat">
      <a:schemeClr val="accent1">
        <a:shade val="80000"/>
      </a:schemeClr>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meth="repeat">
      <a:schemeClr val="dk1"/>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meth="repeat">
      <a:schemeClr val="dk1"/>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meth="repeat">
      <a:schemeClr val="dk1"/>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dgm:linClrLst>
    <dgm:effectClrLst/>
    <dgm:txLinClrLst/>
    <dgm:txFillClrLst meth="repeat">
      <a:schemeClr val="tx1"/>
    </dgm:txFillClrLst>
    <dgm:txEffectClrLst/>
  </dgm:styleLbl>
  <dgm:styleLbl name="asst0">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asst1">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asst2">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asst3">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asst4">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dgm:txEffectClrLst/>
  </dgm:styleLbl>
  <dgm:styleLbl name="parChTrans2D2">
    <dgm:fillClrLst meth="repeat">
      <a:schemeClr val="accent1"/>
    </dgm:fillClrLst>
    <dgm:linClrLst meth="repeat">
      <a:schemeClr val="accent1"/>
    </dgm:linClrLst>
    <dgm:effectClrLst/>
    <dgm:txLinClrLst/>
    <dgm:txFillClrLst/>
    <dgm:txEffectClrLst/>
  </dgm:styleLbl>
  <dgm:styleLbl name="parChTrans2D3">
    <dgm:fillClrLst meth="repeat">
      <a:schemeClr val="accent1"/>
    </dgm:fillClrLst>
    <dgm:linClrLst meth="repeat">
      <a:schemeClr val="accent1"/>
    </dgm:linClrLst>
    <dgm:effectClrLst/>
    <dgm:txLinClrLst/>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accent1">
        <a:alpha val="90000"/>
        <a:tint val="40000"/>
      </a:schemeClr>
    </dgm:fillClrLst>
    <dgm:linClrLst meth="repeat">
      <a:schemeClr val="accent1"/>
    </dgm:linClrLst>
    <dgm:effectClrLst/>
    <dgm:txLinClrLst/>
    <dgm:txFillClrLst meth="repeat">
      <a:schemeClr val="dk1"/>
    </dgm:txFillClrLst>
    <dgm:txEffectClrLst/>
  </dgm:styleLbl>
  <dgm:styleLbl name="conFgAcc1">
    <dgm:fillClrLst meth="repeat">
      <a:schemeClr val="accent1">
        <a:alpha val="90000"/>
        <a:tint val="40000"/>
      </a:schemeClr>
    </dgm:fillClrLst>
    <dgm:linClrLst meth="repeat">
      <a:schemeClr val="accent1"/>
    </dgm:linClrLst>
    <dgm:effectClrLst/>
    <dgm:txLinClrLst/>
    <dgm:txFillClrLst meth="repeat">
      <a:schemeClr val="dk1"/>
    </dgm:txFillClrLst>
    <dgm:txEffectClrLst/>
  </dgm:styleLbl>
  <dgm:styleLbl name="alignAcc1">
    <dgm:fillClrLst meth="repeat">
      <a:schemeClr val="accent1">
        <a:alpha val="90000"/>
        <a:tint val="40000"/>
      </a:schemeClr>
    </dgm:fillClrLst>
    <dgm:linClrLst meth="repeat">
      <a:schemeClr val="accent1"/>
    </dgm:linClrLst>
    <dgm:effectClrLst/>
    <dgm:txLinClrLst/>
    <dgm:txFillClrLst meth="repeat">
      <a:schemeClr val="dk1"/>
    </dgm:txFillClrLst>
    <dgm:txEffectClrLst/>
  </dgm:styleLbl>
  <dgm:styleLbl name="trAlignAcc1">
    <dgm:fillClrLst meth="repeat">
      <a:schemeClr val="accent1">
        <a:alpha val="40000"/>
        <a:tint val="40000"/>
      </a:schemeClr>
    </dgm:fillClrLst>
    <dgm:linClrLst meth="repeat">
      <a:schemeClr val="accent1"/>
    </dgm:linClrLst>
    <dgm:effectClrLst/>
    <dgm:txLinClrLst/>
    <dgm:txFillClrLst meth="repeat">
      <a:schemeClr val="dk1"/>
    </dgm:txFillClrLst>
    <dgm:txEffectClrLst/>
  </dgm:styleLbl>
  <dgm:styleLbl name="bgAcc1">
    <dgm:fillClrLst meth="repeat">
      <a:schemeClr val="accent1">
        <a:alpha val="90000"/>
        <a:tint val="4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lt1">
        <a:alpha val="90000"/>
        <a:tint val="40000"/>
      </a:schemeClr>
    </dgm:fillClrLst>
    <dgm:linClrLst meth="repeat">
      <a:schemeClr val="accent1">
        <a:alpha val="90000"/>
      </a:schemeClr>
    </dgm:linClrLst>
    <dgm:effectClrLst/>
    <dgm:txLinClrLst/>
    <dgm:txFillClrLst meth="repeat">
      <a:schemeClr val="dk1"/>
    </dgm:txFillClrLst>
    <dgm:txEffectClrLst/>
  </dgm:styleLbl>
  <dgm:styleLbl name="alignAccFollowNode1">
    <dgm:fillClrLst meth="repeat">
      <a:schemeClr val="lt1">
        <a:alpha val="90000"/>
        <a:tint val="40000"/>
      </a:schemeClr>
    </dgm:fillClrLst>
    <dgm:linClrLst meth="repeat">
      <a:schemeClr val="accent1">
        <a:alpha val="90000"/>
      </a:schemeClr>
    </dgm:linClrLst>
    <dgm:effectClrLst/>
    <dgm:txLinClrLst/>
    <dgm:txFillClrLst meth="repeat">
      <a:schemeClr val="dk1"/>
    </dgm:txFillClrLst>
    <dgm:txEffectClrLst/>
  </dgm:styleLbl>
  <dgm:styleLbl name="bgAccFollowNode1">
    <dgm:fillClrLst meth="repeat">
      <a:schemeClr val="lt1">
        <a:alpha val="90000"/>
        <a:tint val="40000"/>
      </a:schemeClr>
    </dgm:fillClrLst>
    <dgm:linClrLst meth="repeat">
      <a:schemeClr val="accent1">
        <a:alpha val="90000"/>
      </a:schemeClr>
    </dgm:linClrLst>
    <dgm:effectClrLst/>
    <dgm:txLinClrLst/>
    <dgm:txFillClrLst meth="repeat">
      <a:schemeClr val="dk1"/>
    </dgm:txFillClrLst>
    <dgm:txEffectClrLst/>
  </dgm:styleLbl>
  <dgm:styleLbl name="fgAcc0">
    <dgm:fillClrLst meth="repeat">
      <a:schemeClr val="accent1">
        <a:alpha val="90000"/>
        <a:tint val="40000"/>
      </a:schemeClr>
    </dgm:fillClrLst>
    <dgm:linClrLst meth="repeat">
      <a:schemeClr val="accent1"/>
    </dgm:linClrLst>
    <dgm:effectClrLst/>
    <dgm:txLinClrLst/>
    <dgm:txFillClrLst meth="repeat">
      <a:schemeClr val="dk1"/>
    </dgm:txFillClrLst>
    <dgm:txEffectClrLst/>
  </dgm:styleLbl>
  <dgm:styleLbl name="fgAcc2">
    <dgm:fillClrLst meth="repeat">
      <a:schemeClr val="accent1">
        <a:alpha val="90000"/>
        <a:tint val="40000"/>
      </a:schemeClr>
    </dgm:fillClrLst>
    <dgm:linClrLst meth="repeat">
      <a:schemeClr val="accent1"/>
    </dgm:linClrLst>
    <dgm:effectClrLst/>
    <dgm:txLinClrLst/>
    <dgm:txFillClrLst meth="repeat">
      <a:schemeClr val="dk1"/>
    </dgm:txFillClrLst>
    <dgm:txEffectClrLst/>
  </dgm:styleLbl>
  <dgm:styleLbl name="fgAcc3">
    <dgm:fillClrLst meth="repeat">
      <a:schemeClr val="accent1">
        <a:alpha val="90000"/>
        <a:tint val="40000"/>
      </a:schemeClr>
    </dgm:fillClrLst>
    <dgm:linClrLst meth="repeat">
      <a:schemeClr val="accent1"/>
    </dgm:linClrLst>
    <dgm:effectClrLst/>
    <dgm:txLinClrLst/>
    <dgm:txFillClrLst meth="repeat">
      <a:schemeClr val="dk1"/>
    </dgm:txFillClrLst>
    <dgm:txEffectClrLst/>
  </dgm:styleLbl>
  <dgm:styleLbl name="fgAcc4">
    <dgm:fillClrLst meth="repeat">
      <a:schemeClr val="accent1">
        <a:alpha val="90000"/>
        <a:tint val="4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5_4">
  <dgm:title val=""/>
  <dgm:desc val=""/>
  <dgm:catLst>
    <dgm:cat type="accent5" pri="11400"/>
  </dgm:catLst>
  <dgm:styleLbl name="node0">
    <dgm:fillClrLst meth="cycle">
      <a:schemeClr val="accent5">
        <a:shade val="60000"/>
      </a:schemeClr>
    </dgm:fillClrLst>
    <dgm:linClrLst meth="repeat">
      <a:schemeClr val="lt1"/>
    </dgm:linClrLst>
    <dgm:effectClrLst/>
    <dgm:txLinClrLst/>
    <dgm:txFillClrLst/>
    <dgm:txEffectClrLst/>
  </dgm:styleLbl>
  <dgm:styleLbl name="node1">
    <dgm:fillClrLst meth="cycle">
      <a:schemeClr val="accent5">
        <a:shade val="50000"/>
      </a:schemeClr>
      <a:schemeClr val="accent5">
        <a:tint val="55000"/>
      </a:schemeClr>
    </dgm:fillClrLst>
    <dgm:linClrLst meth="repeat">
      <a:schemeClr val="lt1"/>
    </dgm:linClrLst>
    <dgm:effectClrLst/>
    <dgm:txLinClrLst/>
    <dgm:txFillClrLst/>
    <dgm:txEffectClrLst/>
  </dgm:styleLbl>
  <dgm:styleLbl name="alignNode1">
    <dgm:fillClrLst meth="cycle">
      <a:schemeClr val="accent5">
        <a:shade val="50000"/>
      </a:schemeClr>
      <a:schemeClr val="accent5">
        <a:tint val="55000"/>
      </a:schemeClr>
    </dgm:fillClrLst>
    <dgm:linClrLst meth="cycle">
      <a:schemeClr val="accent5">
        <a:shade val="50000"/>
      </a:schemeClr>
      <a:schemeClr val="accent5">
        <a:tint val="55000"/>
      </a:schemeClr>
    </dgm:linClrLst>
    <dgm:effectClrLst/>
    <dgm:txLinClrLst/>
    <dgm:txFillClrLst/>
    <dgm:txEffectClrLst/>
  </dgm:styleLbl>
  <dgm:styleLbl name="lnNode1">
    <dgm:fillClrLst meth="cycle">
      <a:schemeClr val="accent5">
        <a:shade val="50000"/>
      </a:schemeClr>
      <a:schemeClr val="accent5">
        <a:tint val="55000"/>
      </a:schemeClr>
    </dgm:fillClrLst>
    <dgm:linClrLst meth="repeat">
      <a:schemeClr val="lt1"/>
    </dgm:linClrLst>
    <dgm:effectClrLst/>
    <dgm:txLinClrLst/>
    <dgm:txFillClrLst/>
    <dgm:txEffectClrLst/>
  </dgm:styleLbl>
  <dgm:styleLbl name="vennNode1">
    <dgm:fillClrLst meth="cycle">
      <a:schemeClr val="accent5">
        <a:shade val="80000"/>
        <a:alpha val="50000"/>
      </a:schemeClr>
      <a:schemeClr val="accent5">
        <a:tint val="50000"/>
        <a:alpha val="50000"/>
      </a:schemeClr>
    </dgm:fillClrLst>
    <dgm:linClrLst meth="repeat">
      <a:schemeClr val="lt1"/>
    </dgm:linClrLst>
    <dgm:effectClrLst/>
    <dgm:txLinClrLst/>
    <dgm:txFillClrLst/>
    <dgm:txEffectClrLst/>
  </dgm:styleLbl>
  <dgm:styleLbl name="node2">
    <dgm:fillClrLst>
      <a:schemeClr val="accent5">
        <a:shade val="80000"/>
      </a:schemeClr>
    </dgm:fillClrLst>
    <dgm:linClrLst meth="repeat">
      <a:schemeClr val="lt1"/>
    </dgm:linClrLst>
    <dgm:effectClrLst/>
    <dgm:txLinClrLst/>
    <dgm:txFillClrLst/>
    <dgm:txEffectClrLst/>
  </dgm:styleLbl>
  <dgm:styleLbl name="node3">
    <dgm:fillClrLst>
      <a:schemeClr val="accent5">
        <a:tint val="99000"/>
      </a:schemeClr>
    </dgm:fillClrLst>
    <dgm:linClrLst meth="repeat">
      <a:schemeClr val="lt1"/>
    </dgm:linClrLst>
    <dgm:effectClrLst/>
    <dgm:txLinClrLst/>
    <dgm:txFillClrLst/>
    <dgm:txEffectClrLst/>
  </dgm:styleLbl>
  <dgm:styleLbl name="node4">
    <dgm:fillClrLst>
      <a:schemeClr val="accent5">
        <a:tint val="70000"/>
      </a:schemeClr>
    </dgm:fillClrLst>
    <dgm:linClrLst meth="repeat">
      <a:schemeClr val="lt1"/>
    </dgm:linClrLst>
    <dgm:effectClrLst/>
    <dgm:txLinClrLst/>
    <dgm:txFillClrLst/>
    <dgm:txEffectClrLst/>
  </dgm:styleLbl>
  <dgm:styleLbl name="fgImgPlace1">
    <dgm:fillClrLst>
      <a:schemeClr val="accent5">
        <a:tint val="50000"/>
      </a:schemeClr>
      <a:schemeClr val="accent5">
        <a:tint val="55000"/>
      </a:schemeClr>
    </dgm:fillClrLst>
    <dgm:linClrLst meth="repeat">
      <a:schemeClr val="lt1"/>
    </dgm:linClrLst>
    <dgm:effectClrLst/>
    <dgm:txLinClrLst/>
    <dgm:txFillClrLst meth="repeat">
      <a:schemeClr val="lt1"/>
    </dgm:txFillClrLst>
    <dgm:txEffectClrLst/>
  </dgm:styleLbl>
  <dgm:styleLbl name="alignImgPlace1">
    <dgm:fillClrLst>
      <a:schemeClr val="accent5">
        <a:tint val="50000"/>
      </a:schemeClr>
      <a:schemeClr val="accent5">
        <a:tint val="55000"/>
      </a:schemeClr>
    </dgm:fillClrLst>
    <dgm:linClrLst meth="repeat">
      <a:schemeClr val="lt1"/>
    </dgm:linClrLst>
    <dgm:effectClrLst/>
    <dgm:txLinClrLst/>
    <dgm:txFillClrLst meth="repeat">
      <a:schemeClr val="lt1"/>
    </dgm:txFillClrLst>
    <dgm:txEffectClrLst/>
  </dgm:styleLbl>
  <dgm:styleLbl name="bgImgPlace1">
    <dgm:fillClrLst>
      <a:schemeClr val="accent5">
        <a:tint val="50000"/>
      </a:schemeClr>
      <a:schemeClr val="accent5">
        <a:tint val="55000"/>
      </a:schemeClr>
    </dgm:fillClrLst>
    <dgm:linClrLst meth="repeat">
      <a:schemeClr val="lt1"/>
    </dgm:linClrLst>
    <dgm:effectClrLst/>
    <dgm:txLinClrLst/>
    <dgm:txFillClrLst meth="repeat">
      <a:schemeClr val="lt1"/>
    </dgm:txFillClrLst>
    <dgm:txEffectClrLst/>
  </dgm:styleLbl>
  <dgm:styleLbl name="sibTrans2D1">
    <dgm:fillClrLst meth="cycle">
      <a:schemeClr val="accent5">
        <a:shade val="90000"/>
      </a:schemeClr>
      <a:schemeClr val="accent5">
        <a:tint val="50000"/>
      </a:schemeClr>
    </dgm:fillClrLst>
    <dgm:linClrLst meth="cycle">
      <a:schemeClr val="accent5">
        <a:shade val="90000"/>
      </a:schemeClr>
      <a:schemeClr val="accent5">
        <a:tint val="50000"/>
      </a:schemeClr>
    </dgm:linClrLst>
    <dgm:effectClrLst/>
    <dgm:txLinClrLst/>
    <dgm:txFillClrLst/>
    <dgm:txEffectClrLst/>
  </dgm:styleLbl>
  <dgm:styleLbl name="fgSibTrans2D1">
    <dgm:fillClrLst meth="cycle">
      <a:schemeClr val="accent5">
        <a:shade val="90000"/>
      </a:schemeClr>
      <a:schemeClr val="accent5">
        <a:tint val="50000"/>
      </a:schemeClr>
    </dgm:fillClrLst>
    <dgm:linClrLst meth="cycle">
      <a:schemeClr val="accent5">
        <a:shade val="90000"/>
      </a:schemeClr>
      <a:schemeClr val="accent5">
        <a:tint val="50000"/>
      </a:schemeClr>
    </dgm:linClrLst>
    <dgm:effectClrLst/>
    <dgm:txLinClrLst/>
    <dgm:txFillClrLst/>
    <dgm:txEffectClrLst/>
  </dgm:styleLbl>
  <dgm:styleLbl name="bgSibTrans2D1">
    <dgm:fillClrLst meth="cycle">
      <a:schemeClr val="accent5">
        <a:shade val="90000"/>
      </a:schemeClr>
      <a:schemeClr val="accent5">
        <a:tint val="50000"/>
      </a:schemeClr>
    </dgm:fillClrLst>
    <dgm:linClrLst meth="cycle">
      <a:schemeClr val="accent5">
        <a:shade val="90000"/>
      </a:schemeClr>
      <a:schemeClr val="accent5">
        <a:tint val="50000"/>
      </a:schemeClr>
    </dgm:linClrLst>
    <dgm:effectClrLst/>
    <dgm:txLinClrLst/>
    <dgm:txFillClrLst/>
    <dgm:txEffectClrLst/>
  </dgm:styleLbl>
  <dgm:styleLbl name="fgSibTrans2D1">
    <dgm:fillClrLst meth="cycle">
      <a:schemeClr val="accent5">
        <a:shade val="90000"/>
      </a:schemeClr>
      <a:schemeClr val="accent5">
        <a:tint val="50000"/>
      </a:schemeClr>
    </dgm:fillClrLst>
    <dgm:linClrLst meth="cycle">
      <a:schemeClr val="accent5">
        <a:shade val="90000"/>
      </a:schemeClr>
      <a:schemeClr val="accent5">
        <a:tint val="50000"/>
      </a:schemeClr>
    </dgm:linClrLst>
    <dgm:effectClrLst/>
    <dgm:txLinClrLst/>
    <dgm:txFillClrLst/>
    <dgm:txEffectClrLst/>
  </dgm:styleLbl>
  <dgm:styleLbl name="sibTrans1D1">
    <dgm:fillClrLst meth="cycle">
      <a:schemeClr val="accent5">
        <a:shade val="90000"/>
      </a:schemeClr>
      <a:schemeClr val="accent5">
        <a:tint val="50000"/>
      </a:schemeClr>
    </dgm:fillClrLst>
    <dgm:linClrLst meth="cycle">
      <a:schemeClr val="accent5">
        <a:shade val="90000"/>
      </a:schemeClr>
      <a:schemeClr val="accent5">
        <a:tint val="50000"/>
      </a:schemeClr>
    </dgm:linClrLst>
    <dgm:effectClrLst/>
    <dgm:txLinClrLst/>
    <dgm:txFillClrLst meth="repeat">
      <a:schemeClr val="tx1"/>
    </dgm:txFillClrLst>
    <dgm:txEffectClrLst/>
  </dgm:styleLbl>
  <dgm:styleLbl name="callout">
    <dgm:fillClrLst meth="repeat">
      <a:schemeClr val="accent5"/>
    </dgm:fillClrLst>
    <dgm:linClrLst meth="repeat">
      <a:schemeClr val="accent5"/>
    </dgm:linClrLst>
    <dgm:effectClrLst/>
    <dgm:txLinClrLst/>
    <dgm:txFillClrLst meth="repeat">
      <a:schemeClr val="tx1"/>
    </dgm:txFillClrLst>
    <dgm:txEffectClrLst/>
  </dgm:styleLbl>
  <dgm:styleLbl name="asst0">
    <dgm:fillClrLst meth="repeat">
      <a:schemeClr val="accent5">
        <a:shade val="80000"/>
      </a:schemeClr>
    </dgm:fillClrLst>
    <dgm:linClrLst meth="repeat">
      <a:schemeClr val="lt1"/>
    </dgm:linClrLst>
    <dgm:effectClrLst/>
    <dgm:txLinClrLst/>
    <dgm:txFillClrLst/>
    <dgm:txEffectClrLst/>
  </dgm:styleLbl>
  <dgm:styleLbl name="asst1">
    <dgm:fillClrLst meth="repeat">
      <a:schemeClr val="accent5">
        <a:shade val="80000"/>
      </a:schemeClr>
    </dgm:fillClrLst>
    <dgm:linClrLst meth="repeat">
      <a:schemeClr val="lt1"/>
    </dgm:linClrLst>
    <dgm:effectClrLst/>
    <dgm:txLinClrLst/>
    <dgm:txFillClrLst/>
    <dgm:txEffectClrLst/>
  </dgm:styleLbl>
  <dgm:styleLbl name="asst2">
    <dgm:fillClrLst>
      <a:schemeClr val="accent5">
        <a:tint val="90000"/>
      </a:schemeClr>
    </dgm:fillClrLst>
    <dgm:linClrLst meth="repeat">
      <a:schemeClr val="lt1"/>
    </dgm:linClrLst>
    <dgm:effectClrLst/>
    <dgm:txLinClrLst/>
    <dgm:txFillClrLst/>
    <dgm:txEffectClrLst/>
  </dgm:styleLbl>
  <dgm:styleLbl name="asst3">
    <dgm:fillClrLst>
      <a:schemeClr val="accent5">
        <a:tint val="70000"/>
      </a:schemeClr>
    </dgm:fillClrLst>
    <dgm:linClrLst meth="repeat">
      <a:schemeClr val="lt1"/>
    </dgm:linClrLst>
    <dgm:effectClrLst/>
    <dgm:txLinClrLst/>
    <dgm:txFillClrLst/>
    <dgm:txEffectClrLst/>
  </dgm:styleLbl>
  <dgm:styleLbl name="asst4">
    <dgm:fillClrLst>
      <a:schemeClr val="accent5">
        <a:tint val="50000"/>
      </a:schemeClr>
    </dgm:fillClrLst>
    <dgm:linClrLst meth="repeat">
      <a:schemeClr val="lt1"/>
    </dgm:linClrLst>
    <dgm:effectClrLst/>
    <dgm:txLinClrLst/>
    <dgm:txFillClrLst/>
    <dgm:txEffectClrLst/>
  </dgm:styleLbl>
  <dgm:styleLbl name="parChTrans2D1">
    <dgm:fillClrLst meth="repeat">
      <a:schemeClr val="accent5">
        <a:tint val="60000"/>
      </a:schemeClr>
    </dgm:fillClrLst>
    <dgm:linClrLst meth="repeat">
      <a:schemeClr val="accent5">
        <a:shade val="80000"/>
      </a:schemeClr>
    </dgm:linClrLst>
    <dgm:effectClrLst/>
    <dgm:txLinClrLst/>
    <dgm:txFillClrLst/>
    <dgm:txEffectClrLst/>
  </dgm:styleLbl>
  <dgm:styleLbl name="parChTrans2D2">
    <dgm:fillClrLst meth="repeat">
      <a:schemeClr val="accent5">
        <a:tint val="90000"/>
      </a:schemeClr>
    </dgm:fillClrLst>
    <dgm:linClrLst meth="repeat">
      <a:schemeClr val="accent5">
        <a:tint val="90000"/>
      </a:schemeClr>
    </dgm:linClrLst>
    <dgm:effectClrLst/>
    <dgm:txLinClrLst/>
    <dgm:txFillClrLst/>
    <dgm:txEffectClrLst/>
  </dgm:styleLbl>
  <dgm:styleLbl name="parChTrans2D3">
    <dgm:fillClrLst meth="repeat">
      <a:schemeClr val="accent5">
        <a:tint val="70000"/>
      </a:schemeClr>
    </dgm:fillClrLst>
    <dgm:linClrLst meth="repeat">
      <a:schemeClr val="accent5">
        <a:tint val="70000"/>
      </a:schemeClr>
    </dgm:linClrLst>
    <dgm:effectClrLst/>
    <dgm:txLinClrLst/>
    <dgm:txFillClrLst/>
    <dgm:txEffectClrLst/>
  </dgm:styleLbl>
  <dgm:styleLbl name="parChTrans2D4">
    <dgm:fillClrLst meth="repeat">
      <a:schemeClr val="accent5">
        <a:tint val="50000"/>
      </a:schemeClr>
    </dgm:fillClrLst>
    <dgm:linClrLst meth="repeat">
      <a:schemeClr val="accent5">
        <a:tint val="50000"/>
      </a:schemeClr>
    </dgm:linClrLst>
    <dgm:effectClrLst/>
    <dgm:txLinClrLst/>
    <dgm:txFillClrLst meth="repeat">
      <a:schemeClr val="dk1"/>
    </dgm:txFillClrLst>
    <dgm:txEffectClrLst/>
  </dgm:styleLbl>
  <dgm:styleLbl name="parChTrans1D1">
    <dgm:fillClrLst meth="repeat">
      <a:schemeClr val="accent5">
        <a:shade val="80000"/>
      </a:schemeClr>
    </dgm:fillClrLst>
    <dgm:linClrLst meth="repeat">
      <a:schemeClr val="accent5">
        <a:shade val="80000"/>
      </a:schemeClr>
    </dgm:linClrLst>
    <dgm:effectClrLst/>
    <dgm:txLinClrLst/>
    <dgm:txFillClrLst meth="repeat">
      <a:schemeClr val="tx1"/>
    </dgm:txFillClrLst>
    <dgm:txEffectClrLst/>
  </dgm:styleLbl>
  <dgm:styleLbl name="parChTrans1D2">
    <dgm:fillClrLst meth="repeat">
      <a:schemeClr val="accent5">
        <a:tint val="90000"/>
      </a:schemeClr>
    </dgm:fillClrLst>
    <dgm:linClrLst meth="repeat">
      <a:schemeClr val="accent5">
        <a:tint val="90000"/>
      </a:schemeClr>
    </dgm:linClrLst>
    <dgm:effectClrLst/>
    <dgm:txLinClrLst/>
    <dgm:txFillClrLst meth="repeat">
      <a:schemeClr val="tx1"/>
    </dgm:txFillClrLst>
    <dgm:txEffectClrLst/>
  </dgm:styleLbl>
  <dgm:styleLbl name="parChTrans1D3">
    <dgm:fillClrLst meth="repeat">
      <a:schemeClr val="accent5">
        <a:tint val="70000"/>
      </a:schemeClr>
    </dgm:fillClrLst>
    <dgm:linClrLst meth="repeat">
      <a:schemeClr val="accent5">
        <a:tint val="70000"/>
      </a:schemeClr>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5">
        <a:tint val="50000"/>
      </a:schemeClr>
    </dgm:linClrLst>
    <dgm:effectClrLst/>
    <dgm:txLinClrLst/>
    <dgm:txFillClrLst meth="repeat">
      <a:schemeClr val="tx1"/>
    </dgm:txFillClrLst>
    <dgm:txEffectClrLst/>
  </dgm:styleLbl>
  <dgm:styleLbl name="fgAcc1">
    <dgm:fillClrLst meth="repeat">
      <a:schemeClr val="lt1">
        <a:alpha val="90000"/>
      </a:schemeClr>
    </dgm:fillClrLst>
    <dgm:linClrLst meth="cycle">
      <a:schemeClr val="accent5">
        <a:shade val="50000"/>
      </a:schemeClr>
      <a:schemeClr val="accent5">
        <a:tint val="55000"/>
      </a:schemeClr>
    </dgm:linClrLst>
    <dgm:effectClrLst/>
    <dgm:txLinClrLst/>
    <dgm:txFillClrLst meth="repeat">
      <a:schemeClr val="dk1"/>
    </dgm:txFillClrLst>
    <dgm:txEffectClrLst/>
  </dgm:styleLbl>
  <dgm:styleLbl name="conFgAcc1">
    <dgm:fillClrLst meth="repeat">
      <a:schemeClr val="lt1">
        <a:alpha val="90000"/>
      </a:schemeClr>
    </dgm:fillClrLst>
    <dgm:linClrLst meth="cycle">
      <a:schemeClr val="accent5">
        <a:shade val="50000"/>
      </a:schemeClr>
      <a:schemeClr val="accent5">
        <a:tint val="55000"/>
      </a:schemeClr>
    </dgm:linClrLst>
    <dgm:effectClrLst/>
    <dgm:txLinClrLst/>
    <dgm:txFillClrLst meth="repeat">
      <a:schemeClr val="dk1"/>
    </dgm:txFillClrLst>
    <dgm:txEffectClrLst/>
  </dgm:styleLbl>
  <dgm:styleLbl name="alignAcc1">
    <dgm:fillClrLst meth="repeat">
      <a:schemeClr val="lt1">
        <a:alpha val="90000"/>
      </a:schemeClr>
    </dgm:fillClrLst>
    <dgm:linClrLst meth="cycle">
      <a:schemeClr val="accent5">
        <a:shade val="50000"/>
      </a:schemeClr>
      <a:schemeClr val="accent5">
        <a:tint val="55000"/>
      </a:schemeClr>
    </dgm:linClrLst>
    <dgm:effectClrLst/>
    <dgm:txLinClrLst/>
    <dgm:txFillClrLst meth="repeat">
      <a:schemeClr val="dk1"/>
    </dgm:txFillClrLst>
    <dgm:txEffectClrLst/>
  </dgm:styleLbl>
  <dgm:styleLbl name="trAlignAcc1">
    <dgm:fillClrLst meth="repeat">
      <a:schemeClr val="lt1">
        <a:alpha val="55000"/>
      </a:schemeClr>
    </dgm:fillClrLst>
    <dgm:linClrLst meth="repeat">
      <a:schemeClr val="accent5"/>
    </dgm:linClrLst>
    <dgm:effectClrLst/>
    <dgm:txLinClrLst/>
    <dgm:txFillClrLst meth="repeat">
      <a:schemeClr val="dk1"/>
    </dgm:txFillClrLst>
    <dgm:txEffectClrLst/>
  </dgm:styleLbl>
  <dgm:styleLbl name="bgAcc1">
    <dgm:fillClrLst meth="repeat">
      <a:schemeClr val="lt1">
        <a:alpha val="90000"/>
      </a:schemeClr>
    </dgm:fillClrLst>
    <dgm:linClrLst meth="cycle">
      <a:schemeClr val="accent5">
        <a:shade val="50000"/>
      </a:schemeClr>
      <a:schemeClr val="accent5">
        <a:tint val="55000"/>
      </a:schemeClr>
    </dgm:linClrLst>
    <dgm:effectClrLst/>
    <dgm:txLinClrLst/>
    <dgm:txFillClrLst meth="repeat">
      <a:schemeClr val="dk1"/>
    </dgm:txFillClrLst>
    <dgm:txEffectClrLst/>
  </dgm:styleLbl>
  <dgm:styleLbl name="solidFgAcc1">
    <dgm:fillClrLst meth="repeat">
      <a:schemeClr val="lt1"/>
    </dgm:fillClrLst>
    <dgm:linClrLst meth="cycle">
      <a:schemeClr val="accent5">
        <a:shade val="50000"/>
      </a:schemeClr>
      <a:schemeClr val="accent5">
        <a:tint val="55000"/>
      </a:schemeClr>
    </dgm:linClrLst>
    <dgm:effectClrLst/>
    <dgm:txLinClrLst/>
    <dgm:txFillClrLst meth="repeat">
      <a:schemeClr val="dk1"/>
    </dgm:txFillClrLst>
    <dgm:txEffectClrLst/>
  </dgm:styleLbl>
  <dgm:styleLbl name="solidAlignAcc1">
    <dgm:fillClrLst meth="repeat">
      <a:schemeClr val="lt1"/>
    </dgm:fillClrLst>
    <dgm:linClrLst meth="repeat">
      <a:schemeClr val="accent5"/>
    </dgm:linClrLst>
    <dgm:effectClrLst/>
    <dgm:txLinClrLst/>
    <dgm:txFillClrLst meth="repeat">
      <a:schemeClr val="dk1"/>
    </dgm:txFillClrLst>
    <dgm:txEffectClrLst/>
  </dgm:styleLbl>
  <dgm:styleLbl name="solidBgAcc1">
    <dgm:fillClrLst meth="repeat">
      <a:schemeClr val="lt1"/>
    </dgm:fillClrLst>
    <dgm:linClrLst meth="repeat">
      <a:schemeClr val="accent5"/>
    </dgm:linClrLst>
    <dgm:effectClrLst/>
    <dgm:txLinClrLst/>
    <dgm:txFillClrLst meth="repeat">
      <a:schemeClr val="dk1"/>
    </dgm:txFillClrLst>
    <dgm:txEffectClrLst/>
  </dgm:styleLbl>
  <dgm:styleLbl name="fgAccFollowNode1">
    <dgm:fillClrLst meth="repeat">
      <a:schemeClr val="accent5">
        <a:alpha val="90000"/>
        <a:tint val="55000"/>
      </a:schemeClr>
    </dgm:fillClrLst>
    <dgm:linClrLst meth="repeat">
      <a:schemeClr val="accent5">
        <a:alpha val="90000"/>
        <a:tint val="55000"/>
      </a:schemeClr>
    </dgm:linClrLst>
    <dgm:effectClrLst/>
    <dgm:txLinClrLst/>
    <dgm:txFillClrLst meth="repeat">
      <a:schemeClr val="dk1"/>
    </dgm:txFillClrLst>
    <dgm:txEffectClrLst/>
  </dgm:styleLbl>
  <dgm:styleLbl name="alignAccFollowNode1">
    <dgm:fillClrLst meth="repeat">
      <a:schemeClr val="accent5">
        <a:alpha val="90000"/>
        <a:tint val="55000"/>
      </a:schemeClr>
    </dgm:fillClrLst>
    <dgm:linClrLst meth="repeat">
      <a:schemeClr val="accent5">
        <a:alpha val="90000"/>
        <a:tint val="55000"/>
      </a:schemeClr>
    </dgm:linClrLst>
    <dgm:effectClrLst/>
    <dgm:txLinClrLst/>
    <dgm:txFillClrLst meth="repeat">
      <a:schemeClr val="dk1"/>
    </dgm:txFillClrLst>
    <dgm:txEffectClrLst/>
  </dgm:styleLbl>
  <dgm:styleLbl name="bgAccFollowNode1">
    <dgm:fillClrLst meth="repeat">
      <a:schemeClr val="accent5">
        <a:alpha val="90000"/>
        <a:tint val="55000"/>
      </a:schemeClr>
    </dgm:fillClrLst>
    <dgm:linClrLst meth="repeat">
      <a:schemeClr val="lt1"/>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5">
        <a:shade val="80000"/>
      </a:schemeClr>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5">
        <a:tint val="90000"/>
      </a:schemeClr>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5">
        <a:tint val="70000"/>
      </a:schemeClr>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5">
        <a:tint val="50000"/>
      </a:schemeClr>
    </dgm:linClrLst>
    <dgm:effectClrLst/>
    <dgm:txLinClrLst/>
    <dgm:txFillClrLst meth="repeat">
      <a:schemeClr val="dk1"/>
    </dgm:txFillClrLst>
    <dgm:txEffectClrLst/>
  </dgm:styleLbl>
  <dgm:styleLbl name="bgShp">
    <dgm:fillClrLst meth="repeat">
      <a:schemeClr val="accent5">
        <a:tint val="55000"/>
      </a:schemeClr>
    </dgm:fillClrLst>
    <dgm:linClrLst meth="repeat">
      <a:schemeClr val="dk1"/>
    </dgm:linClrLst>
    <dgm:effectClrLst/>
    <dgm:txLinClrLst/>
    <dgm:txFillClrLst meth="repeat">
      <a:schemeClr val="dk1"/>
    </dgm:txFillClrLst>
    <dgm:txEffectClrLst/>
  </dgm:styleLbl>
  <dgm:styleLbl name="dkBgShp">
    <dgm:fillClrLst meth="repeat">
      <a:schemeClr val="accent5">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5">
        <a:tint val="50000"/>
        <a:alpha val="55000"/>
      </a:schemeClr>
    </dgm:fillClrLst>
    <dgm:linClrLst meth="repeat">
      <a:schemeClr val="accent5"/>
    </dgm:linClrLst>
    <dgm:effectClrLst/>
    <dgm:txLinClrLst/>
    <dgm:txFillClrLst meth="repeat">
      <a:schemeClr val="lt1"/>
    </dgm:txFillClrLst>
    <dgm:txEffectClrLst/>
  </dgm:styleLbl>
  <dgm:styleLbl name="fgShp">
    <dgm:fillClrLst meth="repeat">
      <a:schemeClr val="accent5">
        <a:tint val="55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29B6196A-B38F-6044-8B94-39D3D1F10AC9}" type="doc">
      <dgm:prSet loTypeId="urn:microsoft.com/office/officeart/2005/8/layout/pyramid1" loCatId="" qsTypeId="urn:microsoft.com/office/officeart/2005/8/quickstyle/simple1" qsCatId="simple" csTypeId="urn:microsoft.com/office/officeart/2005/8/colors/accent1_1" csCatId="accent1" phldr="1"/>
      <dgm:spPr/>
    </dgm:pt>
    <dgm:pt modelId="{4E5F6801-3DC8-6640-9D7E-695D530EB6FC}">
      <dgm:prSet phldrT="[Text]"/>
      <dgm:spPr>
        <a:ln>
          <a:solidFill>
            <a:srgbClr val="007DEE"/>
          </a:solidFill>
        </a:ln>
      </dgm:spPr>
      <dgm:t>
        <a:bodyPr/>
        <a:lstStyle/>
        <a:p>
          <a:r>
            <a:rPr lang="en-GB" dirty="0"/>
            <a:t>Enterprise</a:t>
          </a:r>
        </a:p>
      </dgm:t>
    </dgm:pt>
    <dgm:pt modelId="{00FDB52A-694B-114F-B2C2-5CF6438AE581}" type="parTrans" cxnId="{BD2C0E7C-9046-A74C-853F-8B3722B656AE}">
      <dgm:prSet/>
      <dgm:spPr/>
      <dgm:t>
        <a:bodyPr/>
        <a:lstStyle/>
        <a:p>
          <a:endParaRPr lang="en-GB"/>
        </a:p>
      </dgm:t>
    </dgm:pt>
    <dgm:pt modelId="{AAF9C2C7-62DF-8B4C-B7A9-6B10E1F48AEC}" type="sibTrans" cxnId="{BD2C0E7C-9046-A74C-853F-8B3722B656AE}">
      <dgm:prSet/>
      <dgm:spPr/>
      <dgm:t>
        <a:bodyPr/>
        <a:lstStyle/>
        <a:p>
          <a:endParaRPr lang="en-GB"/>
        </a:p>
      </dgm:t>
    </dgm:pt>
    <dgm:pt modelId="{C17072B4-EE81-024F-BEF1-6A013998EB08}">
      <dgm:prSet phldrT="[Text]"/>
      <dgm:spPr>
        <a:solidFill>
          <a:srgbClr val="004C92"/>
        </a:solidFill>
      </dgm:spPr>
      <dgm:t>
        <a:bodyPr/>
        <a:lstStyle/>
        <a:p>
          <a:r>
            <a:rPr lang="en-GB" dirty="0">
              <a:solidFill>
                <a:schemeClr val="bg1"/>
              </a:solidFill>
            </a:rPr>
            <a:t>SMB</a:t>
          </a:r>
        </a:p>
      </dgm:t>
    </dgm:pt>
    <dgm:pt modelId="{A34103F6-EDB0-AF44-8277-80F8437F044B}" type="parTrans" cxnId="{73874972-D8B7-9C48-A33B-ADCD738AB012}">
      <dgm:prSet/>
      <dgm:spPr/>
      <dgm:t>
        <a:bodyPr/>
        <a:lstStyle/>
        <a:p>
          <a:endParaRPr lang="en-GB"/>
        </a:p>
      </dgm:t>
    </dgm:pt>
    <dgm:pt modelId="{76FEEA0C-19BF-904F-854D-12FEAD10F22C}" type="sibTrans" cxnId="{73874972-D8B7-9C48-A33B-ADCD738AB012}">
      <dgm:prSet/>
      <dgm:spPr/>
      <dgm:t>
        <a:bodyPr/>
        <a:lstStyle/>
        <a:p>
          <a:endParaRPr lang="en-GB"/>
        </a:p>
      </dgm:t>
    </dgm:pt>
    <dgm:pt modelId="{742193C7-FC78-C648-9C32-B553EA672165}">
      <dgm:prSet phldrT="[Text]"/>
      <dgm:spPr>
        <a:solidFill>
          <a:srgbClr val="1E1F49"/>
        </a:solidFill>
        <a:ln>
          <a:solidFill>
            <a:srgbClr val="1E1F49"/>
          </a:solidFill>
        </a:ln>
      </dgm:spPr>
      <dgm:t>
        <a:bodyPr/>
        <a:lstStyle/>
        <a:p>
          <a:r>
            <a:rPr lang="en-GB" dirty="0">
              <a:solidFill>
                <a:schemeClr val="bg1"/>
              </a:solidFill>
            </a:rPr>
            <a:t>Microbusinesses</a:t>
          </a:r>
        </a:p>
      </dgm:t>
    </dgm:pt>
    <dgm:pt modelId="{6CC5CAFF-D62C-9346-AC28-7427AD72EC2F}" type="parTrans" cxnId="{E305E717-5F39-9147-8B94-117F123684A4}">
      <dgm:prSet/>
      <dgm:spPr/>
      <dgm:t>
        <a:bodyPr/>
        <a:lstStyle/>
        <a:p>
          <a:endParaRPr lang="en-GB"/>
        </a:p>
      </dgm:t>
    </dgm:pt>
    <dgm:pt modelId="{07300363-119A-FA41-9C48-053A2908C67F}" type="sibTrans" cxnId="{E305E717-5F39-9147-8B94-117F123684A4}">
      <dgm:prSet/>
      <dgm:spPr/>
      <dgm:t>
        <a:bodyPr/>
        <a:lstStyle/>
        <a:p>
          <a:endParaRPr lang="en-GB"/>
        </a:p>
      </dgm:t>
    </dgm:pt>
    <dgm:pt modelId="{5FAE3139-C5BC-ED43-BE6F-ECA8DD903093}">
      <dgm:prSet phldrT="[Text]"/>
      <dgm:spPr>
        <a:gradFill rotWithShape="0">
          <a:gsLst>
            <a:gs pos="53000">
              <a:schemeClr val="accent1">
                <a:lumMod val="5000"/>
                <a:lumOff val="95000"/>
              </a:schemeClr>
            </a:gs>
            <a:gs pos="81000">
              <a:srgbClr val="007DEE"/>
            </a:gs>
          </a:gsLst>
          <a:lin ang="5400000" scaled="1"/>
        </a:gradFill>
        <a:ln>
          <a:solidFill>
            <a:srgbClr val="007DEE"/>
          </a:solidFill>
        </a:ln>
      </dgm:spPr>
      <dgm:t>
        <a:bodyPr/>
        <a:lstStyle/>
        <a:p>
          <a:r>
            <a:rPr lang="en-GB" dirty="0"/>
            <a:t>Mid-Market</a:t>
          </a:r>
        </a:p>
      </dgm:t>
    </dgm:pt>
    <dgm:pt modelId="{4B3BCB28-9D11-4E49-86B3-DCC011246103}" type="parTrans" cxnId="{67813B43-6AD8-7742-ABA4-9DB4FD4D4D3F}">
      <dgm:prSet/>
      <dgm:spPr/>
      <dgm:t>
        <a:bodyPr/>
        <a:lstStyle/>
        <a:p>
          <a:endParaRPr lang="en-GB"/>
        </a:p>
      </dgm:t>
    </dgm:pt>
    <dgm:pt modelId="{331D542B-7DEE-8B45-811A-0F45D386A8C0}" type="sibTrans" cxnId="{67813B43-6AD8-7742-ABA4-9DB4FD4D4D3F}">
      <dgm:prSet/>
      <dgm:spPr/>
      <dgm:t>
        <a:bodyPr/>
        <a:lstStyle/>
        <a:p>
          <a:endParaRPr lang="en-GB"/>
        </a:p>
      </dgm:t>
    </dgm:pt>
    <dgm:pt modelId="{B8CC593A-2BB4-8143-95A1-664709AED4A4}" type="pres">
      <dgm:prSet presAssocID="{29B6196A-B38F-6044-8B94-39D3D1F10AC9}" presName="Name0" presStyleCnt="0">
        <dgm:presLayoutVars>
          <dgm:dir/>
          <dgm:animLvl val="lvl"/>
          <dgm:resizeHandles val="exact"/>
        </dgm:presLayoutVars>
      </dgm:prSet>
      <dgm:spPr/>
    </dgm:pt>
    <dgm:pt modelId="{BFD727D9-DF97-CE43-A4C7-8B892EB2F21A}" type="pres">
      <dgm:prSet presAssocID="{4E5F6801-3DC8-6640-9D7E-695D530EB6FC}" presName="Name8" presStyleCnt="0"/>
      <dgm:spPr/>
    </dgm:pt>
    <dgm:pt modelId="{566D7888-E8C5-0C4C-A445-B45BE5122FE5}" type="pres">
      <dgm:prSet presAssocID="{4E5F6801-3DC8-6640-9D7E-695D530EB6FC}" presName="level" presStyleLbl="node1" presStyleIdx="0" presStyleCnt="4">
        <dgm:presLayoutVars>
          <dgm:chMax val="1"/>
          <dgm:bulletEnabled val="1"/>
        </dgm:presLayoutVars>
      </dgm:prSet>
      <dgm:spPr/>
    </dgm:pt>
    <dgm:pt modelId="{0A241B9F-B664-7B4B-9131-45330F9C144C}" type="pres">
      <dgm:prSet presAssocID="{4E5F6801-3DC8-6640-9D7E-695D530EB6FC}" presName="levelTx" presStyleLbl="revTx" presStyleIdx="0" presStyleCnt="0">
        <dgm:presLayoutVars>
          <dgm:chMax val="1"/>
          <dgm:bulletEnabled val="1"/>
        </dgm:presLayoutVars>
      </dgm:prSet>
      <dgm:spPr/>
    </dgm:pt>
    <dgm:pt modelId="{6F13D513-D894-6847-8F08-39E9E9B55CBD}" type="pres">
      <dgm:prSet presAssocID="{5FAE3139-C5BC-ED43-BE6F-ECA8DD903093}" presName="Name8" presStyleCnt="0"/>
      <dgm:spPr/>
    </dgm:pt>
    <dgm:pt modelId="{7A37E10D-F8FF-CE4C-937C-2762F8E47E91}" type="pres">
      <dgm:prSet presAssocID="{5FAE3139-C5BC-ED43-BE6F-ECA8DD903093}" presName="level" presStyleLbl="node1" presStyleIdx="1" presStyleCnt="4">
        <dgm:presLayoutVars>
          <dgm:chMax val="1"/>
          <dgm:bulletEnabled val="1"/>
        </dgm:presLayoutVars>
      </dgm:prSet>
      <dgm:spPr/>
    </dgm:pt>
    <dgm:pt modelId="{86A8ECB4-1578-D942-947D-847293A7F53A}" type="pres">
      <dgm:prSet presAssocID="{5FAE3139-C5BC-ED43-BE6F-ECA8DD903093}" presName="levelTx" presStyleLbl="revTx" presStyleIdx="0" presStyleCnt="0">
        <dgm:presLayoutVars>
          <dgm:chMax val="1"/>
          <dgm:bulletEnabled val="1"/>
        </dgm:presLayoutVars>
      </dgm:prSet>
      <dgm:spPr/>
    </dgm:pt>
    <dgm:pt modelId="{0BDE27FF-E652-C84E-A188-6F573A74F76B}" type="pres">
      <dgm:prSet presAssocID="{C17072B4-EE81-024F-BEF1-6A013998EB08}" presName="Name8" presStyleCnt="0"/>
      <dgm:spPr/>
    </dgm:pt>
    <dgm:pt modelId="{4F260CD0-0292-4B40-876E-23067E477DA3}" type="pres">
      <dgm:prSet presAssocID="{C17072B4-EE81-024F-BEF1-6A013998EB08}" presName="level" presStyleLbl="node1" presStyleIdx="2" presStyleCnt="4">
        <dgm:presLayoutVars>
          <dgm:chMax val="1"/>
          <dgm:bulletEnabled val="1"/>
        </dgm:presLayoutVars>
      </dgm:prSet>
      <dgm:spPr/>
    </dgm:pt>
    <dgm:pt modelId="{9A0E33CF-B8D2-9240-B579-24B275F19493}" type="pres">
      <dgm:prSet presAssocID="{C17072B4-EE81-024F-BEF1-6A013998EB08}" presName="levelTx" presStyleLbl="revTx" presStyleIdx="0" presStyleCnt="0">
        <dgm:presLayoutVars>
          <dgm:chMax val="1"/>
          <dgm:bulletEnabled val="1"/>
        </dgm:presLayoutVars>
      </dgm:prSet>
      <dgm:spPr/>
    </dgm:pt>
    <dgm:pt modelId="{7F014030-BE18-DA46-B4A0-D7645432373B}" type="pres">
      <dgm:prSet presAssocID="{742193C7-FC78-C648-9C32-B553EA672165}" presName="Name8" presStyleCnt="0"/>
      <dgm:spPr/>
    </dgm:pt>
    <dgm:pt modelId="{6F209C18-185E-0745-B7C4-AC2D16898474}" type="pres">
      <dgm:prSet presAssocID="{742193C7-FC78-C648-9C32-B553EA672165}" presName="level" presStyleLbl="node1" presStyleIdx="3" presStyleCnt="4">
        <dgm:presLayoutVars>
          <dgm:chMax val="1"/>
          <dgm:bulletEnabled val="1"/>
        </dgm:presLayoutVars>
      </dgm:prSet>
      <dgm:spPr/>
    </dgm:pt>
    <dgm:pt modelId="{9AE0726F-AB74-5E48-BC2F-4DD175C3E17C}" type="pres">
      <dgm:prSet presAssocID="{742193C7-FC78-C648-9C32-B553EA672165}" presName="levelTx" presStyleLbl="revTx" presStyleIdx="0" presStyleCnt="0">
        <dgm:presLayoutVars>
          <dgm:chMax val="1"/>
          <dgm:bulletEnabled val="1"/>
        </dgm:presLayoutVars>
      </dgm:prSet>
      <dgm:spPr/>
    </dgm:pt>
  </dgm:ptLst>
  <dgm:cxnLst>
    <dgm:cxn modelId="{EE504E10-78BF-6C48-9DF3-F22A8A5C0D58}" type="presOf" srcId="{5FAE3139-C5BC-ED43-BE6F-ECA8DD903093}" destId="{7A37E10D-F8FF-CE4C-937C-2762F8E47E91}" srcOrd="0" destOrd="0" presId="urn:microsoft.com/office/officeart/2005/8/layout/pyramid1"/>
    <dgm:cxn modelId="{E305E717-5F39-9147-8B94-117F123684A4}" srcId="{29B6196A-B38F-6044-8B94-39D3D1F10AC9}" destId="{742193C7-FC78-C648-9C32-B553EA672165}" srcOrd="3" destOrd="0" parTransId="{6CC5CAFF-D62C-9346-AC28-7427AD72EC2F}" sibTransId="{07300363-119A-FA41-9C48-053A2908C67F}"/>
    <dgm:cxn modelId="{67813B43-6AD8-7742-ABA4-9DB4FD4D4D3F}" srcId="{29B6196A-B38F-6044-8B94-39D3D1F10AC9}" destId="{5FAE3139-C5BC-ED43-BE6F-ECA8DD903093}" srcOrd="1" destOrd="0" parTransId="{4B3BCB28-9D11-4E49-86B3-DCC011246103}" sibTransId="{331D542B-7DEE-8B45-811A-0F45D386A8C0}"/>
    <dgm:cxn modelId="{F832CD44-CB75-3341-A805-44FB65588D5F}" type="presOf" srcId="{742193C7-FC78-C648-9C32-B553EA672165}" destId="{9AE0726F-AB74-5E48-BC2F-4DD175C3E17C}" srcOrd="1" destOrd="0" presId="urn:microsoft.com/office/officeart/2005/8/layout/pyramid1"/>
    <dgm:cxn modelId="{73874972-D8B7-9C48-A33B-ADCD738AB012}" srcId="{29B6196A-B38F-6044-8B94-39D3D1F10AC9}" destId="{C17072B4-EE81-024F-BEF1-6A013998EB08}" srcOrd="2" destOrd="0" parTransId="{A34103F6-EDB0-AF44-8277-80F8437F044B}" sibTransId="{76FEEA0C-19BF-904F-854D-12FEAD10F22C}"/>
    <dgm:cxn modelId="{BD2C0E7C-9046-A74C-853F-8B3722B656AE}" srcId="{29B6196A-B38F-6044-8B94-39D3D1F10AC9}" destId="{4E5F6801-3DC8-6640-9D7E-695D530EB6FC}" srcOrd="0" destOrd="0" parTransId="{00FDB52A-694B-114F-B2C2-5CF6438AE581}" sibTransId="{AAF9C2C7-62DF-8B4C-B7A9-6B10E1F48AEC}"/>
    <dgm:cxn modelId="{8DCCF186-CBB1-8146-9802-2E8063D1CCC1}" type="presOf" srcId="{742193C7-FC78-C648-9C32-B553EA672165}" destId="{6F209C18-185E-0745-B7C4-AC2D16898474}" srcOrd="0" destOrd="0" presId="urn:microsoft.com/office/officeart/2005/8/layout/pyramid1"/>
    <dgm:cxn modelId="{609558A0-C1B3-CC49-979E-89AF5C448E40}" type="presOf" srcId="{29B6196A-B38F-6044-8B94-39D3D1F10AC9}" destId="{B8CC593A-2BB4-8143-95A1-664709AED4A4}" srcOrd="0" destOrd="0" presId="urn:microsoft.com/office/officeart/2005/8/layout/pyramid1"/>
    <dgm:cxn modelId="{D828DDA8-D67F-564B-A39D-73E4610F420C}" type="presOf" srcId="{5FAE3139-C5BC-ED43-BE6F-ECA8DD903093}" destId="{86A8ECB4-1578-D942-947D-847293A7F53A}" srcOrd="1" destOrd="0" presId="urn:microsoft.com/office/officeart/2005/8/layout/pyramid1"/>
    <dgm:cxn modelId="{CF5A6AAB-575B-B34A-9D4F-13A87CAFF82C}" type="presOf" srcId="{4E5F6801-3DC8-6640-9D7E-695D530EB6FC}" destId="{0A241B9F-B664-7B4B-9131-45330F9C144C}" srcOrd="1" destOrd="0" presId="urn:microsoft.com/office/officeart/2005/8/layout/pyramid1"/>
    <dgm:cxn modelId="{02DFF5B4-E692-D14C-9CAB-F601E94BD870}" type="presOf" srcId="{C17072B4-EE81-024F-BEF1-6A013998EB08}" destId="{4F260CD0-0292-4B40-876E-23067E477DA3}" srcOrd="0" destOrd="0" presId="urn:microsoft.com/office/officeart/2005/8/layout/pyramid1"/>
    <dgm:cxn modelId="{3DD310D9-AC0C-6A4C-9E2D-C164E02C8474}" type="presOf" srcId="{C17072B4-EE81-024F-BEF1-6A013998EB08}" destId="{9A0E33CF-B8D2-9240-B579-24B275F19493}" srcOrd="1" destOrd="0" presId="urn:microsoft.com/office/officeart/2005/8/layout/pyramid1"/>
    <dgm:cxn modelId="{776905DA-1862-324C-BFF6-A994F4E132E4}" type="presOf" srcId="{4E5F6801-3DC8-6640-9D7E-695D530EB6FC}" destId="{566D7888-E8C5-0C4C-A445-B45BE5122FE5}" srcOrd="0" destOrd="0" presId="urn:microsoft.com/office/officeart/2005/8/layout/pyramid1"/>
    <dgm:cxn modelId="{88DC4780-577D-824E-B738-4B2F84468967}" type="presParOf" srcId="{B8CC593A-2BB4-8143-95A1-664709AED4A4}" destId="{BFD727D9-DF97-CE43-A4C7-8B892EB2F21A}" srcOrd="0" destOrd="0" presId="urn:microsoft.com/office/officeart/2005/8/layout/pyramid1"/>
    <dgm:cxn modelId="{48896F34-908A-654F-AF7A-7EA42B1F5CA1}" type="presParOf" srcId="{BFD727D9-DF97-CE43-A4C7-8B892EB2F21A}" destId="{566D7888-E8C5-0C4C-A445-B45BE5122FE5}" srcOrd="0" destOrd="0" presId="urn:microsoft.com/office/officeart/2005/8/layout/pyramid1"/>
    <dgm:cxn modelId="{E9F35145-3907-7249-8FA4-8591E0C1A0E6}" type="presParOf" srcId="{BFD727D9-DF97-CE43-A4C7-8B892EB2F21A}" destId="{0A241B9F-B664-7B4B-9131-45330F9C144C}" srcOrd="1" destOrd="0" presId="urn:microsoft.com/office/officeart/2005/8/layout/pyramid1"/>
    <dgm:cxn modelId="{BC1F2760-CF42-384D-8D88-9EAA23470F0A}" type="presParOf" srcId="{B8CC593A-2BB4-8143-95A1-664709AED4A4}" destId="{6F13D513-D894-6847-8F08-39E9E9B55CBD}" srcOrd="1" destOrd="0" presId="urn:microsoft.com/office/officeart/2005/8/layout/pyramid1"/>
    <dgm:cxn modelId="{AAACB653-B0CD-3740-B01F-D21E45244ADC}" type="presParOf" srcId="{6F13D513-D894-6847-8F08-39E9E9B55CBD}" destId="{7A37E10D-F8FF-CE4C-937C-2762F8E47E91}" srcOrd="0" destOrd="0" presId="urn:microsoft.com/office/officeart/2005/8/layout/pyramid1"/>
    <dgm:cxn modelId="{80CA2FB5-DBEC-BD4A-9133-4D7BA5E7BB8A}" type="presParOf" srcId="{6F13D513-D894-6847-8F08-39E9E9B55CBD}" destId="{86A8ECB4-1578-D942-947D-847293A7F53A}" srcOrd="1" destOrd="0" presId="urn:microsoft.com/office/officeart/2005/8/layout/pyramid1"/>
    <dgm:cxn modelId="{C7398908-8592-EE41-942D-D3C35FBD39F0}" type="presParOf" srcId="{B8CC593A-2BB4-8143-95A1-664709AED4A4}" destId="{0BDE27FF-E652-C84E-A188-6F573A74F76B}" srcOrd="2" destOrd="0" presId="urn:microsoft.com/office/officeart/2005/8/layout/pyramid1"/>
    <dgm:cxn modelId="{33B1B498-5E7D-BB4F-ACF8-9B4EBADC416B}" type="presParOf" srcId="{0BDE27FF-E652-C84E-A188-6F573A74F76B}" destId="{4F260CD0-0292-4B40-876E-23067E477DA3}" srcOrd="0" destOrd="0" presId="urn:microsoft.com/office/officeart/2005/8/layout/pyramid1"/>
    <dgm:cxn modelId="{050609B6-8547-6846-B2D5-17FD788BF988}" type="presParOf" srcId="{0BDE27FF-E652-C84E-A188-6F573A74F76B}" destId="{9A0E33CF-B8D2-9240-B579-24B275F19493}" srcOrd="1" destOrd="0" presId="urn:microsoft.com/office/officeart/2005/8/layout/pyramid1"/>
    <dgm:cxn modelId="{DD365790-9196-9445-A9A5-337B51083F11}" type="presParOf" srcId="{B8CC593A-2BB4-8143-95A1-664709AED4A4}" destId="{7F014030-BE18-DA46-B4A0-D7645432373B}" srcOrd="3" destOrd="0" presId="urn:microsoft.com/office/officeart/2005/8/layout/pyramid1"/>
    <dgm:cxn modelId="{A487D41F-259B-A045-BBD9-0FDC1476F8A7}" type="presParOf" srcId="{7F014030-BE18-DA46-B4A0-D7645432373B}" destId="{6F209C18-185E-0745-B7C4-AC2D16898474}" srcOrd="0" destOrd="0" presId="urn:microsoft.com/office/officeart/2005/8/layout/pyramid1"/>
    <dgm:cxn modelId="{F759AE44-7240-0D4D-8CBD-0EF40CBB0BCD}" type="presParOf" srcId="{7F014030-BE18-DA46-B4A0-D7645432373B}" destId="{9AE0726F-AB74-5E48-BC2F-4DD175C3E17C}" srcOrd="1" destOrd="0" presId="urn:microsoft.com/office/officeart/2005/8/layout/pyramid1"/>
  </dgm:cxnLst>
  <dgm:bg/>
  <dgm:whole/>
  <dgm:extLst>
    <a:ext uri="http://schemas.microsoft.com/office/drawing/2008/diagram">
      <dsp:dataModelExt xmlns:dsp="http://schemas.microsoft.com/office/drawing/2008/diagram" relId="rId6" minVer="http://schemas.openxmlformats.org/drawingml/2006/diagram"/>
    </a:ext>
    <a:ext uri="{C62137D5-CB1D-491B-B009-E17868A290BF}">
      <dgm14:recolorImg xmlns:dgm14="http://schemas.microsoft.com/office/drawing/2010/diagram" val="1"/>
    </a:ext>
  </dgm:extLst>
</dgm:dataModel>
</file>

<file path=ppt/diagrams/data2.xml><?xml version="1.0" encoding="utf-8"?>
<dgm:dataModel xmlns:dgm="http://schemas.openxmlformats.org/drawingml/2006/diagram" xmlns:a="http://schemas.openxmlformats.org/drawingml/2006/main">
  <dgm:ptLst>
    <dgm:pt modelId="{54D6804B-82D8-4887-BC33-C6885D9B1C40}" type="doc">
      <dgm:prSet loTypeId="urn:microsoft.com/office/officeart/2005/8/layout/hierarchy4" loCatId="hierarchy" qsTypeId="urn:microsoft.com/office/officeart/2005/8/quickstyle/simple1" qsCatId="simple" csTypeId="urn:microsoft.com/office/officeart/2005/8/colors/accent5_4" csCatId="accent5" phldr="1"/>
      <dgm:spPr/>
      <dgm:t>
        <a:bodyPr/>
        <a:lstStyle/>
        <a:p>
          <a:endParaRPr lang="en-US"/>
        </a:p>
      </dgm:t>
    </dgm:pt>
    <dgm:pt modelId="{90A60475-302E-4875-BB23-BBE66A055026}">
      <dgm:prSet phldrT="[Text]"/>
      <dgm:spPr/>
      <dgm:t>
        <a:bodyPr/>
        <a:lstStyle/>
        <a:p>
          <a:r>
            <a:rPr lang="en-US" dirty="0"/>
            <a:t>BILL’s AP services</a:t>
          </a:r>
        </a:p>
      </dgm:t>
    </dgm:pt>
    <dgm:pt modelId="{DCB98FC4-60DD-476C-9449-7C27278E3CA8}" type="parTrans" cxnId="{E3C76947-C80A-4DE6-9A19-8981209AED44}">
      <dgm:prSet/>
      <dgm:spPr/>
      <dgm:t>
        <a:bodyPr/>
        <a:lstStyle/>
        <a:p>
          <a:endParaRPr lang="en-US"/>
        </a:p>
      </dgm:t>
    </dgm:pt>
    <dgm:pt modelId="{12854B6E-E0DC-4ABF-948C-833119B0875B}" type="sibTrans" cxnId="{E3C76947-C80A-4DE6-9A19-8981209AED44}">
      <dgm:prSet/>
      <dgm:spPr/>
      <dgm:t>
        <a:bodyPr/>
        <a:lstStyle/>
        <a:p>
          <a:endParaRPr lang="en-US"/>
        </a:p>
      </dgm:t>
    </dgm:pt>
    <dgm:pt modelId="{FA5AA1EF-BE72-44C7-9D51-FC39A1E70229}">
      <dgm:prSet phldrT="[Text]"/>
      <dgm:spPr/>
      <dgm:t>
        <a:bodyPr/>
        <a:lstStyle/>
        <a:p>
          <a:r>
            <a:rPr lang="en-US" dirty="0"/>
            <a:t>Finmark Automated Integration</a:t>
          </a:r>
        </a:p>
      </dgm:t>
    </dgm:pt>
    <dgm:pt modelId="{DF5505B8-31FD-4B40-9C64-C3B787EF18CE}" type="sibTrans" cxnId="{B6E99324-D22F-417D-8F76-720E55243142}">
      <dgm:prSet/>
      <dgm:spPr/>
      <dgm:t>
        <a:bodyPr/>
        <a:lstStyle/>
        <a:p>
          <a:endParaRPr lang="en-US"/>
        </a:p>
      </dgm:t>
    </dgm:pt>
    <dgm:pt modelId="{B9DFEB1D-8E7D-4224-856F-57C18BBD6A73}" type="parTrans" cxnId="{B6E99324-D22F-417D-8F76-720E55243142}">
      <dgm:prSet/>
      <dgm:spPr/>
      <dgm:t>
        <a:bodyPr/>
        <a:lstStyle/>
        <a:p>
          <a:endParaRPr lang="en-US"/>
        </a:p>
      </dgm:t>
    </dgm:pt>
    <dgm:pt modelId="{A65CAB3B-CE17-443F-B4DF-2221A6C848E0}">
      <dgm:prSet phldrT="[Text]"/>
      <dgm:spPr/>
      <dgm:t>
        <a:bodyPr/>
        <a:lstStyle/>
        <a:p>
          <a:r>
            <a:rPr lang="en-US" dirty="0"/>
            <a:t>Invoice2Go AR</a:t>
          </a:r>
        </a:p>
      </dgm:t>
    </dgm:pt>
    <dgm:pt modelId="{50B658D9-C938-429D-953C-AF6963BEFEE1}" type="parTrans" cxnId="{F6DF5979-6828-45E1-A43E-E3F33DBC72AC}">
      <dgm:prSet/>
      <dgm:spPr/>
      <dgm:t>
        <a:bodyPr/>
        <a:lstStyle/>
        <a:p>
          <a:endParaRPr lang="en-US"/>
        </a:p>
      </dgm:t>
    </dgm:pt>
    <dgm:pt modelId="{206177E0-352F-4183-ABC7-5DA16DE9BAD1}" type="sibTrans" cxnId="{F6DF5979-6828-45E1-A43E-E3F33DBC72AC}">
      <dgm:prSet/>
      <dgm:spPr/>
      <dgm:t>
        <a:bodyPr/>
        <a:lstStyle/>
        <a:p>
          <a:endParaRPr lang="en-US"/>
        </a:p>
      </dgm:t>
    </dgm:pt>
    <dgm:pt modelId="{D67BD34E-039B-4A0C-8CCA-0041B436F1BF}">
      <dgm:prSet phldrT="[Text]"/>
      <dgm:spPr/>
      <dgm:t>
        <a:bodyPr/>
        <a:lstStyle/>
        <a:p>
          <a:r>
            <a:rPr lang="en-US" dirty="0"/>
            <a:t>Divvy Card Offerings</a:t>
          </a:r>
        </a:p>
      </dgm:t>
    </dgm:pt>
    <dgm:pt modelId="{68086BA3-E950-495E-8DB5-71AD9DB05F01}" type="parTrans" cxnId="{D11584FE-5101-4C0F-9164-526AF42B27A8}">
      <dgm:prSet/>
      <dgm:spPr/>
      <dgm:t>
        <a:bodyPr/>
        <a:lstStyle/>
        <a:p>
          <a:endParaRPr lang="en-US"/>
        </a:p>
      </dgm:t>
    </dgm:pt>
    <dgm:pt modelId="{91442E9E-03A7-4434-AA38-275054F83B61}" type="sibTrans" cxnId="{D11584FE-5101-4C0F-9164-526AF42B27A8}">
      <dgm:prSet/>
      <dgm:spPr/>
      <dgm:t>
        <a:bodyPr/>
        <a:lstStyle/>
        <a:p>
          <a:endParaRPr lang="en-US"/>
        </a:p>
      </dgm:t>
    </dgm:pt>
    <dgm:pt modelId="{C1713B9E-00E0-406A-8F5E-BE374427D095}">
      <dgm:prSet phldrT="[Text]"/>
      <dgm:spPr/>
      <dgm:t>
        <a:bodyPr/>
        <a:lstStyle/>
        <a:p>
          <a:r>
            <a:rPr lang="en-US" dirty="0"/>
            <a:t>Customer Cash Flow Data</a:t>
          </a:r>
        </a:p>
      </dgm:t>
    </dgm:pt>
    <dgm:pt modelId="{D6D9A849-933C-4710-8A0B-29DEC5E8B8D1}" type="parTrans" cxnId="{239CE3D4-E10D-44B2-9F5F-8AB77B2C6857}">
      <dgm:prSet/>
      <dgm:spPr/>
      <dgm:t>
        <a:bodyPr/>
        <a:lstStyle/>
        <a:p>
          <a:endParaRPr lang="en-US"/>
        </a:p>
      </dgm:t>
    </dgm:pt>
    <dgm:pt modelId="{F069A2A4-55DF-40AB-8907-858BA20D492E}" type="sibTrans" cxnId="{239CE3D4-E10D-44B2-9F5F-8AB77B2C6857}">
      <dgm:prSet/>
      <dgm:spPr/>
      <dgm:t>
        <a:bodyPr/>
        <a:lstStyle/>
        <a:p>
          <a:endParaRPr lang="en-US"/>
        </a:p>
      </dgm:t>
    </dgm:pt>
    <dgm:pt modelId="{80EBE8AD-3F75-4D22-98A2-EBB6AAC64922}">
      <dgm:prSet phldrT="[Text]"/>
      <dgm:spPr/>
      <dgm:t>
        <a:bodyPr/>
        <a:lstStyle/>
        <a:p>
          <a:r>
            <a:rPr lang="en-US"/>
            <a:t>Future Services</a:t>
          </a:r>
          <a:endParaRPr lang="en-US" dirty="0"/>
        </a:p>
      </dgm:t>
    </dgm:pt>
    <dgm:pt modelId="{97EF66BD-0838-48F6-B3A4-936EFD5B66ED}" type="parTrans" cxnId="{20668712-F6B6-486A-A48F-E027F3F13A8D}">
      <dgm:prSet/>
      <dgm:spPr/>
      <dgm:t>
        <a:bodyPr/>
        <a:lstStyle/>
        <a:p>
          <a:endParaRPr lang="en-US"/>
        </a:p>
      </dgm:t>
    </dgm:pt>
    <dgm:pt modelId="{7FF4899A-474A-4B3A-A120-1847C96AC210}" type="sibTrans" cxnId="{20668712-F6B6-486A-A48F-E027F3F13A8D}">
      <dgm:prSet/>
      <dgm:spPr/>
      <dgm:t>
        <a:bodyPr/>
        <a:lstStyle/>
        <a:p>
          <a:endParaRPr lang="en-US"/>
        </a:p>
      </dgm:t>
    </dgm:pt>
    <dgm:pt modelId="{43A7B9AE-7564-49CB-8489-FB13CE1CFD85}" type="pres">
      <dgm:prSet presAssocID="{54D6804B-82D8-4887-BC33-C6885D9B1C40}" presName="Name0" presStyleCnt="0">
        <dgm:presLayoutVars>
          <dgm:chPref val="1"/>
          <dgm:dir/>
          <dgm:animOne val="branch"/>
          <dgm:animLvl val="lvl"/>
          <dgm:resizeHandles/>
        </dgm:presLayoutVars>
      </dgm:prSet>
      <dgm:spPr/>
    </dgm:pt>
    <dgm:pt modelId="{C6940DB0-6DEF-4FA0-B5AA-DA6A800CB186}" type="pres">
      <dgm:prSet presAssocID="{90A60475-302E-4875-BB23-BBE66A055026}" presName="vertOne" presStyleCnt="0"/>
      <dgm:spPr/>
    </dgm:pt>
    <dgm:pt modelId="{D008C231-9284-4BA8-937F-989DA12969F0}" type="pres">
      <dgm:prSet presAssocID="{90A60475-302E-4875-BB23-BBE66A055026}" presName="txOne" presStyleLbl="node0" presStyleIdx="0" presStyleCnt="1" custLinFactNeighborX="29" custLinFactNeighborY="-1240">
        <dgm:presLayoutVars>
          <dgm:chPref val="3"/>
        </dgm:presLayoutVars>
      </dgm:prSet>
      <dgm:spPr/>
    </dgm:pt>
    <dgm:pt modelId="{5EA41DD8-3F35-485E-8463-694952BFCE93}" type="pres">
      <dgm:prSet presAssocID="{90A60475-302E-4875-BB23-BBE66A055026}" presName="parTransOne" presStyleCnt="0"/>
      <dgm:spPr/>
    </dgm:pt>
    <dgm:pt modelId="{5818C639-6227-4DFC-AC34-908B98375B4B}" type="pres">
      <dgm:prSet presAssocID="{90A60475-302E-4875-BB23-BBE66A055026}" presName="horzOne" presStyleCnt="0"/>
      <dgm:spPr/>
    </dgm:pt>
    <dgm:pt modelId="{F865E5E0-DC05-440C-B927-3B7CD55DA96B}" type="pres">
      <dgm:prSet presAssocID="{A65CAB3B-CE17-443F-B4DF-2221A6C848E0}" presName="vertTwo" presStyleCnt="0"/>
      <dgm:spPr/>
    </dgm:pt>
    <dgm:pt modelId="{64957A66-6B9F-4DDA-B3F3-FF2350A19A38}" type="pres">
      <dgm:prSet presAssocID="{A65CAB3B-CE17-443F-B4DF-2221A6C848E0}" presName="txTwo" presStyleLbl="node2" presStyleIdx="0" presStyleCnt="2">
        <dgm:presLayoutVars>
          <dgm:chPref val="3"/>
        </dgm:presLayoutVars>
      </dgm:prSet>
      <dgm:spPr/>
    </dgm:pt>
    <dgm:pt modelId="{A1446EB7-D086-4399-94FC-DC53C2625239}" type="pres">
      <dgm:prSet presAssocID="{A65CAB3B-CE17-443F-B4DF-2221A6C848E0}" presName="parTransTwo" presStyleCnt="0"/>
      <dgm:spPr/>
    </dgm:pt>
    <dgm:pt modelId="{23B4F542-CF99-4274-9D06-B19F30A3483E}" type="pres">
      <dgm:prSet presAssocID="{A65CAB3B-CE17-443F-B4DF-2221A6C848E0}" presName="horzTwo" presStyleCnt="0"/>
      <dgm:spPr/>
    </dgm:pt>
    <dgm:pt modelId="{1977818F-2B3F-4915-BE18-E249961B8049}" type="pres">
      <dgm:prSet presAssocID="{80EBE8AD-3F75-4D22-98A2-EBB6AAC64922}" presName="vertThree" presStyleCnt="0"/>
      <dgm:spPr/>
    </dgm:pt>
    <dgm:pt modelId="{7B4A88EA-1E22-4AA0-A1F5-8CD9229AF693}" type="pres">
      <dgm:prSet presAssocID="{80EBE8AD-3F75-4D22-98A2-EBB6AAC64922}" presName="txThree" presStyleLbl="node3" presStyleIdx="0" presStyleCnt="3">
        <dgm:presLayoutVars>
          <dgm:chPref val="3"/>
        </dgm:presLayoutVars>
      </dgm:prSet>
      <dgm:spPr/>
    </dgm:pt>
    <dgm:pt modelId="{1C4BFC27-3B10-4B49-82A1-D8E60FBAEDBA}" type="pres">
      <dgm:prSet presAssocID="{80EBE8AD-3F75-4D22-98A2-EBB6AAC64922}" presName="horzThree" presStyleCnt="0"/>
      <dgm:spPr/>
    </dgm:pt>
    <dgm:pt modelId="{EEF29062-22BD-4848-9409-AD1FD5B580AA}" type="pres">
      <dgm:prSet presAssocID="{206177E0-352F-4183-ABC7-5DA16DE9BAD1}" presName="sibSpaceTwo" presStyleCnt="0"/>
      <dgm:spPr/>
    </dgm:pt>
    <dgm:pt modelId="{2AA8CE7D-380D-4DE8-A027-6C5DC21D98B2}" type="pres">
      <dgm:prSet presAssocID="{C1713B9E-00E0-406A-8F5E-BE374427D095}" presName="vertTwo" presStyleCnt="0"/>
      <dgm:spPr/>
    </dgm:pt>
    <dgm:pt modelId="{9287B363-797C-4273-BCD7-7816D8F363AD}" type="pres">
      <dgm:prSet presAssocID="{C1713B9E-00E0-406A-8F5E-BE374427D095}" presName="txTwo" presStyleLbl="node2" presStyleIdx="1" presStyleCnt="2" custLinFactNeighborX="6">
        <dgm:presLayoutVars>
          <dgm:chPref val="3"/>
        </dgm:presLayoutVars>
      </dgm:prSet>
      <dgm:spPr/>
    </dgm:pt>
    <dgm:pt modelId="{DFA13400-B5B7-41F6-AD9D-3EDBC8F1B7C7}" type="pres">
      <dgm:prSet presAssocID="{C1713B9E-00E0-406A-8F5E-BE374427D095}" presName="parTransTwo" presStyleCnt="0"/>
      <dgm:spPr/>
    </dgm:pt>
    <dgm:pt modelId="{FECCBA5D-F8FF-4696-B955-0533F88FF093}" type="pres">
      <dgm:prSet presAssocID="{C1713B9E-00E0-406A-8F5E-BE374427D095}" presName="horzTwo" presStyleCnt="0"/>
      <dgm:spPr/>
    </dgm:pt>
    <dgm:pt modelId="{2630DEDC-882D-4E0A-BC30-26EFB7EA6ADD}" type="pres">
      <dgm:prSet presAssocID="{D67BD34E-039B-4A0C-8CCA-0041B436F1BF}" presName="vertThree" presStyleCnt="0"/>
      <dgm:spPr/>
    </dgm:pt>
    <dgm:pt modelId="{47913639-6600-4FE4-A73F-54B03E7D6259}" type="pres">
      <dgm:prSet presAssocID="{D67BD34E-039B-4A0C-8CCA-0041B436F1BF}" presName="txThree" presStyleLbl="node3" presStyleIdx="1" presStyleCnt="3">
        <dgm:presLayoutVars>
          <dgm:chPref val="3"/>
        </dgm:presLayoutVars>
      </dgm:prSet>
      <dgm:spPr/>
    </dgm:pt>
    <dgm:pt modelId="{B2516FCC-B5CA-4299-9EEC-A419332D538B}" type="pres">
      <dgm:prSet presAssocID="{D67BD34E-039B-4A0C-8CCA-0041B436F1BF}" presName="horzThree" presStyleCnt="0"/>
      <dgm:spPr/>
    </dgm:pt>
    <dgm:pt modelId="{2411332F-FA53-4DDD-AF96-61D51715DEA6}" type="pres">
      <dgm:prSet presAssocID="{91442E9E-03A7-4434-AA38-275054F83B61}" presName="sibSpaceThree" presStyleCnt="0"/>
      <dgm:spPr/>
    </dgm:pt>
    <dgm:pt modelId="{52649717-7425-401C-B9C6-855C39C7B2F5}" type="pres">
      <dgm:prSet presAssocID="{FA5AA1EF-BE72-44C7-9D51-FC39A1E70229}" presName="vertThree" presStyleCnt="0"/>
      <dgm:spPr/>
    </dgm:pt>
    <dgm:pt modelId="{4F7DDAE3-E900-4E60-AD0F-C6BF67A976DB}" type="pres">
      <dgm:prSet presAssocID="{FA5AA1EF-BE72-44C7-9D51-FC39A1E70229}" presName="txThree" presStyleLbl="node3" presStyleIdx="2" presStyleCnt="3">
        <dgm:presLayoutVars>
          <dgm:chPref val="3"/>
        </dgm:presLayoutVars>
      </dgm:prSet>
      <dgm:spPr/>
    </dgm:pt>
    <dgm:pt modelId="{C0F15AB7-4406-471F-842C-360AD394487B}" type="pres">
      <dgm:prSet presAssocID="{FA5AA1EF-BE72-44C7-9D51-FC39A1E70229}" presName="horzThree" presStyleCnt="0"/>
      <dgm:spPr/>
    </dgm:pt>
  </dgm:ptLst>
  <dgm:cxnLst>
    <dgm:cxn modelId="{20668712-F6B6-486A-A48F-E027F3F13A8D}" srcId="{A65CAB3B-CE17-443F-B4DF-2221A6C848E0}" destId="{80EBE8AD-3F75-4D22-98A2-EBB6AAC64922}" srcOrd="0" destOrd="0" parTransId="{97EF66BD-0838-48F6-B3A4-936EFD5B66ED}" sibTransId="{7FF4899A-474A-4B3A-A120-1847C96AC210}"/>
    <dgm:cxn modelId="{B6E99324-D22F-417D-8F76-720E55243142}" srcId="{C1713B9E-00E0-406A-8F5E-BE374427D095}" destId="{FA5AA1EF-BE72-44C7-9D51-FC39A1E70229}" srcOrd="1" destOrd="0" parTransId="{B9DFEB1D-8E7D-4224-856F-57C18BBD6A73}" sibTransId="{DF5505B8-31FD-4B40-9C64-C3B787EF18CE}"/>
    <dgm:cxn modelId="{64D70B3B-9AE8-49F4-A5D4-B114BA11036C}" type="presOf" srcId="{C1713B9E-00E0-406A-8F5E-BE374427D095}" destId="{9287B363-797C-4273-BCD7-7816D8F363AD}" srcOrd="0" destOrd="0" presId="urn:microsoft.com/office/officeart/2005/8/layout/hierarchy4"/>
    <dgm:cxn modelId="{C5F85040-05DB-456E-B62C-34A14B52331A}" type="presOf" srcId="{90A60475-302E-4875-BB23-BBE66A055026}" destId="{D008C231-9284-4BA8-937F-989DA12969F0}" srcOrd="0" destOrd="0" presId="urn:microsoft.com/office/officeart/2005/8/layout/hierarchy4"/>
    <dgm:cxn modelId="{11AD7240-A603-4D4B-A757-593FBAD14D66}" type="presOf" srcId="{80EBE8AD-3F75-4D22-98A2-EBB6AAC64922}" destId="{7B4A88EA-1E22-4AA0-A1F5-8CD9229AF693}" srcOrd="0" destOrd="0" presId="urn:microsoft.com/office/officeart/2005/8/layout/hierarchy4"/>
    <dgm:cxn modelId="{E3C76947-C80A-4DE6-9A19-8981209AED44}" srcId="{54D6804B-82D8-4887-BC33-C6885D9B1C40}" destId="{90A60475-302E-4875-BB23-BBE66A055026}" srcOrd="0" destOrd="0" parTransId="{DCB98FC4-60DD-476C-9449-7C27278E3CA8}" sibTransId="{12854B6E-E0DC-4ABF-948C-833119B0875B}"/>
    <dgm:cxn modelId="{4310CC6A-CEF4-4A19-AB45-979F386CABE8}" type="presOf" srcId="{FA5AA1EF-BE72-44C7-9D51-FC39A1E70229}" destId="{4F7DDAE3-E900-4E60-AD0F-C6BF67A976DB}" srcOrd="0" destOrd="0" presId="urn:microsoft.com/office/officeart/2005/8/layout/hierarchy4"/>
    <dgm:cxn modelId="{F6DF5979-6828-45E1-A43E-E3F33DBC72AC}" srcId="{90A60475-302E-4875-BB23-BBE66A055026}" destId="{A65CAB3B-CE17-443F-B4DF-2221A6C848E0}" srcOrd="0" destOrd="0" parTransId="{50B658D9-C938-429D-953C-AF6963BEFEE1}" sibTransId="{206177E0-352F-4183-ABC7-5DA16DE9BAD1}"/>
    <dgm:cxn modelId="{84F31784-0AA2-4739-8E53-148FF9A15F10}" type="presOf" srcId="{D67BD34E-039B-4A0C-8CCA-0041B436F1BF}" destId="{47913639-6600-4FE4-A73F-54B03E7D6259}" srcOrd="0" destOrd="0" presId="urn:microsoft.com/office/officeart/2005/8/layout/hierarchy4"/>
    <dgm:cxn modelId="{8DCD119A-27F0-432E-840C-E13674EF1620}" type="presOf" srcId="{54D6804B-82D8-4887-BC33-C6885D9B1C40}" destId="{43A7B9AE-7564-49CB-8489-FB13CE1CFD85}" srcOrd="0" destOrd="0" presId="urn:microsoft.com/office/officeart/2005/8/layout/hierarchy4"/>
    <dgm:cxn modelId="{6C44A3BD-6FAD-4631-8FFC-925EA52F17B2}" type="presOf" srcId="{A65CAB3B-CE17-443F-B4DF-2221A6C848E0}" destId="{64957A66-6B9F-4DDA-B3F3-FF2350A19A38}" srcOrd="0" destOrd="0" presId="urn:microsoft.com/office/officeart/2005/8/layout/hierarchy4"/>
    <dgm:cxn modelId="{239CE3D4-E10D-44B2-9F5F-8AB77B2C6857}" srcId="{90A60475-302E-4875-BB23-BBE66A055026}" destId="{C1713B9E-00E0-406A-8F5E-BE374427D095}" srcOrd="1" destOrd="0" parTransId="{D6D9A849-933C-4710-8A0B-29DEC5E8B8D1}" sibTransId="{F069A2A4-55DF-40AB-8907-858BA20D492E}"/>
    <dgm:cxn modelId="{D11584FE-5101-4C0F-9164-526AF42B27A8}" srcId="{C1713B9E-00E0-406A-8F5E-BE374427D095}" destId="{D67BD34E-039B-4A0C-8CCA-0041B436F1BF}" srcOrd="0" destOrd="0" parTransId="{68086BA3-E950-495E-8DB5-71AD9DB05F01}" sibTransId="{91442E9E-03A7-4434-AA38-275054F83B61}"/>
    <dgm:cxn modelId="{51725957-B713-404C-8F0F-A6591168A743}" type="presParOf" srcId="{43A7B9AE-7564-49CB-8489-FB13CE1CFD85}" destId="{C6940DB0-6DEF-4FA0-B5AA-DA6A800CB186}" srcOrd="0" destOrd="0" presId="urn:microsoft.com/office/officeart/2005/8/layout/hierarchy4"/>
    <dgm:cxn modelId="{D8638085-FE56-4461-BD40-167F9A95EEEF}" type="presParOf" srcId="{C6940DB0-6DEF-4FA0-B5AA-DA6A800CB186}" destId="{D008C231-9284-4BA8-937F-989DA12969F0}" srcOrd="0" destOrd="0" presId="urn:microsoft.com/office/officeart/2005/8/layout/hierarchy4"/>
    <dgm:cxn modelId="{34525978-267F-4D9C-AB1A-2938E9AF8E79}" type="presParOf" srcId="{C6940DB0-6DEF-4FA0-B5AA-DA6A800CB186}" destId="{5EA41DD8-3F35-485E-8463-694952BFCE93}" srcOrd="1" destOrd="0" presId="urn:microsoft.com/office/officeart/2005/8/layout/hierarchy4"/>
    <dgm:cxn modelId="{4C6C1E4A-73BB-4FB1-962F-BA2116DBD986}" type="presParOf" srcId="{C6940DB0-6DEF-4FA0-B5AA-DA6A800CB186}" destId="{5818C639-6227-4DFC-AC34-908B98375B4B}" srcOrd="2" destOrd="0" presId="urn:microsoft.com/office/officeart/2005/8/layout/hierarchy4"/>
    <dgm:cxn modelId="{64E56D97-9944-4EFC-8EDA-2F4C8EA4FB81}" type="presParOf" srcId="{5818C639-6227-4DFC-AC34-908B98375B4B}" destId="{F865E5E0-DC05-440C-B927-3B7CD55DA96B}" srcOrd="0" destOrd="0" presId="urn:microsoft.com/office/officeart/2005/8/layout/hierarchy4"/>
    <dgm:cxn modelId="{07698259-19FE-4ACE-8454-4E7522A9559C}" type="presParOf" srcId="{F865E5E0-DC05-440C-B927-3B7CD55DA96B}" destId="{64957A66-6B9F-4DDA-B3F3-FF2350A19A38}" srcOrd="0" destOrd="0" presId="urn:microsoft.com/office/officeart/2005/8/layout/hierarchy4"/>
    <dgm:cxn modelId="{9381D6D0-1006-42D7-AB96-AFC9887A8732}" type="presParOf" srcId="{F865E5E0-DC05-440C-B927-3B7CD55DA96B}" destId="{A1446EB7-D086-4399-94FC-DC53C2625239}" srcOrd="1" destOrd="0" presId="urn:microsoft.com/office/officeart/2005/8/layout/hierarchy4"/>
    <dgm:cxn modelId="{0E5DB3B6-7B72-49AB-A8DE-3303FDAA6F80}" type="presParOf" srcId="{F865E5E0-DC05-440C-B927-3B7CD55DA96B}" destId="{23B4F542-CF99-4274-9D06-B19F30A3483E}" srcOrd="2" destOrd="0" presId="urn:microsoft.com/office/officeart/2005/8/layout/hierarchy4"/>
    <dgm:cxn modelId="{B127FC10-C08A-41E5-A01D-7A2DEBAFB94B}" type="presParOf" srcId="{23B4F542-CF99-4274-9D06-B19F30A3483E}" destId="{1977818F-2B3F-4915-BE18-E249961B8049}" srcOrd="0" destOrd="0" presId="urn:microsoft.com/office/officeart/2005/8/layout/hierarchy4"/>
    <dgm:cxn modelId="{D19C91C0-1875-4CFF-84C4-EE82EB4711B0}" type="presParOf" srcId="{1977818F-2B3F-4915-BE18-E249961B8049}" destId="{7B4A88EA-1E22-4AA0-A1F5-8CD9229AF693}" srcOrd="0" destOrd="0" presId="urn:microsoft.com/office/officeart/2005/8/layout/hierarchy4"/>
    <dgm:cxn modelId="{BAED19E7-F699-4CB2-8351-14A126097355}" type="presParOf" srcId="{1977818F-2B3F-4915-BE18-E249961B8049}" destId="{1C4BFC27-3B10-4B49-82A1-D8E60FBAEDBA}" srcOrd="1" destOrd="0" presId="urn:microsoft.com/office/officeart/2005/8/layout/hierarchy4"/>
    <dgm:cxn modelId="{06E10E30-B328-4BBD-A355-0BE38BBCB597}" type="presParOf" srcId="{5818C639-6227-4DFC-AC34-908B98375B4B}" destId="{EEF29062-22BD-4848-9409-AD1FD5B580AA}" srcOrd="1" destOrd="0" presId="urn:microsoft.com/office/officeart/2005/8/layout/hierarchy4"/>
    <dgm:cxn modelId="{BF6BA53A-A584-42B5-B6FC-139C6637BA27}" type="presParOf" srcId="{5818C639-6227-4DFC-AC34-908B98375B4B}" destId="{2AA8CE7D-380D-4DE8-A027-6C5DC21D98B2}" srcOrd="2" destOrd="0" presId="urn:microsoft.com/office/officeart/2005/8/layout/hierarchy4"/>
    <dgm:cxn modelId="{7BCA2B3D-A31C-4F9F-BC3A-C4EBAC0356CA}" type="presParOf" srcId="{2AA8CE7D-380D-4DE8-A027-6C5DC21D98B2}" destId="{9287B363-797C-4273-BCD7-7816D8F363AD}" srcOrd="0" destOrd="0" presId="urn:microsoft.com/office/officeart/2005/8/layout/hierarchy4"/>
    <dgm:cxn modelId="{BAD7179E-E42E-46C9-A947-3E83102A42E4}" type="presParOf" srcId="{2AA8CE7D-380D-4DE8-A027-6C5DC21D98B2}" destId="{DFA13400-B5B7-41F6-AD9D-3EDBC8F1B7C7}" srcOrd="1" destOrd="0" presId="urn:microsoft.com/office/officeart/2005/8/layout/hierarchy4"/>
    <dgm:cxn modelId="{4541170C-561A-4F26-83AD-CDE72D514DB0}" type="presParOf" srcId="{2AA8CE7D-380D-4DE8-A027-6C5DC21D98B2}" destId="{FECCBA5D-F8FF-4696-B955-0533F88FF093}" srcOrd="2" destOrd="0" presId="urn:microsoft.com/office/officeart/2005/8/layout/hierarchy4"/>
    <dgm:cxn modelId="{9DBCA5EC-B618-4EFE-9153-A90F3345ECF5}" type="presParOf" srcId="{FECCBA5D-F8FF-4696-B955-0533F88FF093}" destId="{2630DEDC-882D-4E0A-BC30-26EFB7EA6ADD}" srcOrd="0" destOrd="0" presId="urn:microsoft.com/office/officeart/2005/8/layout/hierarchy4"/>
    <dgm:cxn modelId="{74CBD410-881B-4D0E-8090-33A4AF5B32B0}" type="presParOf" srcId="{2630DEDC-882D-4E0A-BC30-26EFB7EA6ADD}" destId="{47913639-6600-4FE4-A73F-54B03E7D6259}" srcOrd="0" destOrd="0" presId="urn:microsoft.com/office/officeart/2005/8/layout/hierarchy4"/>
    <dgm:cxn modelId="{65A2A7B1-5004-4D16-8955-CC4BBF8B37B3}" type="presParOf" srcId="{2630DEDC-882D-4E0A-BC30-26EFB7EA6ADD}" destId="{B2516FCC-B5CA-4299-9EEC-A419332D538B}" srcOrd="1" destOrd="0" presId="urn:microsoft.com/office/officeart/2005/8/layout/hierarchy4"/>
    <dgm:cxn modelId="{0947B0E4-2170-4C14-8FF3-8E5CB3719A57}" type="presParOf" srcId="{FECCBA5D-F8FF-4696-B955-0533F88FF093}" destId="{2411332F-FA53-4DDD-AF96-61D51715DEA6}" srcOrd="1" destOrd="0" presId="urn:microsoft.com/office/officeart/2005/8/layout/hierarchy4"/>
    <dgm:cxn modelId="{D86537DD-A716-45F9-B424-9D887AFE0DF8}" type="presParOf" srcId="{FECCBA5D-F8FF-4696-B955-0533F88FF093}" destId="{52649717-7425-401C-B9C6-855C39C7B2F5}" srcOrd="2" destOrd="0" presId="urn:microsoft.com/office/officeart/2005/8/layout/hierarchy4"/>
    <dgm:cxn modelId="{45DD350B-7AAE-4ECF-B588-B832927D6C22}" type="presParOf" srcId="{52649717-7425-401C-B9C6-855C39C7B2F5}" destId="{4F7DDAE3-E900-4E60-AD0F-C6BF67A976DB}" srcOrd="0" destOrd="0" presId="urn:microsoft.com/office/officeart/2005/8/layout/hierarchy4"/>
    <dgm:cxn modelId="{0EBFAD62-3CB3-45FF-A5AB-1B65286CD4AB}" type="presParOf" srcId="{52649717-7425-401C-B9C6-855C39C7B2F5}" destId="{C0F15AB7-4406-471F-842C-360AD394487B}" srcOrd="1" destOrd="0" presId="urn:microsoft.com/office/officeart/2005/8/layout/hierarchy4"/>
  </dgm:cxnLst>
  <dgm:bg>
    <a:noFill/>
  </dgm:bg>
  <dgm:whole>
    <a:ln w="19050">
      <a:noFill/>
    </a:ln>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566D7888-E8C5-0C4C-A445-B45BE5122FE5}">
      <dsp:nvSpPr>
        <dsp:cNvPr id="0" name=""/>
        <dsp:cNvSpPr/>
      </dsp:nvSpPr>
      <dsp:spPr>
        <a:xfrm>
          <a:off x="1119987" y="0"/>
          <a:ext cx="746658" cy="713108"/>
        </a:xfrm>
        <a:prstGeom prst="trapezoid">
          <a:avLst>
            <a:gd name="adj" fmla="val 52352"/>
          </a:avLst>
        </a:prstGeom>
        <a:solidFill>
          <a:schemeClr val="lt1">
            <a:hueOff val="0"/>
            <a:satOff val="0"/>
            <a:lumOff val="0"/>
            <a:alphaOff val="0"/>
          </a:schemeClr>
        </a:solidFill>
        <a:ln w="12700" cap="flat" cmpd="sng" algn="ctr">
          <a:solidFill>
            <a:srgbClr val="007DEE"/>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6510" tIns="16510" rIns="16510" bIns="16510" numCol="1" spcCol="1270" anchor="ctr" anchorCtr="0">
          <a:noAutofit/>
        </a:bodyPr>
        <a:lstStyle/>
        <a:p>
          <a:pPr marL="0" lvl="0" indent="0" algn="ctr" defTabSz="577850">
            <a:lnSpc>
              <a:spcPct val="90000"/>
            </a:lnSpc>
            <a:spcBef>
              <a:spcPct val="0"/>
            </a:spcBef>
            <a:spcAft>
              <a:spcPct val="35000"/>
            </a:spcAft>
            <a:buNone/>
          </a:pPr>
          <a:r>
            <a:rPr lang="en-GB" sz="1300" kern="1200" dirty="0"/>
            <a:t>Enterprise</a:t>
          </a:r>
        </a:p>
      </dsp:txBody>
      <dsp:txXfrm>
        <a:off x="1119987" y="0"/>
        <a:ext cx="746658" cy="713108"/>
      </dsp:txXfrm>
    </dsp:sp>
    <dsp:sp modelId="{7A37E10D-F8FF-CE4C-937C-2762F8E47E91}">
      <dsp:nvSpPr>
        <dsp:cNvPr id="0" name=""/>
        <dsp:cNvSpPr/>
      </dsp:nvSpPr>
      <dsp:spPr>
        <a:xfrm>
          <a:off x="746658" y="713108"/>
          <a:ext cx="1493316" cy="713108"/>
        </a:xfrm>
        <a:prstGeom prst="trapezoid">
          <a:avLst>
            <a:gd name="adj" fmla="val 52352"/>
          </a:avLst>
        </a:prstGeom>
        <a:gradFill rotWithShape="0">
          <a:gsLst>
            <a:gs pos="53000">
              <a:schemeClr val="accent1">
                <a:lumMod val="5000"/>
                <a:lumOff val="95000"/>
              </a:schemeClr>
            </a:gs>
            <a:gs pos="81000">
              <a:srgbClr val="007DEE"/>
            </a:gs>
          </a:gsLst>
          <a:lin ang="5400000" scaled="1"/>
        </a:gradFill>
        <a:ln w="12700" cap="flat" cmpd="sng" algn="ctr">
          <a:solidFill>
            <a:srgbClr val="007DEE"/>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6510" tIns="16510" rIns="16510" bIns="16510" numCol="1" spcCol="1270" anchor="ctr" anchorCtr="0">
          <a:noAutofit/>
        </a:bodyPr>
        <a:lstStyle/>
        <a:p>
          <a:pPr marL="0" lvl="0" indent="0" algn="ctr" defTabSz="577850">
            <a:lnSpc>
              <a:spcPct val="90000"/>
            </a:lnSpc>
            <a:spcBef>
              <a:spcPct val="0"/>
            </a:spcBef>
            <a:spcAft>
              <a:spcPct val="35000"/>
            </a:spcAft>
            <a:buNone/>
          </a:pPr>
          <a:r>
            <a:rPr lang="en-GB" sz="1300" kern="1200" dirty="0"/>
            <a:t>Mid-Market</a:t>
          </a:r>
        </a:p>
      </dsp:txBody>
      <dsp:txXfrm>
        <a:off x="1007988" y="713108"/>
        <a:ext cx="970655" cy="713108"/>
      </dsp:txXfrm>
    </dsp:sp>
    <dsp:sp modelId="{4F260CD0-0292-4B40-876E-23067E477DA3}">
      <dsp:nvSpPr>
        <dsp:cNvPr id="0" name=""/>
        <dsp:cNvSpPr/>
      </dsp:nvSpPr>
      <dsp:spPr>
        <a:xfrm>
          <a:off x="373329" y="1426216"/>
          <a:ext cx="2239974" cy="713108"/>
        </a:xfrm>
        <a:prstGeom prst="trapezoid">
          <a:avLst>
            <a:gd name="adj" fmla="val 52352"/>
          </a:avLst>
        </a:prstGeom>
        <a:solidFill>
          <a:srgbClr val="004C92"/>
        </a:solidFill>
        <a:ln w="12700" cap="flat" cmpd="sng" algn="ctr">
          <a:solidFill>
            <a:schemeClr val="accent1">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6510" tIns="16510" rIns="16510" bIns="16510" numCol="1" spcCol="1270" anchor="ctr" anchorCtr="0">
          <a:noAutofit/>
        </a:bodyPr>
        <a:lstStyle/>
        <a:p>
          <a:pPr marL="0" lvl="0" indent="0" algn="ctr" defTabSz="577850">
            <a:lnSpc>
              <a:spcPct val="90000"/>
            </a:lnSpc>
            <a:spcBef>
              <a:spcPct val="0"/>
            </a:spcBef>
            <a:spcAft>
              <a:spcPct val="35000"/>
            </a:spcAft>
            <a:buNone/>
          </a:pPr>
          <a:r>
            <a:rPr lang="en-GB" sz="1300" kern="1200" dirty="0">
              <a:solidFill>
                <a:schemeClr val="bg1"/>
              </a:solidFill>
            </a:rPr>
            <a:t>SMB</a:t>
          </a:r>
        </a:p>
      </dsp:txBody>
      <dsp:txXfrm>
        <a:off x="765324" y="1426216"/>
        <a:ext cx="1455983" cy="713108"/>
      </dsp:txXfrm>
    </dsp:sp>
    <dsp:sp modelId="{6F209C18-185E-0745-B7C4-AC2D16898474}">
      <dsp:nvSpPr>
        <dsp:cNvPr id="0" name=""/>
        <dsp:cNvSpPr/>
      </dsp:nvSpPr>
      <dsp:spPr>
        <a:xfrm>
          <a:off x="0" y="2139324"/>
          <a:ext cx="2986632" cy="713108"/>
        </a:xfrm>
        <a:prstGeom prst="trapezoid">
          <a:avLst>
            <a:gd name="adj" fmla="val 52352"/>
          </a:avLst>
        </a:prstGeom>
        <a:solidFill>
          <a:srgbClr val="1E1F49"/>
        </a:solidFill>
        <a:ln w="12700" cap="flat" cmpd="sng" algn="ctr">
          <a:solidFill>
            <a:srgbClr val="1E1F49"/>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6510" tIns="16510" rIns="16510" bIns="16510" numCol="1" spcCol="1270" anchor="ctr" anchorCtr="0">
          <a:noAutofit/>
        </a:bodyPr>
        <a:lstStyle/>
        <a:p>
          <a:pPr marL="0" lvl="0" indent="0" algn="ctr" defTabSz="577850">
            <a:lnSpc>
              <a:spcPct val="90000"/>
            </a:lnSpc>
            <a:spcBef>
              <a:spcPct val="0"/>
            </a:spcBef>
            <a:spcAft>
              <a:spcPct val="35000"/>
            </a:spcAft>
            <a:buNone/>
          </a:pPr>
          <a:r>
            <a:rPr lang="en-GB" sz="1300" kern="1200" dirty="0">
              <a:solidFill>
                <a:schemeClr val="bg1"/>
              </a:solidFill>
            </a:rPr>
            <a:t>Microbusinesses</a:t>
          </a:r>
        </a:p>
      </dsp:txBody>
      <dsp:txXfrm>
        <a:off x="522660" y="2139324"/>
        <a:ext cx="1941310" cy="713108"/>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D008C231-9284-4BA8-937F-989DA12969F0}">
      <dsp:nvSpPr>
        <dsp:cNvPr id="0" name=""/>
        <dsp:cNvSpPr/>
      </dsp:nvSpPr>
      <dsp:spPr>
        <a:xfrm>
          <a:off x="964" y="1066"/>
          <a:ext cx="4202624" cy="820125"/>
        </a:xfrm>
        <a:prstGeom prst="roundRect">
          <a:avLst>
            <a:gd name="adj" fmla="val 10000"/>
          </a:avLst>
        </a:prstGeom>
        <a:solidFill>
          <a:schemeClr val="accent5">
            <a:shade val="60000"/>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40970" tIns="140970" rIns="140970" bIns="140970" numCol="1" spcCol="1270" anchor="ctr" anchorCtr="0">
          <a:noAutofit/>
        </a:bodyPr>
        <a:lstStyle/>
        <a:p>
          <a:pPr marL="0" lvl="0" indent="0" algn="ctr" defTabSz="1644650">
            <a:lnSpc>
              <a:spcPct val="90000"/>
            </a:lnSpc>
            <a:spcBef>
              <a:spcPct val="0"/>
            </a:spcBef>
            <a:spcAft>
              <a:spcPct val="35000"/>
            </a:spcAft>
            <a:buNone/>
          </a:pPr>
          <a:r>
            <a:rPr lang="en-US" sz="3700" kern="1200" dirty="0"/>
            <a:t>BILL’s AP services</a:t>
          </a:r>
        </a:p>
      </dsp:txBody>
      <dsp:txXfrm>
        <a:off x="24985" y="25087"/>
        <a:ext cx="4154582" cy="772083"/>
      </dsp:txXfrm>
    </dsp:sp>
    <dsp:sp modelId="{64957A66-6B9F-4DDA-B3F3-FF2350A19A38}">
      <dsp:nvSpPr>
        <dsp:cNvPr id="0" name=""/>
        <dsp:cNvSpPr/>
      </dsp:nvSpPr>
      <dsp:spPr>
        <a:xfrm>
          <a:off x="482" y="896015"/>
          <a:ext cx="1344409" cy="820125"/>
        </a:xfrm>
        <a:prstGeom prst="roundRect">
          <a:avLst>
            <a:gd name="adj" fmla="val 10000"/>
          </a:avLst>
        </a:prstGeom>
        <a:solidFill>
          <a:schemeClr val="accent5">
            <a:shade val="80000"/>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2390" tIns="72390" rIns="72390" bIns="72390" numCol="1" spcCol="1270" anchor="ctr" anchorCtr="0">
          <a:noAutofit/>
        </a:bodyPr>
        <a:lstStyle/>
        <a:p>
          <a:pPr marL="0" lvl="0" indent="0" algn="ctr" defTabSz="844550">
            <a:lnSpc>
              <a:spcPct val="90000"/>
            </a:lnSpc>
            <a:spcBef>
              <a:spcPct val="0"/>
            </a:spcBef>
            <a:spcAft>
              <a:spcPct val="35000"/>
            </a:spcAft>
            <a:buNone/>
          </a:pPr>
          <a:r>
            <a:rPr lang="en-US" sz="1900" kern="1200" dirty="0"/>
            <a:t>Invoice2Go AR</a:t>
          </a:r>
        </a:p>
      </dsp:txBody>
      <dsp:txXfrm>
        <a:off x="24503" y="920036"/>
        <a:ext cx="1296367" cy="772083"/>
      </dsp:txXfrm>
    </dsp:sp>
    <dsp:sp modelId="{7B4A88EA-1E22-4AA0-A1F5-8CD9229AF693}">
      <dsp:nvSpPr>
        <dsp:cNvPr id="0" name=""/>
        <dsp:cNvSpPr/>
      </dsp:nvSpPr>
      <dsp:spPr>
        <a:xfrm>
          <a:off x="482" y="1790048"/>
          <a:ext cx="1344409" cy="820125"/>
        </a:xfrm>
        <a:prstGeom prst="roundRect">
          <a:avLst>
            <a:gd name="adj" fmla="val 10000"/>
          </a:avLst>
        </a:prstGeom>
        <a:solidFill>
          <a:schemeClr val="accent5">
            <a:tint val="99000"/>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0960" tIns="60960" rIns="60960" bIns="60960" numCol="1" spcCol="1270" anchor="ctr" anchorCtr="0">
          <a:noAutofit/>
        </a:bodyPr>
        <a:lstStyle/>
        <a:p>
          <a:pPr marL="0" lvl="0" indent="0" algn="ctr" defTabSz="711200">
            <a:lnSpc>
              <a:spcPct val="90000"/>
            </a:lnSpc>
            <a:spcBef>
              <a:spcPct val="0"/>
            </a:spcBef>
            <a:spcAft>
              <a:spcPct val="35000"/>
            </a:spcAft>
            <a:buNone/>
          </a:pPr>
          <a:r>
            <a:rPr lang="en-US" sz="1600" kern="1200"/>
            <a:t>Future Services</a:t>
          </a:r>
          <a:endParaRPr lang="en-US" sz="1600" kern="1200" dirty="0"/>
        </a:p>
      </dsp:txBody>
      <dsp:txXfrm>
        <a:off x="24503" y="1814069"/>
        <a:ext cx="1296367" cy="772083"/>
      </dsp:txXfrm>
    </dsp:sp>
    <dsp:sp modelId="{9287B363-797C-4273-BCD7-7816D8F363AD}">
      <dsp:nvSpPr>
        <dsp:cNvPr id="0" name=""/>
        <dsp:cNvSpPr/>
      </dsp:nvSpPr>
      <dsp:spPr>
        <a:xfrm>
          <a:off x="1457987" y="896015"/>
          <a:ext cx="2745284" cy="820125"/>
        </a:xfrm>
        <a:prstGeom prst="roundRect">
          <a:avLst>
            <a:gd name="adj" fmla="val 10000"/>
          </a:avLst>
        </a:prstGeom>
        <a:solidFill>
          <a:schemeClr val="accent5">
            <a:shade val="80000"/>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2390" tIns="72390" rIns="72390" bIns="72390" numCol="1" spcCol="1270" anchor="ctr" anchorCtr="0">
          <a:noAutofit/>
        </a:bodyPr>
        <a:lstStyle/>
        <a:p>
          <a:pPr marL="0" lvl="0" indent="0" algn="ctr" defTabSz="844550">
            <a:lnSpc>
              <a:spcPct val="90000"/>
            </a:lnSpc>
            <a:spcBef>
              <a:spcPct val="0"/>
            </a:spcBef>
            <a:spcAft>
              <a:spcPct val="35000"/>
            </a:spcAft>
            <a:buNone/>
          </a:pPr>
          <a:r>
            <a:rPr lang="en-US" sz="1900" kern="1200" dirty="0"/>
            <a:t>Customer Cash Flow Data</a:t>
          </a:r>
        </a:p>
      </dsp:txBody>
      <dsp:txXfrm>
        <a:off x="1482008" y="920036"/>
        <a:ext cx="2697242" cy="772083"/>
      </dsp:txXfrm>
    </dsp:sp>
    <dsp:sp modelId="{47913639-6600-4FE4-A73F-54B03E7D6259}">
      <dsp:nvSpPr>
        <dsp:cNvPr id="0" name=""/>
        <dsp:cNvSpPr/>
      </dsp:nvSpPr>
      <dsp:spPr>
        <a:xfrm>
          <a:off x="1457822" y="1790048"/>
          <a:ext cx="1344409" cy="820125"/>
        </a:xfrm>
        <a:prstGeom prst="roundRect">
          <a:avLst>
            <a:gd name="adj" fmla="val 10000"/>
          </a:avLst>
        </a:prstGeom>
        <a:solidFill>
          <a:schemeClr val="accent5">
            <a:tint val="99000"/>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0960" tIns="60960" rIns="60960" bIns="60960" numCol="1" spcCol="1270" anchor="ctr" anchorCtr="0">
          <a:noAutofit/>
        </a:bodyPr>
        <a:lstStyle/>
        <a:p>
          <a:pPr marL="0" lvl="0" indent="0" algn="ctr" defTabSz="711200">
            <a:lnSpc>
              <a:spcPct val="90000"/>
            </a:lnSpc>
            <a:spcBef>
              <a:spcPct val="0"/>
            </a:spcBef>
            <a:spcAft>
              <a:spcPct val="35000"/>
            </a:spcAft>
            <a:buNone/>
          </a:pPr>
          <a:r>
            <a:rPr lang="en-US" sz="1600" kern="1200" dirty="0"/>
            <a:t>Divvy Card Offerings</a:t>
          </a:r>
        </a:p>
      </dsp:txBody>
      <dsp:txXfrm>
        <a:off x="1481843" y="1814069"/>
        <a:ext cx="1296367" cy="772083"/>
      </dsp:txXfrm>
    </dsp:sp>
    <dsp:sp modelId="{4F7DDAE3-E900-4E60-AD0F-C6BF67A976DB}">
      <dsp:nvSpPr>
        <dsp:cNvPr id="0" name=""/>
        <dsp:cNvSpPr/>
      </dsp:nvSpPr>
      <dsp:spPr>
        <a:xfrm>
          <a:off x="2858697" y="1790048"/>
          <a:ext cx="1344409" cy="820125"/>
        </a:xfrm>
        <a:prstGeom prst="roundRect">
          <a:avLst>
            <a:gd name="adj" fmla="val 10000"/>
          </a:avLst>
        </a:prstGeom>
        <a:solidFill>
          <a:schemeClr val="accent5">
            <a:tint val="99000"/>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0960" tIns="60960" rIns="60960" bIns="60960" numCol="1" spcCol="1270" anchor="ctr" anchorCtr="0">
          <a:noAutofit/>
        </a:bodyPr>
        <a:lstStyle/>
        <a:p>
          <a:pPr marL="0" lvl="0" indent="0" algn="ctr" defTabSz="711200">
            <a:lnSpc>
              <a:spcPct val="90000"/>
            </a:lnSpc>
            <a:spcBef>
              <a:spcPct val="0"/>
            </a:spcBef>
            <a:spcAft>
              <a:spcPct val="35000"/>
            </a:spcAft>
            <a:buNone/>
          </a:pPr>
          <a:r>
            <a:rPr lang="en-US" sz="1600" kern="1200" dirty="0"/>
            <a:t>Finmark Automated Integration</a:t>
          </a:r>
        </a:p>
      </dsp:txBody>
      <dsp:txXfrm>
        <a:off x="2882718" y="1814069"/>
        <a:ext cx="1296367" cy="772083"/>
      </dsp:txXfrm>
    </dsp:sp>
  </dsp:spTree>
</dsp:drawing>
</file>

<file path=ppt/diagrams/layout1.xml><?xml version="1.0" encoding="utf-8"?>
<dgm:layoutDef xmlns:dgm="http://schemas.openxmlformats.org/drawingml/2006/diagram" xmlns:a="http://schemas.openxmlformats.org/drawingml/2006/main" uniqueId="urn:microsoft.com/office/officeart/2005/8/layout/pyramid1">
  <dgm:title val=""/>
  <dgm:desc val=""/>
  <dgm:catLst>
    <dgm:cat type="pyramid" pri="1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animLvl val="lvl"/>
      <dgm:resizeHandles val="exact"/>
    </dgm:varLst>
    <dgm:choose name="Name1">
      <dgm:if name="Name2" func="var" arg="dir" op="equ" val="norm">
        <dgm:alg type="pyra">
          <dgm:param type="linDir" val="fromB"/>
          <dgm:param type="txDir" val="fromT"/>
          <dgm:param type="pyraAcctPos" val="aft"/>
          <dgm:param type="pyraAcctTxMar" val="step"/>
          <dgm:param type="pyraAcctBkgdNode" val="acctBkgd"/>
          <dgm:param type="pyraAcctTxNode" val="acctTx"/>
          <dgm:param type="pyraLvlNode" val="level"/>
        </dgm:alg>
      </dgm:if>
      <dgm:else name="Name3">
        <dgm:alg type="pyra">
          <dgm:param type="linDir" val="fromB"/>
          <dgm:param type="txDir" val="fromT"/>
          <dgm:param type="pyraAcctPos" val="bef"/>
          <dgm:param type="pyraAcctTxMar" val="step"/>
          <dgm:param type="pyraAcctBkgdNode" val="acctBkgd"/>
          <dgm:param type="pyraAcctTxNode" val="acctTx"/>
          <dgm:param type="pyraLvlNode" val="level"/>
        </dgm:alg>
      </dgm:else>
    </dgm:choose>
    <dgm:shape xmlns:r="http://schemas.openxmlformats.org/officeDocument/2006/relationships" r:blip="">
      <dgm:adjLst/>
    </dgm:shape>
    <dgm:presOf/>
    <dgm:choose name="Name4">
      <dgm:if name="Name5" axis="root des" ptType="all node" func="maxDepth" op="gte" val="2">
        <dgm:constrLst>
          <dgm:constr type="primFontSz" for="des" forName="levelTx" op="equ"/>
          <dgm:constr type="secFontSz" for="des" forName="acctTx" op="equ"/>
          <dgm:constr type="pyraAcctRatio" val="0.32"/>
        </dgm:constrLst>
      </dgm:if>
      <dgm:else name="Name6">
        <dgm:constrLst>
          <dgm:constr type="primFontSz" for="des" forName="levelTx" op="equ"/>
          <dgm:constr type="secFontSz" for="des" forName="acctTx" op="equ"/>
          <dgm:constr type="pyraAcctRatio"/>
        </dgm:constrLst>
      </dgm:else>
    </dgm:choose>
    <dgm:ruleLst/>
    <dgm:forEach name="Name7" axis="ch" ptType="node">
      <dgm:layoutNode name="Name8">
        <dgm:alg type="composite">
          <dgm:param type="horzAlign" val="none"/>
        </dgm:alg>
        <dgm:shape xmlns:r="http://schemas.openxmlformats.org/officeDocument/2006/relationships" r:blip="">
          <dgm:adjLst/>
        </dgm:shape>
        <dgm:presOf/>
        <dgm:choose name="Name9">
          <dgm:if name="Name10" axis="self" ptType="node" func="pos" op="equ" val="1">
            <dgm:constrLst>
              <dgm:constr type="ctrX" for="ch" forName="acctBkgd" val="1"/>
              <dgm:constr type="ctrY" for="ch" forName="acctBkgd" val="1"/>
              <dgm:constr type="w" for="ch" forName="acctBkgd" val="1"/>
              <dgm:constr type="h" for="ch" forName="acctBkgd" val="1"/>
              <dgm:constr type="ctrX" for="ch" forName="acctTx" val="1"/>
              <dgm:constr type="ctrY" for="ch" forName="acctTx" val="1"/>
              <dgm:constr type="w" for="ch" forName="acctTx" val="1"/>
              <dgm:constr type="h" for="ch" forName="acctTx" val="1"/>
              <dgm:constr type="ctrX" for="ch" forName="level" val="1"/>
              <dgm:constr type="ctrY" for="ch" forName="level" val="1"/>
              <dgm:constr type="w" for="ch" forName="level" val="1"/>
              <dgm:constr type="h" for="ch" forName="level" val="1"/>
              <dgm:constr type="ctrX" for="ch" forName="levelTx" refType="ctrX" refFor="ch" refForName="level"/>
              <dgm:constr type="ctrY" for="ch" forName="levelTx" refType="ctrY" refFor="ch" refForName="level"/>
              <dgm:constr type="w" for="ch" forName="levelTx" refType="w" refFor="ch" refForName="level"/>
              <dgm:constr type="h" for="ch" forName="levelTx" refType="h" refFor="ch" refForName="level"/>
            </dgm:constrLst>
          </dgm:if>
          <dgm:else name="Name11">
            <dgm:constrLst>
              <dgm:constr type="ctrX" for="ch" forName="acctBkgd" val="1"/>
              <dgm:constr type="ctrY" for="ch" forName="acctBkgd" val="1"/>
              <dgm:constr type="w" for="ch" forName="acctBkgd" val="1"/>
              <dgm:constr type="h" for="ch" forName="acctBkgd" val="1"/>
              <dgm:constr type="ctrX" for="ch" forName="acctTx" val="1"/>
              <dgm:constr type="ctrY" for="ch" forName="acctTx" val="1"/>
              <dgm:constr type="w" for="ch" forName="acctTx" val="1"/>
              <dgm:constr type="h" for="ch" forName="acctTx" val="1"/>
              <dgm:constr type="ctrX" for="ch" forName="level" val="1"/>
              <dgm:constr type="ctrY" for="ch" forName="level" val="1"/>
              <dgm:constr type="w" for="ch" forName="level" val="1"/>
              <dgm:constr type="h" for="ch" forName="level" val="1"/>
              <dgm:constr type="ctrX" for="ch" forName="levelTx" refType="ctrX" refFor="ch" refForName="level"/>
              <dgm:constr type="ctrY" for="ch" forName="levelTx" refType="ctrY" refFor="ch" refForName="level"/>
              <dgm:constr type="w" for="ch" forName="levelTx" refType="w" refFor="ch" refForName="level" fact="0.65"/>
              <dgm:constr type="h" for="ch" forName="levelTx" refType="h" refFor="ch" refForName="level"/>
            </dgm:constrLst>
          </dgm:else>
        </dgm:choose>
        <dgm:ruleLst/>
        <dgm:choose name="Name12">
          <dgm:if name="Name13" axis="ch" ptType="node" func="cnt" op="gte" val="1">
            <dgm:layoutNode name="acctBkgd" styleLbl="alignAcc1">
              <dgm:alg type="sp"/>
              <dgm:shape xmlns:r="http://schemas.openxmlformats.org/officeDocument/2006/relationships" type="nonIsoscelesTrapezoid" r:blip="">
                <dgm:adjLst/>
              </dgm:shape>
              <dgm:presOf axis="des" ptType="node"/>
              <dgm:constrLst/>
              <dgm:ruleLst/>
            </dgm:layoutNode>
            <dgm:layoutNode name="acctTx" styleLbl="alignAcc1">
              <dgm:varLst>
                <dgm:bulletEnabled val="1"/>
              </dgm:varLst>
              <dgm:alg type="tx">
                <dgm:param type="stBulletLvl" val="1"/>
                <dgm:param type="txAnchorVertCh" val="mid"/>
              </dgm:alg>
              <dgm:shape xmlns:r="http://schemas.openxmlformats.org/officeDocument/2006/relationships" type="nonIsoscelesTrapezoid" r:blip="" hideGeom="1">
                <dgm:adjLst/>
              </dgm:shape>
              <dgm:presOf axis="des" ptType="node"/>
              <dgm:constrLst>
                <dgm:constr type="secFontSz" val="65"/>
                <dgm:constr type="primFontSz" refType="secFontSz"/>
                <dgm:constr type="tMarg" refType="secFontSz" fact="0.3"/>
                <dgm:constr type="bMarg" refType="secFontSz" fact="0.3"/>
                <dgm:constr type="lMarg" refType="secFontSz" fact="0.3"/>
                <dgm:constr type="rMarg" refType="secFontSz" fact="0.3"/>
              </dgm:constrLst>
              <dgm:ruleLst>
                <dgm:rule type="secFontSz" val="5" fact="NaN" max="NaN"/>
              </dgm:ruleLst>
            </dgm:layoutNode>
          </dgm:if>
          <dgm:else name="Name14"/>
        </dgm:choose>
        <dgm:layoutNode name="level">
          <dgm:varLst>
            <dgm:chMax val="1"/>
            <dgm:bulletEnabled val="1"/>
          </dgm:varLst>
          <dgm:alg type="sp"/>
          <dgm:shape xmlns:r="http://schemas.openxmlformats.org/officeDocument/2006/relationships" type="trapezoid" r:blip="">
            <dgm:adjLst/>
          </dgm:shape>
          <dgm:presOf axis="self"/>
          <dgm:constrLst>
            <dgm:constr type="h" val="500"/>
            <dgm:constr type="w" val="1"/>
          </dgm:constrLst>
          <dgm:ruleLst/>
        </dgm:layoutNode>
        <dgm:layoutNode name="levelTx" styleLbl="revTx">
          <dgm:varLst>
            <dgm:chMax val="1"/>
            <dgm:bulletEnabled val="1"/>
          </dgm:varLst>
          <dgm:alg type="tx"/>
          <dgm:shape xmlns:r="http://schemas.openxmlformats.org/officeDocument/2006/relationships" type="rect" r:blip="" hideGeom="1">
            <dgm:adjLst/>
          </dgm:shape>
          <dgm:presOf axis="self"/>
          <dgm:constrLst>
            <dgm:constr type="tMarg" refType="primFontSz" fact="0.1"/>
            <dgm:constr type="bMarg" refType="primFontSz" fact="0.1"/>
            <dgm:constr type="lMarg" refType="primFontSz" fact="0.1"/>
            <dgm:constr type="rMarg" refType="primFontSz" fact="0.1"/>
            <dgm:constr type="primFontSz" val="65"/>
          </dgm:constrLst>
          <dgm:ruleLst>
            <dgm:rule type="primFontSz" val="5" fact="NaN" max="NaN"/>
          </dgm:ruleLst>
        </dgm:layoutNode>
      </dgm:layoutNode>
    </dgm:forEach>
  </dgm:layoutNode>
</dgm:layoutDef>
</file>

<file path=ppt/diagrams/layout2.xml><?xml version="1.0" encoding="utf-8"?>
<dgm:layoutDef xmlns:dgm="http://schemas.openxmlformats.org/drawingml/2006/diagram" xmlns:a="http://schemas.openxmlformats.org/drawingml/2006/main" uniqueId="urn:microsoft.com/office/officeart/2005/8/layout/hierarchy4">
  <dgm:title val=""/>
  <dgm:desc val=""/>
  <dgm:catLst>
    <dgm:cat type="hierarchy" pri="4000"/>
    <dgm:cat type="list" pri="24000"/>
    <dgm:cat type="relationship" pri="10000"/>
  </dgm:catLst>
  <dgm:sampData>
    <dgm:dataModel>
      <dgm:ptLst>
        <dgm:pt modelId="0" type="doc"/>
        <dgm:pt modelId="1">
          <dgm:prSet phldr="1"/>
        </dgm:pt>
        <dgm:pt modelId="2">
          <dgm:prSet phldr="1"/>
        </dgm:pt>
        <dgm:pt modelId="21">
          <dgm:prSet phldr="1"/>
        </dgm:pt>
        <dgm:pt modelId="22">
          <dgm:prSet phldr="1"/>
        </dgm:pt>
        <dgm:pt modelId="3">
          <dgm:prSet phldr="1"/>
        </dgm:pt>
        <dgm:pt modelId="31">
          <dgm:prSet phldr="1"/>
        </dgm:pt>
      </dgm:ptLst>
      <dgm:cxnLst>
        <dgm:cxn modelId="4" srcId="0" destId="1" srcOrd="0" destOrd="0"/>
        <dgm:cxn modelId="5" srcId="1" destId="2" srcOrd="0" destOrd="0"/>
        <dgm:cxn modelId="6" srcId="1" destId="3" srcOrd="1" destOrd="0"/>
        <dgm:cxn modelId="23" srcId="2" destId="21" srcOrd="0" destOrd="0"/>
        <dgm:cxn modelId="24" srcId="2" destId="22" srcOrd="1" destOrd="0"/>
        <dgm:cxn modelId="33" srcId="3" destId="31" srcOrd="0" destOrd="0"/>
      </dgm:cxnLst>
      <dgm:bg/>
      <dgm:whole/>
    </dgm:dataModel>
  </dgm:sampData>
  <dgm:styleData>
    <dgm:dataModel>
      <dgm:ptLst>
        <dgm:pt modelId="0" type="doc"/>
        <dgm:pt modelId="1"/>
        <dgm:pt modelId="11"/>
        <dgm:pt modelId="12"/>
      </dgm:ptLst>
      <dgm:cxnLst>
        <dgm:cxn modelId="2" srcId="0" destId="1" srcOrd="0" destOrd="0"/>
        <dgm:cxn modelId="13" srcId="1" destId="11" srcOrd="0" destOrd="0"/>
        <dgm:cxn modelId="14" srcId="1" destId="12" srcOrd="1" destOrd="0"/>
      </dgm:cxnLst>
      <dgm:bg/>
      <dgm:whole/>
    </dgm:dataModel>
  </dgm:styleData>
  <dgm:clrData>
    <dgm:dataModel>
      <dgm:ptLst>
        <dgm:pt modelId="0" type="doc"/>
        <dgm:pt modelId="1"/>
        <dgm:pt modelId="2"/>
        <dgm:pt modelId="21"/>
        <dgm:pt modelId="211"/>
        <dgm:pt modelId="3"/>
        <dgm:pt modelId="31"/>
        <dgm:pt modelId="311"/>
      </dgm:ptLst>
      <dgm:cxnLst>
        <dgm:cxn modelId="4" srcId="0" destId="1" srcOrd="0" destOrd="0"/>
        <dgm:cxn modelId="5" srcId="1" destId="2" srcOrd="0" destOrd="0"/>
        <dgm:cxn modelId="6" srcId="1" destId="3" srcOrd="1" destOrd="0"/>
        <dgm:cxn modelId="23" srcId="2" destId="21" srcOrd="0" destOrd="0"/>
        <dgm:cxn modelId="24" srcId="21" destId="211" srcOrd="0" destOrd="0"/>
        <dgm:cxn modelId="33" srcId="3" destId="31" srcOrd="0" destOrd="0"/>
        <dgm:cxn modelId="34" srcId="31" destId="311" srcOrd="0" destOrd="0"/>
      </dgm:cxnLst>
      <dgm:bg/>
      <dgm:whole/>
    </dgm:dataModel>
  </dgm:clrData>
  <dgm:layoutNode name="Name0">
    <dgm:varLst>
      <dgm:chPref val="1"/>
      <dgm:dir/>
      <dgm:animOne val="branch"/>
      <dgm:animLvl val="lvl"/>
      <dgm:resizeHandles/>
    </dgm:varLst>
    <dgm:choose name="Name1">
      <dgm:if name="Name2" func="var" arg="dir" op="equ" val="norm">
        <dgm:alg type="lin">
          <dgm:param type="linDir" val="fromL"/>
          <dgm:param type="nodeVertAlign" val="t"/>
        </dgm:alg>
      </dgm:if>
      <dgm:else name="Name3">
        <dgm:alg type="lin">
          <dgm:param type="linDir" val="fromR"/>
          <dgm:param type="nodeVertAlign" val="t"/>
        </dgm:alg>
      </dgm:else>
    </dgm:choose>
    <dgm:shape xmlns:r="http://schemas.openxmlformats.org/officeDocument/2006/relationships" r:blip="">
      <dgm:adjLst/>
    </dgm:shape>
    <dgm:presOf/>
    <dgm:constrLst>
      <dgm:constr type="w" for="ch" forName="vertOne" refType="w"/>
      <dgm:constr type="w" for="des" forName="horzOne" refType="w"/>
      <dgm:constr type="w" for="des" forName="txOne" refType="w"/>
      <dgm:constr type="w" for="des" forName="vertTwo" refType="w"/>
      <dgm:constr type="w" for="des" forName="horzTwo" refType="w"/>
      <dgm:constr type="w" for="des" forName="txTwo" refType="w"/>
      <dgm:constr type="w" for="des" forName="vertThree" refType="w"/>
      <dgm:constr type="w" for="des" forName="horzThree" refType="w"/>
      <dgm:constr type="w" for="des" forName="txThree" refType="w"/>
      <dgm:constr type="w" for="des" forName="vertFour" refType="w"/>
      <dgm:constr type="w" for="des" forName="horzFour" refType="w"/>
      <dgm:constr type="w" for="des" forName="txFour" refType="w"/>
      <dgm:constr type="h" for="des" ptType="node" op="equ"/>
      <dgm:constr type="h" for="des" forName="txOne" refType="h"/>
      <dgm:constr type="userH" for="des" ptType="node" refType="h" refFor="des" refForName="txOne"/>
      <dgm:constr type="primFontSz" for="des" forName="txOne" val="65"/>
      <dgm:constr type="primFontSz" for="des" forName="txTwo" val="65"/>
      <dgm:constr type="primFontSz" for="des" forName="txTwo" refType="primFontSz" refFor="des" refForName="txOne" op="lte"/>
      <dgm:constr type="primFontSz" for="des" forName="txThree" val="65"/>
      <dgm:constr type="primFontSz" for="des" forName="txThree" refType="primFontSz" refFor="des" refForName="txOne" op="lte"/>
      <dgm:constr type="primFontSz" for="des" forName="txThree" refType="primFontSz" refFor="des" refForName="txTwo" op="lte"/>
      <dgm:constr type="primFontSz" for="des" forName="txFour" val="65"/>
      <dgm:constr type="primFontSz" for="des" forName="txFour" refType="primFontSz" refFor="des" refForName="txOne" op="lte"/>
      <dgm:constr type="primFontSz" for="des" forName="txFour" refType="primFontSz" refFor="des" refForName="txTwo" op="lte"/>
      <dgm:constr type="primFontSz" for="des" forName="txFour" refType="primFontSz" refFor="des" refForName="txThree" op="lte"/>
      <dgm:constr type="w" for="des" forName="sibSpaceOne" refType="w" fact="0.168"/>
      <dgm:constr type="w" for="des" forName="sibSpaceTwo" refType="w" refFor="des" refForName="sibSpaceOne" op="equ" fact="0.5"/>
      <dgm:constr type="w" for="des" forName="sibSpaceThree" refType="w" refFor="des" refForName="sibSpaceTwo" op="equ" fact="0.5"/>
      <dgm:constr type="w" for="des" forName="sibSpaceFour" refType="w" refFor="des" refForName="sibSpaceThree" op="equ" fact="0.5"/>
      <dgm:constr type="h" for="des" forName="parTransOne" refType="w" fact="0.056"/>
      <dgm:constr type="h" for="des" forName="parTransTwo" refType="h" refFor="des" refForName="parTransOne" op="equ"/>
      <dgm:constr type="h" for="des" forName="parTransThree" refType="h" refFor="des" refForName="parTransTwo" op="equ"/>
      <dgm:constr type="h" for="des" forName="parTransFour" refType="h" refFor="des" refForName="parTransThree" op="equ"/>
    </dgm:constrLst>
    <dgm:ruleLst/>
    <dgm:forEach name="Name4" axis="ch" ptType="node">
      <dgm:layoutNode name="vertOne">
        <dgm:alg type="lin">
          <dgm:param type="linDir" val="fromT"/>
        </dgm:alg>
        <dgm:shape xmlns:r="http://schemas.openxmlformats.org/officeDocument/2006/relationships" r:blip="">
          <dgm:adjLst/>
        </dgm:shape>
        <dgm:presOf/>
        <dgm:constrLst>
          <dgm:constr type="w" for="ch" forName="txOne" refType="w" refFor="ch" refForName="horzOne" op="gte"/>
        </dgm:constrLst>
        <dgm:ruleLst/>
        <dgm:layoutNode name="txOne" styleLbl="node0">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choose name="Name5">
          <dgm:if name="Name6" axis="des" ptType="node" func="cnt" op="gt" val="0">
            <dgm:layoutNode name="parTransOne">
              <dgm:alg type="sp"/>
              <dgm:shape xmlns:r="http://schemas.openxmlformats.org/officeDocument/2006/relationships" r:blip="">
                <dgm:adjLst/>
              </dgm:shape>
              <dgm:presOf/>
              <dgm:constrLst/>
              <dgm:ruleLst/>
            </dgm:layoutNode>
          </dgm:if>
          <dgm:else name="Name7"/>
        </dgm:choose>
        <dgm:layoutNode name="horzOne">
          <dgm:choose name="Name8">
            <dgm:if name="Name9" func="var" arg="dir" op="equ" val="norm">
              <dgm:alg type="lin">
                <dgm:param type="linDir" val="fromL"/>
                <dgm:param type="nodeVertAlign" val="t"/>
              </dgm:alg>
            </dgm:if>
            <dgm:else name="Name10">
              <dgm:alg type="lin">
                <dgm:param type="linDir" val="fromR"/>
                <dgm:param type="nodeVertAlign" val="t"/>
              </dgm:alg>
            </dgm:else>
          </dgm:choose>
          <dgm:shape xmlns:r="http://schemas.openxmlformats.org/officeDocument/2006/relationships" r:blip="">
            <dgm:adjLst/>
          </dgm:shape>
          <dgm:presOf/>
          <dgm:constrLst/>
          <dgm:ruleLst>
            <dgm:rule type="w" val="INF" fact="NaN" max="NaN"/>
          </dgm:ruleLst>
          <dgm:forEach name="Name11" axis="ch" ptType="node">
            <dgm:layoutNode name="vertTwo">
              <dgm:alg type="lin">
                <dgm:param type="linDir" val="fromT"/>
              </dgm:alg>
              <dgm:shape xmlns:r="http://schemas.openxmlformats.org/officeDocument/2006/relationships" r:blip="">
                <dgm:adjLst/>
              </dgm:shape>
              <dgm:presOf/>
              <dgm:constrLst>
                <dgm:constr type="w" for="ch" forName="txTwo" refType="w" refFor="ch" refForName="horzTwo" op="gte"/>
              </dgm:constrLst>
              <dgm:ruleLst/>
              <dgm:layoutNode name="txTwo">
                <dgm:varLst>
                  <dgm:chPref val="3"/>
                </dgm:varLst>
                <dgm:alg type="tx"/>
                <dgm:shape xmlns:r="http://schemas.openxmlformats.org/officeDocument/2006/relationships" type="roundRect" r:blip="">
                  <dgm:adjLst>
                    <dgm:adj idx="1" val="0.1"/>
                  </dgm:adjLst>
                </dgm:shape>
                <dgm:presOf axis="self"/>
                <dgm:constrLst>
                  <dgm:constr type="userH"/>
                  <dgm:constr type="h" refType="userH"/>
                  <dgm:constr type="tMarg" refType="primFontSz" fact="0.3"/>
                  <dgm:constr type="bMarg" refType="primFontSz" fact="0.3"/>
                  <dgm:constr type="lMarg" refType="primFontSz" fact="0.3"/>
                  <dgm:constr type="rMarg" refType="primFontSz" fact="0.3"/>
                </dgm:constrLst>
                <dgm:ruleLst>
                  <dgm:rule type="primFontSz" val="5" fact="NaN" max="NaN"/>
                </dgm:ruleLst>
              </dgm:layoutNode>
              <dgm:choose name="Name12">
                <dgm:if name="Name13" axis="des" ptType="node" func="cnt" op="gt" val="0">
                  <dgm:layoutNode name="parTransTwo">
                    <dgm:alg type="sp"/>
                    <dgm:shape xmlns:r="http://schemas.openxmlformats.org/officeDocument/2006/relationships" r:blip="">
                      <dgm:adjLst/>
                    </dgm:shape>
                    <dgm:presOf/>
                    <dgm:constrLst/>
                    <dgm:ruleLst/>
                  </dgm:layoutNode>
                </dgm:if>
                <dgm:else name="Name14"/>
              </dgm:choose>
              <dgm:layoutNode name="horzTwo">
                <dgm:choose name="Name15">
                  <dgm:if name="Name16" func="var" arg="dir" op="equ" val="norm">
                    <dgm:alg type="lin">
                      <dgm:param type="linDir" val="fromL"/>
                      <dgm:param type="nodeVertAlign" val="t"/>
                    </dgm:alg>
                  </dgm:if>
                  <dgm:else name="Name17">
                    <dgm:alg type="lin">
                      <dgm:param type="linDir" val="fromR"/>
                      <dgm:param type="nodeVertAlign" val="t"/>
                    </dgm:alg>
                  </dgm:else>
                </dgm:choose>
                <dgm:shape xmlns:r="http://schemas.openxmlformats.org/officeDocument/2006/relationships" r:blip="">
                  <dgm:adjLst/>
                </dgm:shape>
                <dgm:presOf/>
                <dgm:constrLst/>
                <dgm:ruleLst>
                  <dgm:rule type="w" val="INF" fact="NaN" max="NaN"/>
                </dgm:ruleLst>
                <dgm:forEach name="Name18" axis="ch" ptType="node">
                  <dgm:layoutNode name="vertThree">
                    <dgm:alg type="lin">
                      <dgm:param type="linDir" val="fromT"/>
                    </dgm:alg>
                    <dgm:shape xmlns:r="http://schemas.openxmlformats.org/officeDocument/2006/relationships" r:blip="">
                      <dgm:adjLst/>
                    </dgm:shape>
                    <dgm:presOf/>
                    <dgm:constrLst>
                      <dgm:constr type="w" for="ch" forName="txThree" refType="w" refFor="ch" refForName="horzThree" op="gte"/>
                    </dgm:constrLst>
                    <dgm:ruleLst/>
                    <dgm:layoutNode name="txThree">
                      <dgm:varLst>
                        <dgm:chPref val="3"/>
                      </dgm:varLst>
                      <dgm:alg type="tx"/>
                      <dgm:shape xmlns:r="http://schemas.openxmlformats.org/officeDocument/2006/relationships" type="roundRect" r:blip="">
                        <dgm:adjLst>
                          <dgm:adj idx="1" val="0.1"/>
                        </dgm:adjLst>
                      </dgm:shape>
                      <dgm:presOf axis="self"/>
                      <dgm:constrLst>
                        <dgm:constr type="userH"/>
                        <dgm:constr type="h" refType="userH"/>
                        <dgm:constr type="tMarg" refType="primFontSz" fact="0.3"/>
                        <dgm:constr type="bMarg" refType="primFontSz" fact="0.3"/>
                        <dgm:constr type="lMarg" refType="primFontSz" fact="0.3"/>
                        <dgm:constr type="rMarg" refType="primFontSz" fact="0.3"/>
                      </dgm:constrLst>
                      <dgm:ruleLst>
                        <dgm:rule type="primFontSz" val="5" fact="NaN" max="NaN"/>
                      </dgm:ruleLst>
                    </dgm:layoutNode>
                    <dgm:choose name="Name19">
                      <dgm:if name="Name20" axis="des" ptType="node" func="cnt" op="gt" val="0">
                        <dgm:layoutNode name="parTransThree">
                          <dgm:alg type="sp"/>
                          <dgm:shape xmlns:r="http://schemas.openxmlformats.org/officeDocument/2006/relationships" r:blip="">
                            <dgm:adjLst/>
                          </dgm:shape>
                          <dgm:presOf/>
                          <dgm:constrLst/>
                          <dgm:ruleLst/>
                        </dgm:layoutNode>
                      </dgm:if>
                      <dgm:else name="Name21"/>
                    </dgm:choose>
                    <dgm:layoutNode name="horzThree">
                      <dgm:choose name="Name22">
                        <dgm:if name="Name23" func="var" arg="dir" op="equ" val="norm">
                          <dgm:alg type="lin">
                            <dgm:param type="linDir" val="fromL"/>
                            <dgm:param type="nodeVertAlign" val="t"/>
                          </dgm:alg>
                        </dgm:if>
                        <dgm:else name="Name24">
                          <dgm:alg type="lin">
                            <dgm:param type="linDir" val="fromR"/>
                            <dgm:param type="nodeVertAlign" val="t"/>
                          </dgm:alg>
                        </dgm:else>
                      </dgm:choose>
                      <dgm:shape xmlns:r="http://schemas.openxmlformats.org/officeDocument/2006/relationships" r:blip="">
                        <dgm:adjLst/>
                      </dgm:shape>
                      <dgm:presOf/>
                      <dgm:constrLst/>
                      <dgm:ruleLst>
                        <dgm:rule type="w" val="INF" fact="NaN" max="NaN"/>
                      </dgm:ruleLst>
                      <dgm:forEach name="repeat" axis="ch" ptType="node">
                        <dgm:layoutNode name="vertFour">
                          <dgm:varLst>
                            <dgm:chPref val="3"/>
                          </dgm:varLst>
                          <dgm:alg type="lin">
                            <dgm:param type="linDir" val="fromT"/>
                          </dgm:alg>
                          <dgm:shape xmlns:r="http://schemas.openxmlformats.org/officeDocument/2006/relationships" r:blip="">
                            <dgm:adjLst/>
                          </dgm:shape>
                          <dgm:presOf/>
                          <dgm:constrLst>
                            <dgm:constr type="w" for="ch" forName="txFour" refType="w" refFor="ch" refForName="horzFour" op="gte"/>
                          </dgm:constrLst>
                          <dgm:ruleLst/>
                          <dgm:layoutNode name="txFour">
                            <dgm:varLst>
                              <dgm:chPref val="3"/>
                            </dgm:varLst>
                            <dgm:alg type="tx"/>
                            <dgm:shape xmlns:r="http://schemas.openxmlformats.org/officeDocument/2006/relationships" type="roundRect" r:blip="">
                              <dgm:adjLst>
                                <dgm:adj idx="1" val="0.1"/>
                              </dgm:adjLst>
                            </dgm:shape>
                            <dgm:presOf axis="self"/>
                            <dgm:constrLst>
                              <dgm:constr type="userH"/>
                              <dgm:constr type="h" refType="userH"/>
                              <dgm:constr type="tMarg" refType="primFontSz" fact="0.3"/>
                              <dgm:constr type="bMarg" refType="primFontSz" fact="0.3"/>
                              <dgm:constr type="lMarg" refType="primFontSz" fact="0.3"/>
                              <dgm:constr type="rMarg" refType="primFontSz" fact="0.3"/>
                            </dgm:constrLst>
                            <dgm:ruleLst>
                              <dgm:rule type="primFontSz" val="5" fact="NaN" max="NaN"/>
                            </dgm:ruleLst>
                          </dgm:layoutNode>
                          <dgm:choose name="Name25">
                            <dgm:if name="Name26" axis="des" ptType="node" func="cnt" op="gt" val="0">
                              <dgm:layoutNode name="parTransFour">
                                <dgm:alg type="sp"/>
                                <dgm:shape xmlns:r="http://schemas.openxmlformats.org/officeDocument/2006/relationships" r:blip="">
                                  <dgm:adjLst/>
                                </dgm:shape>
                                <dgm:presOf/>
                                <dgm:constrLst/>
                                <dgm:ruleLst/>
                              </dgm:layoutNode>
                            </dgm:if>
                            <dgm:else name="Name27"/>
                          </dgm:choose>
                          <dgm:layoutNode name="horzFour">
                            <dgm:choose name="Name28">
                              <dgm:if name="Name29" func="var" arg="dir" op="equ" val="norm">
                                <dgm:alg type="lin">
                                  <dgm:param type="linDir" val="fromL"/>
                                  <dgm:param type="nodeVertAlign" val="t"/>
                                </dgm:alg>
                              </dgm:if>
                              <dgm:else name="Name30">
                                <dgm:alg type="lin">
                                  <dgm:param type="linDir" val="fromR"/>
                                  <dgm:param type="nodeVertAlign" val="t"/>
                                </dgm:alg>
                              </dgm:else>
                            </dgm:choose>
                            <dgm:shape xmlns:r="http://schemas.openxmlformats.org/officeDocument/2006/relationships" r:blip="">
                              <dgm:adjLst/>
                            </dgm:shape>
                            <dgm:presOf/>
                            <dgm:constrLst/>
                            <dgm:ruleLst>
                              <dgm:rule type="w" val="INF" fact="NaN" max="NaN"/>
                            </dgm:ruleLst>
                            <dgm:forEach name="Name31" ref="repeat"/>
                          </dgm:layoutNode>
                        </dgm:layoutNode>
                        <dgm:choose name="Name32">
                          <dgm:if name="Name33" axis="self" ptType="node" func="revPos" op="gte" val="2">
                            <dgm:forEach name="Name34" axis="followSib" ptType="sibTrans" cnt="1">
                              <dgm:layoutNode name="sibSpaceFour">
                                <dgm:alg type="sp"/>
                                <dgm:shape xmlns:r="http://schemas.openxmlformats.org/officeDocument/2006/relationships" r:blip="">
                                  <dgm:adjLst/>
                                </dgm:shape>
                                <dgm:presOf/>
                                <dgm:constrLst/>
                                <dgm:ruleLst/>
                              </dgm:layoutNode>
                            </dgm:forEach>
                          </dgm:if>
                          <dgm:else name="Name35"/>
                        </dgm:choose>
                      </dgm:forEach>
                    </dgm:layoutNode>
                  </dgm:layoutNode>
                  <dgm:choose name="Name36">
                    <dgm:if name="Name37" axis="self" ptType="node" func="revPos" op="gte" val="2">
                      <dgm:forEach name="Name38" axis="followSib" ptType="sibTrans" cnt="1">
                        <dgm:layoutNode name="sibSpaceThree">
                          <dgm:alg type="sp"/>
                          <dgm:shape xmlns:r="http://schemas.openxmlformats.org/officeDocument/2006/relationships" r:blip="">
                            <dgm:adjLst/>
                          </dgm:shape>
                          <dgm:presOf/>
                          <dgm:constrLst/>
                          <dgm:ruleLst/>
                        </dgm:layoutNode>
                      </dgm:forEach>
                    </dgm:if>
                    <dgm:else name="Name39"/>
                  </dgm:choose>
                </dgm:forEach>
              </dgm:layoutNode>
            </dgm:layoutNode>
            <dgm:choose name="Name40">
              <dgm:if name="Name41" axis="self" ptType="node" func="revPos" op="gte" val="2">
                <dgm:forEach name="Name42" axis="followSib" ptType="sibTrans" cnt="1">
                  <dgm:layoutNode name="sibSpaceTwo">
                    <dgm:alg type="sp"/>
                    <dgm:shape xmlns:r="http://schemas.openxmlformats.org/officeDocument/2006/relationships" r:blip="">
                      <dgm:adjLst/>
                    </dgm:shape>
                    <dgm:presOf/>
                    <dgm:constrLst/>
                    <dgm:ruleLst/>
                  </dgm:layoutNode>
                </dgm:forEach>
              </dgm:if>
              <dgm:else name="Name43"/>
            </dgm:choose>
          </dgm:forEach>
        </dgm:layoutNode>
      </dgm:layoutNode>
      <dgm:choose name="Name44">
        <dgm:if name="Name45" axis="self" ptType="node" func="revPos" op="gte" val="2">
          <dgm:forEach name="Name46" axis="followSib" ptType="sibTrans" cnt="1">
            <dgm:layoutNode name="sibSpaceOne">
              <dgm:alg type="sp"/>
              <dgm:shape xmlns:r="http://schemas.openxmlformats.org/officeDocument/2006/relationships" r:blip="">
                <dgm:adjLst/>
              </dgm:shape>
              <dgm:presOf/>
              <dgm:constrLst/>
              <dgm:ruleLst/>
            </dgm:layoutNode>
          </dgm:forEach>
        </dgm:if>
        <dgm:else name="Name47"/>
      </dgm:choose>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rawings/drawing1.xml><?xml version="1.0" encoding="utf-8"?>
<c:userShapes xmlns:c="http://schemas.openxmlformats.org/drawingml/2006/chart">
  <cdr:relSizeAnchor xmlns:cdr="http://schemas.openxmlformats.org/drawingml/2006/chartDrawing">
    <cdr:from>
      <cdr:x>0.48316</cdr:x>
      <cdr:y>0.76999</cdr:y>
    </cdr:from>
    <cdr:to>
      <cdr:x>0.72794</cdr:x>
      <cdr:y>0.85953</cdr:y>
    </cdr:to>
    <cdr:sp macro="" textlink="">
      <cdr:nvSpPr>
        <cdr:cNvPr id="2" name="TextBox 43">
          <a:extLst xmlns:a="http://schemas.openxmlformats.org/drawingml/2006/main">
            <a:ext uri="{FF2B5EF4-FFF2-40B4-BE49-F238E27FC236}">
              <a16:creationId xmlns:a16="http://schemas.microsoft.com/office/drawing/2014/main" id="{702C9F29-85ED-CAA1-2A02-AB2D583BCBF4}"/>
            </a:ext>
          </a:extLst>
        </cdr:cNvPr>
        <cdr:cNvSpPr txBox="1"/>
      </cdr:nvSpPr>
      <cdr:spPr>
        <a:xfrm xmlns:a="http://schemas.openxmlformats.org/drawingml/2006/main">
          <a:off x="2039097" y="1985205"/>
          <a:ext cx="1033025" cy="230832"/>
        </a:xfrm>
        <a:prstGeom xmlns:a="http://schemas.openxmlformats.org/drawingml/2006/main" prst="rect">
          <a:avLst/>
        </a:prstGeom>
        <a:noFill xmlns:a="http://schemas.openxmlformats.org/drawingml/2006/main"/>
        <a:ln xmlns:a="http://schemas.openxmlformats.org/drawingml/2006/main">
          <a:solidFill>
            <a:schemeClr val="tx1"/>
          </a:solidFill>
        </a:ln>
      </cdr:spPr>
      <cdr:txBody>
        <a:bodyPr xmlns:a="http://schemas.openxmlformats.org/drawingml/2006/main" wrap="square" rtlCol="0">
          <a:spAutoFit/>
        </a:bodyPr>
        <a:lstStyle xmlns:a="http://schemas.openxmlformats.org/drawingml/2006/main">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xmlns:a="http://schemas.openxmlformats.org/drawingml/2006/main">
          <a:r>
            <a:rPr lang="en-US" sz="900" dirty="0"/>
            <a:t>Acquires </a:t>
          </a:r>
          <a:r>
            <a:rPr lang="en-US" sz="900" b="1" dirty="0"/>
            <a:t>Finmark</a:t>
          </a:r>
        </a:p>
      </cdr:txBody>
    </cdr:sp>
  </cdr:relSizeAnchor>
</c:userShape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F3E1841E-5CB0-4DC1-BF4A-C597D5C923F4}" type="datetimeFigureOut">
              <a:rPr lang="en-US" smtClean="0"/>
              <a:t>5/10/24</a:t>
            </a:fld>
            <a:endParaRPr lang="en-US"/>
          </a:p>
        </p:txBody>
      </p:sp>
      <p:sp>
        <p:nvSpPr>
          <p:cNvPr id="4" name="Slide Image Placeholder 3"/>
          <p:cNvSpPr>
            <a:spLocks noGrp="1" noRot="1" noChangeAspect="1"/>
          </p:cNvSpPr>
          <p:nvPr>
            <p:ph type="sldImg" idx="2"/>
          </p:nvPr>
        </p:nvSpPr>
        <p:spPr>
          <a:xfrm>
            <a:off x="1431925" y="1143000"/>
            <a:ext cx="399415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64DE306B-BB36-4E06-954B-C2B4885C1C46}" type="slidenum">
              <a:rPr lang="en-US" smtClean="0"/>
              <a:t>‹#›</a:t>
            </a:fld>
            <a:endParaRPr lang="en-US"/>
          </a:p>
        </p:txBody>
      </p:sp>
    </p:spTree>
    <p:extLst>
      <p:ext uri="{BB962C8B-B14F-4D97-AF65-F5344CB8AC3E}">
        <p14:creationId xmlns:p14="http://schemas.microsoft.com/office/powerpoint/2010/main" val="185743905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64DE306B-BB36-4E06-954B-C2B4885C1C46}" type="slidenum">
              <a:rPr lang="en-US" smtClean="0"/>
              <a:t>1</a:t>
            </a:fld>
            <a:endParaRPr lang="en-US"/>
          </a:p>
        </p:txBody>
      </p:sp>
    </p:spTree>
    <p:extLst>
      <p:ext uri="{BB962C8B-B14F-4D97-AF65-F5344CB8AC3E}">
        <p14:creationId xmlns:p14="http://schemas.microsoft.com/office/powerpoint/2010/main" val="3287161089"/>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64DE306B-BB36-4E06-954B-C2B4885C1C46}" type="slidenum">
              <a:rPr lang="en-US" smtClean="0"/>
              <a:t>3</a:t>
            </a:fld>
            <a:endParaRPr lang="en-US"/>
          </a:p>
        </p:txBody>
      </p:sp>
    </p:spTree>
    <p:extLst>
      <p:ext uri="{BB962C8B-B14F-4D97-AF65-F5344CB8AC3E}">
        <p14:creationId xmlns:p14="http://schemas.microsoft.com/office/powerpoint/2010/main" val="141411985"/>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27"/>
        <p:cNvGrpSpPr/>
        <p:nvPr/>
      </p:nvGrpSpPr>
      <p:grpSpPr>
        <a:xfrm>
          <a:off x="0" y="0"/>
          <a:ext cx="0" cy="0"/>
          <a:chOff x="0" y="0"/>
          <a:chExt cx="0" cy="0"/>
        </a:xfrm>
      </p:grpSpPr>
      <p:sp>
        <p:nvSpPr>
          <p:cNvPr id="328" name="Google Shape;328;p1: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dirty="0"/>
          </a:p>
        </p:txBody>
      </p:sp>
      <p:sp>
        <p:nvSpPr>
          <p:cNvPr id="329" name="Google Shape;329;p1:notes"/>
          <p:cNvSpPr>
            <a:spLocks noGrp="1" noRot="1" noChangeAspect="1"/>
          </p:cNvSpPr>
          <p:nvPr>
            <p:ph type="sldImg" idx="2"/>
          </p:nvPr>
        </p:nvSpPr>
        <p:spPr>
          <a:xfrm>
            <a:off x="1431925" y="1143000"/>
            <a:ext cx="399415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32"/>
        <p:cNvGrpSpPr/>
        <p:nvPr/>
      </p:nvGrpSpPr>
      <p:grpSpPr>
        <a:xfrm>
          <a:off x="0" y="0"/>
          <a:ext cx="0" cy="0"/>
          <a:chOff x="0" y="0"/>
          <a:chExt cx="0" cy="0"/>
        </a:xfrm>
      </p:grpSpPr>
      <p:sp>
        <p:nvSpPr>
          <p:cNvPr id="333" name="Google Shape;333;p2: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34" name="Google Shape;334;p2:notes"/>
          <p:cNvSpPr>
            <a:spLocks noGrp="1" noRot="1" noChangeAspect="1"/>
          </p:cNvSpPr>
          <p:nvPr>
            <p:ph type="sldImg" idx="2"/>
          </p:nvPr>
        </p:nvSpPr>
        <p:spPr>
          <a:xfrm>
            <a:off x="1431925" y="1143000"/>
            <a:ext cx="399415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44"/>
        <p:cNvGrpSpPr/>
        <p:nvPr/>
      </p:nvGrpSpPr>
      <p:grpSpPr>
        <a:xfrm>
          <a:off x="0" y="0"/>
          <a:ext cx="0" cy="0"/>
          <a:chOff x="0" y="0"/>
          <a:chExt cx="0" cy="0"/>
        </a:xfrm>
      </p:grpSpPr>
      <p:sp>
        <p:nvSpPr>
          <p:cNvPr id="345" name="Google Shape;345;g1f353b082ab_0_15: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r>
              <a:rPr lang="en-US"/>
              <a:t>what each of the competitors does differently</a:t>
            </a:r>
            <a:endParaRPr/>
          </a:p>
        </p:txBody>
      </p:sp>
      <p:sp>
        <p:nvSpPr>
          <p:cNvPr id="346" name="Google Shape;346;g1f353b082ab_0_15:notes"/>
          <p:cNvSpPr>
            <a:spLocks noGrp="1" noRot="1" noChangeAspect="1"/>
          </p:cNvSpPr>
          <p:nvPr>
            <p:ph type="sldImg" idx="2"/>
          </p:nvPr>
        </p:nvSpPr>
        <p:spPr>
          <a:xfrm>
            <a:off x="1431925" y="1143000"/>
            <a:ext cx="399415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65"/>
        <p:cNvGrpSpPr/>
        <p:nvPr/>
      </p:nvGrpSpPr>
      <p:grpSpPr>
        <a:xfrm>
          <a:off x="0" y="0"/>
          <a:ext cx="0" cy="0"/>
          <a:chOff x="0" y="0"/>
          <a:chExt cx="0" cy="0"/>
        </a:xfrm>
      </p:grpSpPr>
      <p:sp>
        <p:nvSpPr>
          <p:cNvPr id="366" name="Google Shape;366;g211821db1b7_0_11: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r>
              <a:rPr lang="en-US"/>
              <a:t>what is on premise solutions; most people do pen and paper; </a:t>
            </a:r>
            <a:endParaRPr/>
          </a:p>
          <a:p>
            <a:pPr marL="0" lvl="0" indent="0" algn="l" rtl="0">
              <a:spcBef>
                <a:spcPts val="0"/>
              </a:spcBef>
              <a:spcAft>
                <a:spcPts val="0"/>
              </a:spcAft>
              <a:buNone/>
            </a:pPr>
            <a:r>
              <a:rPr lang="en-US"/>
              <a:t>nowadays, ppl get bills in the mail, physically. include labor costs</a:t>
            </a:r>
            <a:endParaRPr/>
          </a:p>
          <a:p>
            <a:pPr marL="0" lvl="0" indent="0" algn="l" rtl="0">
              <a:spcBef>
                <a:spcPts val="0"/>
              </a:spcBef>
              <a:spcAft>
                <a:spcPts val="0"/>
              </a:spcAft>
              <a:buNone/>
            </a:pPr>
            <a:r>
              <a:rPr lang="en-US"/>
              <a:t>add citations</a:t>
            </a:r>
            <a:endParaRPr/>
          </a:p>
          <a:p>
            <a:pPr marL="0" lvl="0" indent="0" algn="l" rtl="0">
              <a:spcBef>
                <a:spcPts val="0"/>
              </a:spcBef>
              <a:spcAft>
                <a:spcPts val="0"/>
              </a:spcAft>
              <a:buNone/>
            </a:pPr>
            <a:r>
              <a:rPr lang="en-US"/>
              <a:t>dont be afraid to put qualitative shit down</a:t>
            </a:r>
            <a:endParaRPr/>
          </a:p>
          <a:p>
            <a:pPr marL="0" lvl="0" indent="0" algn="l" rtl="0">
              <a:spcBef>
                <a:spcPts val="0"/>
              </a:spcBef>
              <a:spcAft>
                <a:spcPts val="0"/>
              </a:spcAft>
              <a:buNone/>
            </a:pPr>
            <a:r>
              <a:rPr lang="en-US"/>
              <a:t>the industry is of who can get the open market  </a:t>
            </a:r>
            <a:endParaRPr/>
          </a:p>
        </p:txBody>
      </p:sp>
      <p:sp>
        <p:nvSpPr>
          <p:cNvPr id="367" name="Google Shape;367;g211821db1b7_0_11:notes"/>
          <p:cNvSpPr>
            <a:spLocks noGrp="1" noRot="1" noChangeAspect="1"/>
          </p:cNvSpPr>
          <p:nvPr>
            <p:ph type="sldImg" idx="2"/>
          </p:nvPr>
        </p:nvSpPr>
        <p:spPr>
          <a:xfrm>
            <a:off x="1431925" y="1143000"/>
            <a:ext cx="399415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79"/>
        <p:cNvGrpSpPr/>
        <p:nvPr/>
      </p:nvGrpSpPr>
      <p:grpSpPr>
        <a:xfrm>
          <a:off x="0" y="0"/>
          <a:ext cx="0" cy="0"/>
          <a:chOff x="0" y="0"/>
          <a:chExt cx="0" cy="0"/>
        </a:xfrm>
      </p:grpSpPr>
      <p:sp>
        <p:nvSpPr>
          <p:cNvPr id="380" name="Google Shape;380;g1f353b082ab_0_3: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r>
              <a:rPr lang="en-US"/>
              <a:t>q: how to estimate NA &amp; smb market</a:t>
            </a:r>
            <a:endParaRPr/>
          </a:p>
          <a:p>
            <a:pPr marL="0" lvl="0" indent="0" algn="l" rtl="0">
              <a:spcBef>
                <a:spcPts val="0"/>
              </a:spcBef>
              <a:spcAft>
                <a:spcPts val="0"/>
              </a:spcAft>
              <a:buNone/>
            </a:pPr>
            <a:r>
              <a:rPr lang="en-US"/>
              <a:t>wtf to do w coupa if they dont report by segment</a:t>
            </a:r>
            <a:endParaRPr/>
          </a:p>
        </p:txBody>
      </p:sp>
      <p:sp>
        <p:nvSpPr>
          <p:cNvPr id="381" name="Google Shape;381;g1f353b082ab_0_3:notes"/>
          <p:cNvSpPr>
            <a:spLocks noGrp="1" noRot="1" noChangeAspect="1"/>
          </p:cNvSpPr>
          <p:nvPr>
            <p:ph type="sldImg" idx="2"/>
          </p:nvPr>
        </p:nvSpPr>
        <p:spPr>
          <a:xfrm>
            <a:off x="1431925" y="1143000"/>
            <a:ext cx="399415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64DE306B-BB36-4E06-954B-C2B4885C1C46}" type="slidenum">
              <a:rPr lang="en-US" smtClean="0"/>
              <a:t>14</a:t>
            </a:fld>
            <a:endParaRPr lang="en-US"/>
          </a:p>
        </p:txBody>
      </p:sp>
    </p:spTree>
    <p:extLst>
      <p:ext uri="{BB962C8B-B14F-4D97-AF65-F5344CB8AC3E}">
        <p14:creationId xmlns:p14="http://schemas.microsoft.com/office/powerpoint/2010/main" val="2629978118"/>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Just an overview of current acquisitions. Will quickly explain what each one does and talk about Bill’s current goal of building a unified platform to combine its offerings in one place. </a:t>
            </a:r>
          </a:p>
        </p:txBody>
      </p:sp>
      <p:sp>
        <p:nvSpPr>
          <p:cNvPr id="4" name="Slide Number Placeholder 3"/>
          <p:cNvSpPr>
            <a:spLocks noGrp="1"/>
          </p:cNvSpPr>
          <p:nvPr>
            <p:ph type="sldNum" sz="quarter" idx="5"/>
          </p:nvPr>
        </p:nvSpPr>
        <p:spPr/>
        <p:txBody>
          <a:bodyPr/>
          <a:lstStyle/>
          <a:p>
            <a:fld id="{64DE306B-BB36-4E06-954B-C2B4885C1C46}" type="slidenum">
              <a:rPr lang="en-US" smtClean="0"/>
              <a:t>15</a:t>
            </a:fld>
            <a:endParaRPr lang="en-US"/>
          </a:p>
        </p:txBody>
      </p:sp>
    </p:spTree>
    <p:extLst>
      <p:ext uri="{BB962C8B-B14F-4D97-AF65-F5344CB8AC3E}">
        <p14:creationId xmlns:p14="http://schemas.microsoft.com/office/powerpoint/2010/main" val="678622595"/>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Will explain how Invoice2Go brings the other half to the AP automation that Bill has already built. As evidenced by there being so many Bill standalone customers, Invoice2Go has a lot of space to penetrate and expand its own customer base. This is the core of Bill’s offerings as it revolutionizes SMB’s back office and kills legacy, paper solutions.</a:t>
            </a:r>
          </a:p>
        </p:txBody>
      </p:sp>
      <p:sp>
        <p:nvSpPr>
          <p:cNvPr id="4" name="Slide Number Placeholder 3"/>
          <p:cNvSpPr>
            <a:spLocks noGrp="1"/>
          </p:cNvSpPr>
          <p:nvPr>
            <p:ph type="sldNum" sz="quarter" idx="5"/>
          </p:nvPr>
        </p:nvSpPr>
        <p:spPr/>
        <p:txBody>
          <a:bodyPr/>
          <a:lstStyle/>
          <a:p>
            <a:fld id="{64DE306B-BB36-4E06-954B-C2B4885C1C46}" type="slidenum">
              <a:rPr lang="en-US" smtClean="0"/>
              <a:t>16</a:t>
            </a:fld>
            <a:endParaRPr lang="en-US"/>
          </a:p>
        </p:txBody>
      </p:sp>
    </p:spTree>
    <p:extLst>
      <p:ext uri="{BB962C8B-B14F-4D97-AF65-F5344CB8AC3E}">
        <p14:creationId xmlns:p14="http://schemas.microsoft.com/office/powerpoint/2010/main" val="122513406"/>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Explain Divvy and how it offer corporate credit cards that allow for spend management for SMBs. Will address what NBRR is and how it’s size is indicative that Bill’s customers are willing to not only stick with it but also spend more with it. By offering corporate credit card, Bill now fulfills 2 of the 4 rails of B2B payments(along with its ACH offering), and there is a very easy way for Bill to advertise Divvy’s services to growing SMBs. Seeing that customer payment modality choice is not changing in dampened environments is very useful because it means that customers in the future who will get Divvy’s services won’t just drop them </a:t>
            </a:r>
            <a:r>
              <a:rPr lang="en-US" dirty="0" err="1"/>
              <a:t>bc</a:t>
            </a:r>
            <a:r>
              <a:rPr lang="en-US" dirty="0"/>
              <a:t> inflation pops up or something. </a:t>
            </a:r>
          </a:p>
        </p:txBody>
      </p:sp>
      <p:sp>
        <p:nvSpPr>
          <p:cNvPr id="4" name="Slide Number Placeholder 3"/>
          <p:cNvSpPr>
            <a:spLocks noGrp="1"/>
          </p:cNvSpPr>
          <p:nvPr>
            <p:ph type="sldNum" sz="quarter" idx="5"/>
          </p:nvPr>
        </p:nvSpPr>
        <p:spPr/>
        <p:txBody>
          <a:bodyPr/>
          <a:lstStyle/>
          <a:p>
            <a:fld id="{64DE306B-BB36-4E06-954B-C2B4885C1C46}" type="slidenum">
              <a:rPr lang="en-US" smtClean="0"/>
              <a:t>17</a:t>
            </a:fld>
            <a:endParaRPr lang="en-US"/>
          </a:p>
        </p:txBody>
      </p:sp>
    </p:spTree>
    <p:extLst>
      <p:ext uri="{BB962C8B-B14F-4D97-AF65-F5344CB8AC3E}">
        <p14:creationId xmlns:p14="http://schemas.microsoft.com/office/powerpoint/2010/main" val="2881490765"/>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0" i="0" dirty="0">
                <a:solidFill>
                  <a:srgbClr val="4D5156"/>
                </a:solidFill>
                <a:effectLst/>
                <a:latin typeface="Roboto" panose="020F0502020204030204" pitchFamily="34" charset="0"/>
              </a:rPr>
              <a:t>Expensify is a software company that develops an expense management system for personal and business use. Expensify also offers a business credit card called the Expensify Card.</a:t>
            </a:r>
            <a:endParaRPr lang="en-US" dirty="0"/>
          </a:p>
        </p:txBody>
      </p:sp>
      <p:sp>
        <p:nvSpPr>
          <p:cNvPr id="4" name="Slide Number Placeholder 3"/>
          <p:cNvSpPr>
            <a:spLocks noGrp="1"/>
          </p:cNvSpPr>
          <p:nvPr>
            <p:ph type="sldNum" sz="quarter" idx="5"/>
          </p:nvPr>
        </p:nvSpPr>
        <p:spPr/>
        <p:txBody>
          <a:bodyPr/>
          <a:lstStyle/>
          <a:p>
            <a:fld id="{64DE306B-BB36-4E06-954B-C2B4885C1C46}" type="slidenum">
              <a:rPr lang="en-US" smtClean="0"/>
              <a:t>26</a:t>
            </a:fld>
            <a:endParaRPr lang="en-US"/>
          </a:p>
        </p:txBody>
      </p:sp>
    </p:spTree>
    <p:extLst>
      <p:ext uri="{BB962C8B-B14F-4D97-AF65-F5344CB8AC3E}">
        <p14:creationId xmlns:p14="http://schemas.microsoft.com/office/powerpoint/2010/main" val="598252903"/>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0" i="0" dirty="0">
                <a:solidFill>
                  <a:srgbClr val="4D5156"/>
                </a:solidFill>
                <a:effectLst/>
                <a:latin typeface="Roboto" panose="020F0502020204030204" pitchFamily="34" charset="0"/>
              </a:rPr>
              <a:t>Expensify is a software company that develops an expense management system for personal and business use. Expensify also offers a business credit card called the Expensify Card.</a:t>
            </a:r>
            <a:endParaRPr lang="en-US" dirty="0"/>
          </a:p>
        </p:txBody>
      </p:sp>
      <p:sp>
        <p:nvSpPr>
          <p:cNvPr id="4" name="Slide Number Placeholder 3"/>
          <p:cNvSpPr>
            <a:spLocks noGrp="1"/>
          </p:cNvSpPr>
          <p:nvPr>
            <p:ph type="sldNum" sz="quarter" idx="5"/>
          </p:nvPr>
        </p:nvSpPr>
        <p:spPr/>
        <p:txBody>
          <a:bodyPr/>
          <a:lstStyle/>
          <a:p>
            <a:fld id="{64DE306B-BB36-4E06-954B-C2B4885C1C46}" type="slidenum">
              <a:rPr lang="en-US" smtClean="0"/>
              <a:t>27</a:t>
            </a:fld>
            <a:endParaRPr lang="en-US"/>
          </a:p>
        </p:txBody>
      </p:sp>
    </p:spTree>
    <p:extLst>
      <p:ext uri="{BB962C8B-B14F-4D97-AF65-F5344CB8AC3E}">
        <p14:creationId xmlns:p14="http://schemas.microsoft.com/office/powerpoint/2010/main" val="4222809592"/>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It’s not just fintech companies that use BILL. Other companies involved with other industries also use bill.</a:t>
            </a:r>
          </a:p>
          <a:p>
            <a:r>
              <a:rPr lang="en-US" dirty="0"/>
              <a:t>- Allows bill to scale up as SMBs also scale up due to an easier way to scale payments. Doing this manually would be virtually impossible.</a:t>
            </a:r>
          </a:p>
        </p:txBody>
      </p:sp>
      <p:sp>
        <p:nvSpPr>
          <p:cNvPr id="4" name="Slide Number Placeholder 3"/>
          <p:cNvSpPr>
            <a:spLocks noGrp="1"/>
          </p:cNvSpPr>
          <p:nvPr>
            <p:ph type="sldNum" sz="quarter" idx="5"/>
          </p:nvPr>
        </p:nvSpPr>
        <p:spPr/>
        <p:txBody>
          <a:bodyPr/>
          <a:lstStyle/>
          <a:p>
            <a:fld id="{64DE306B-BB36-4E06-954B-C2B4885C1C46}" type="slidenum">
              <a:rPr lang="en-US" smtClean="0"/>
              <a:t>28</a:t>
            </a:fld>
            <a:endParaRPr lang="en-US"/>
          </a:p>
        </p:txBody>
      </p:sp>
    </p:spTree>
    <p:extLst>
      <p:ext uri="{BB962C8B-B14F-4D97-AF65-F5344CB8AC3E}">
        <p14:creationId xmlns:p14="http://schemas.microsoft.com/office/powerpoint/2010/main" val="843368254"/>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Slide">
    <p:spTree>
      <p:nvGrpSpPr>
        <p:cNvPr id="1" name=""/>
        <p:cNvGrpSpPr/>
        <p:nvPr/>
      </p:nvGrpSpPr>
      <p:grpSpPr>
        <a:xfrm>
          <a:off x="0" y="0"/>
          <a:ext cx="0" cy="0"/>
          <a:chOff x="0" y="0"/>
          <a:chExt cx="0" cy="0"/>
        </a:xfrm>
      </p:grpSpPr>
      <p:sp>
        <p:nvSpPr>
          <p:cNvPr id="2" name="Title 1"/>
          <p:cNvSpPr>
            <a:spLocks noGrp="1"/>
          </p:cNvSpPr>
          <p:nvPr>
            <p:ph type="ctrTitle" hasCustomPrompt="1"/>
          </p:nvPr>
        </p:nvSpPr>
        <p:spPr>
          <a:xfrm>
            <a:off x="458222" y="3863950"/>
            <a:ext cx="9147175" cy="1371600"/>
          </a:xfrm>
        </p:spPr>
        <p:txBody>
          <a:bodyPr lIns="0" tIns="0" rIns="0" bIns="0" anchor="b">
            <a:normAutofit/>
          </a:bodyPr>
          <a:lstStyle>
            <a:lvl1pPr algn="l">
              <a:defRPr sz="4800" cap="small" baseline="0">
                <a:solidFill>
                  <a:srgbClr val="000000"/>
                </a:solidFill>
              </a:defRPr>
            </a:lvl1pPr>
          </a:lstStyle>
          <a:p>
            <a:r>
              <a:rPr lang="en-US" dirty="0"/>
              <a:t>Company Name</a:t>
            </a:r>
          </a:p>
        </p:txBody>
      </p:sp>
      <p:sp>
        <p:nvSpPr>
          <p:cNvPr id="3" name="Subtitle 2"/>
          <p:cNvSpPr>
            <a:spLocks noGrp="1"/>
          </p:cNvSpPr>
          <p:nvPr>
            <p:ph type="subTitle" idx="1" hasCustomPrompt="1"/>
          </p:nvPr>
        </p:nvSpPr>
        <p:spPr>
          <a:xfrm>
            <a:off x="458222" y="5293760"/>
            <a:ext cx="4728721" cy="429505"/>
          </a:xfrm>
        </p:spPr>
        <p:txBody>
          <a:bodyPr lIns="0" tIns="0" rIns="0" bIns="0" anchor="t">
            <a:normAutofit/>
          </a:bodyPr>
          <a:lstStyle>
            <a:lvl1pPr marL="0" indent="0" algn="l">
              <a:buNone/>
              <a:defRPr sz="1800" b="0">
                <a:solidFill>
                  <a:srgbClr val="00396B"/>
                </a:solidFill>
              </a:defRPr>
            </a:lvl1pPr>
            <a:lvl2pPr marL="502920" indent="0" algn="ctr">
              <a:buNone/>
              <a:defRPr sz="2200"/>
            </a:lvl2pPr>
            <a:lvl3pPr marL="1005840" indent="0" algn="ctr">
              <a:buNone/>
              <a:defRPr sz="1980"/>
            </a:lvl3pPr>
            <a:lvl4pPr marL="1508760" indent="0" algn="ctr">
              <a:buNone/>
              <a:defRPr sz="1760"/>
            </a:lvl4pPr>
            <a:lvl5pPr marL="2011680" indent="0" algn="ctr">
              <a:buNone/>
              <a:defRPr sz="1760"/>
            </a:lvl5pPr>
            <a:lvl6pPr marL="2514600" indent="0" algn="ctr">
              <a:buNone/>
              <a:defRPr sz="1760"/>
            </a:lvl6pPr>
            <a:lvl7pPr marL="3017520" indent="0" algn="ctr">
              <a:buNone/>
              <a:defRPr sz="1760"/>
            </a:lvl7pPr>
            <a:lvl8pPr marL="3520440" indent="0" algn="ctr">
              <a:buNone/>
              <a:defRPr sz="1760"/>
            </a:lvl8pPr>
            <a:lvl9pPr marL="4023360" indent="0" algn="ctr">
              <a:buNone/>
              <a:defRPr sz="1760"/>
            </a:lvl9pPr>
          </a:lstStyle>
          <a:p>
            <a:r>
              <a:rPr lang="en-US" dirty="0"/>
              <a:t>Exchange: Ticker</a:t>
            </a:r>
          </a:p>
        </p:txBody>
      </p:sp>
      <p:sp>
        <p:nvSpPr>
          <p:cNvPr id="8" name="Rectangle 7">
            <a:extLst>
              <a:ext uri="{FF2B5EF4-FFF2-40B4-BE49-F238E27FC236}">
                <a16:creationId xmlns:a16="http://schemas.microsoft.com/office/drawing/2014/main" id="{3BA54201-C9A2-1147-83E5-409F83DD3202}"/>
              </a:ext>
            </a:extLst>
          </p:cNvPr>
          <p:cNvSpPr/>
          <p:nvPr userDrawn="1"/>
        </p:nvSpPr>
        <p:spPr>
          <a:xfrm>
            <a:off x="461623" y="6855884"/>
            <a:ext cx="9144000" cy="0"/>
          </a:xfrm>
          <a:prstGeom prst="rect">
            <a:avLst/>
          </a:prstGeom>
          <a:solidFill>
            <a:srgbClr val="710F32"/>
          </a:solidFill>
          <a:ln w="57150">
            <a:solidFill>
              <a:srgbClr val="00396B"/>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l"/>
            <a:endParaRPr lang="en-US" sz="1600" dirty="0"/>
          </a:p>
        </p:txBody>
      </p:sp>
      <p:sp>
        <p:nvSpPr>
          <p:cNvPr id="9" name="Rectangle 8">
            <a:extLst>
              <a:ext uri="{FF2B5EF4-FFF2-40B4-BE49-F238E27FC236}">
                <a16:creationId xmlns:a16="http://schemas.microsoft.com/office/drawing/2014/main" id="{4BBFC286-AF19-3241-A93A-F1F3E1F155FF}"/>
              </a:ext>
            </a:extLst>
          </p:cNvPr>
          <p:cNvSpPr/>
          <p:nvPr userDrawn="1"/>
        </p:nvSpPr>
        <p:spPr>
          <a:xfrm>
            <a:off x="461623" y="915393"/>
            <a:ext cx="9144000" cy="0"/>
          </a:xfrm>
          <a:prstGeom prst="rect">
            <a:avLst/>
          </a:prstGeom>
          <a:solidFill>
            <a:srgbClr val="00396B"/>
          </a:solidFill>
          <a:ln w="57150">
            <a:solidFill>
              <a:srgbClr val="00396B"/>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l"/>
            <a:endParaRPr lang="en-US" sz="1600" dirty="0"/>
          </a:p>
        </p:txBody>
      </p:sp>
      <p:sp>
        <p:nvSpPr>
          <p:cNvPr id="10" name="Rectangle 9">
            <a:extLst>
              <a:ext uri="{FF2B5EF4-FFF2-40B4-BE49-F238E27FC236}">
                <a16:creationId xmlns:a16="http://schemas.microsoft.com/office/drawing/2014/main" id="{0925A7D1-EED6-434F-A52C-BFF21D9490B7}"/>
              </a:ext>
            </a:extLst>
          </p:cNvPr>
          <p:cNvSpPr/>
          <p:nvPr userDrawn="1"/>
        </p:nvSpPr>
        <p:spPr>
          <a:xfrm>
            <a:off x="306772" y="6736703"/>
            <a:ext cx="135052" cy="270588"/>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E1E641FD-2BF9-9D4E-BDA5-4147A90BEC30}"/>
              </a:ext>
            </a:extLst>
          </p:cNvPr>
          <p:cNvSpPr/>
          <p:nvPr userDrawn="1"/>
        </p:nvSpPr>
        <p:spPr>
          <a:xfrm>
            <a:off x="298219" y="780099"/>
            <a:ext cx="140429" cy="905826"/>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2AD45910-F492-2549-8E9A-5588C9DF9FF9}"/>
              </a:ext>
            </a:extLst>
          </p:cNvPr>
          <p:cNvSpPr/>
          <p:nvPr userDrawn="1"/>
        </p:nvSpPr>
        <p:spPr>
          <a:xfrm>
            <a:off x="9614923" y="780099"/>
            <a:ext cx="135052" cy="689926"/>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BD3CD0A9-FEBF-5940-BBCF-6CFB037EBE21}"/>
              </a:ext>
            </a:extLst>
          </p:cNvPr>
          <p:cNvSpPr/>
          <p:nvPr userDrawn="1"/>
        </p:nvSpPr>
        <p:spPr>
          <a:xfrm>
            <a:off x="9614923" y="6736703"/>
            <a:ext cx="135052" cy="270588"/>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Text Placeholder 16">
            <a:extLst>
              <a:ext uri="{FF2B5EF4-FFF2-40B4-BE49-F238E27FC236}">
                <a16:creationId xmlns:a16="http://schemas.microsoft.com/office/drawing/2014/main" id="{BDFF6C3F-3743-4349-95E1-0D7E0A7C3ACE}"/>
              </a:ext>
            </a:extLst>
          </p:cNvPr>
          <p:cNvSpPr>
            <a:spLocks noGrp="1"/>
          </p:cNvSpPr>
          <p:nvPr>
            <p:ph type="body" sz="quarter" idx="14" hasCustomPrompt="1"/>
          </p:nvPr>
        </p:nvSpPr>
        <p:spPr>
          <a:xfrm>
            <a:off x="458447" y="5781475"/>
            <a:ext cx="9143775" cy="1016199"/>
          </a:xfrm>
        </p:spPr>
        <p:txBody>
          <a:bodyPr lIns="0" tIns="0" rIns="0" bIns="0" anchor="b">
            <a:normAutofit/>
          </a:bodyPr>
          <a:lstStyle>
            <a:lvl1pPr marL="0" indent="0">
              <a:buNone/>
              <a:defRPr sz="1800"/>
            </a:lvl1pPr>
          </a:lstStyle>
          <a:p>
            <a:pPr lvl="0"/>
            <a:r>
              <a:rPr lang="en-US" dirty="0"/>
              <a:t>Names, Sector</a:t>
            </a:r>
          </a:p>
        </p:txBody>
      </p:sp>
      <p:sp>
        <p:nvSpPr>
          <p:cNvPr id="19" name="Picture Placeholder 18">
            <a:extLst>
              <a:ext uri="{FF2B5EF4-FFF2-40B4-BE49-F238E27FC236}">
                <a16:creationId xmlns:a16="http://schemas.microsoft.com/office/drawing/2014/main" id="{898849FF-2031-744F-8F84-BAEC2E2B14E0}"/>
              </a:ext>
            </a:extLst>
          </p:cNvPr>
          <p:cNvSpPr>
            <a:spLocks noGrp="1"/>
          </p:cNvSpPr>
          <p:nvPr>
            <p:ph type="pic" sz="quarter" idx="15" hasCustomPrompt="1"/>
          </p:nvPr>
        </p:nvSpPr>
        <p:spPr>
          <a:xfrm>
            <a:off x="3771900" y="1338768"/>
            <a:ext cx="2514600" cy="2514600"/>
          </a:xfrm>
        </p:spPr>
        <p:txBody>
          <a:bodyPr wrap="none" lIns="0" tIns="0" rIns="0" bIns="0" anchor="ctr">
            <a:normAutofit/>
          </a:bodyPr>
          <a:lstStyle>
            <a:lvl1pPr marL="0" indent="0" algn="ctr">
              <a:buNone/>
              <a:defRPr sz="2000">
                <a:solidFill>
                  <a:schemeClr val="tx1"/>
                </a:solidFill>
              </a:defRPr>
            </a:lvl1pPr>
          </a:lstStyle>
          <a:p>
            <a:r>
              <a:rPr lang="en-US" dirty="0"/>
              <a:t>Company Logo</a:t>
            </a:r>
          </a:p>
        </p:txBody>
      </p:sp>
    </p:spTree>
    <p:extLst>
      <p:ext uri="{BB962C8B-B14F-4D97-AF65-F5344CB8AC3E}">
        <p14:creationId xmlns:p14="http://schemas.microsoft.com/office/powerpoint/2010/main" val="325096393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Section Marker">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457200" y="3520440"/>
            <a:ext cx="9144000" cy="731520"/>
          </a:xfrm>
        </p:spPr>
        <p:txBody>
          <a:bodyPr lIns="0" tIns="0" rIns="0" bIns="0" anchor="t">
            <a:noAutofit/>
          </a:bodyPr>
          <a:lstStyle>
            <a:lvl1pPr algn="l">
              <a:defRPr sz="3200"/>
            </a:lvl1pPr>
          </a:lstStyle>
          <a:p>
            <a:r>
              <a:rPr lang="en-US" dirty="0"/>
              <a:t>Section title</a:t>
            </a:r>
          </a:p>
        </p:txBody>
      </p:sp>
      <p:sp>
        <p:nvSpPr>
          <p:cNvPr id="8" name="Rectangle 7">
            <a:extLst>
              <a:ext uri="{FF2B5EF4-FFF2-40B4-BE49-F238E27FC236}">
                <a16:creationId xmlns:a16="http://schemas.microsoft.com/office/drawing/2014/main" id="{60AC43C3-41D9-9C4F-B8B0-DA592026F312}"/>
              </a:ext>
            </a:extLst>
          </p:cNvPr>
          <p:cNvSpPr/>
          <p:nvPr userDrawn="1"/>
        </p:nvSpPr>
        <p:spPr>
          <a:xfrm>
            <a:off x="298219" y="780099"/>
            <a:ext cx="140429" cy="905826"/>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Rectangle 8">
            <a:extLst>
              <a:ext uri="{FF2B5EF4-FFF2-40B4-BE49-F238E27FC236}">
                <a16:creationId xmlns:a16="http://schemas.microsoft.com/office/drawing/2014/main" id="{F0F01F0F-0C02-0349-8EC7-9C1A12E678A6}"/>
              </a:ext>
            </a:extLst>
          </p:cNvPr>
          <p:cNvSpPr/>
          <p:nvPr userDrawn="1"/>
        </p:nvSpPr>
        <p:spPr>
          <a:xfrm>
            <a:off x="9614923" y="780099"/>
            <a:ext cx="135052" cy="689926"/>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C5F8A2F7-AF6E-8B47-BFCE-0F05ED9722E2}"/>
              </a:ext>
            </a:extLst>
          </p:cNvPr>
          <p:cNvSpPr/>
          <p:nvPr userDrawn="1"/>
        </p:nvSpPr>
        <p:spPr>
          <a:xfrm>
            <a:off x="461623" y="7105266"/>
            <a:ext cx="9144000" cy="0"/>
          </a:xfrm>
          <a:prstGeom prst="rect">
            <a:avLst/>
          </a:prstGeom>
          <a:solidFill>
            <a:srgbClr val="710F32"/>
          </a:solidFill>
          <a:ln w="19050">
            <a:solidFill>
              <a:srgbClr val="00396B"/>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l"/>
            <a:endParaRPr lang="en-US" sz="1600" dirty="0"/>
          </a:p>
        </p:txBody>
      </p:sp>
      <p:sp>
        <p:nvSpPr>
          <p:cNvPr id="15" name="Rectangle 14">
            <a:extLst>
              <a:ext uri="{FF2B5EF4-FFF2-40B4-BE49-F238E27FC236}">
                <a16:creationId xmlns:a16="http://schemas.microsoft.com/office/drawing/2014/main" id="{7E704648-A2D3-CF47-A418-6C3DA12F0E1F}"/>
              </a:ext>
            </a:extLst>
          </p:cNvPr>
          <p:cNvSpPr/>
          <p:nvPr userDrawn="1"/>
        </p:nvSpPr>
        <p:spPr>
          <a:xfrm>
            <a:off x="306772" y="6986085"/>
            <a:ext cx="135052" cy="270588"/>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id="{306910E1-718B-9148-82CB-2C98644C11FB}"/>
              </a:ext>
            </a:extLst>
          </p:cNvPr>
          <p:cNvSpPr/>
          <p:nvPr userDrawn="1"/>
        </p:nvSpPr>
        <p:spPr>
          <a:xfrm>
            <a:off x="9614923" y="6986085"/>
            <a:ext cx="135052" cy="270588"/>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97922050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Thesis - 3">
    <p:spTree>
      <p:nvGrpSpPr>
        <p:cNvPr id="1" name=""/>
        <p:cNvGrpSpPr/>
        <p:nvPr/>
      </p:nvGrpSpPr>
      <p:grpSpPr>
        <a:xfrm>
          <a:off x="0" y="0"/>
          <a:ext cx="0" cy="0"/>
          <a:chOff x="0" y="0"/>
          <a:chExt cx="0" cy="0"/>
        </a:xfrm>
      </p:grpSpPr>
      <p:sp>
        <p:nvSpPr>
          <p:cNvPr id="2" name="Title 1"/>
          <p:cNvSpPr>
            <a:spLocks noGrp="1"/>
          </p:cNvSpPr>
          <p:nvPr>
            <p:ph type="title"/>
          </p:nvPr>
        </p:nvSpPr>
        <p:spPr>
          <a:xfrm>
            <a:off x="461623" y="365467"/>
            <a:ext cx="9144000" cy="731520"/>
          </a:xfrm>
        </p:spPr>
        <p:txBody>
          <a:bodyPr lIns="0" tIns="0" rIns="0" bIns="0" anchor="b">
            <a:noAutofit/>
          </a:bodyPr>
          <a:lstStyle>
            <a:lvl1pPr algn="l">
              <a:defRPr sz="2800">
                <a:solidFill>
                  <a:srgbClr val="000000"/>
                </a:solidFill>
              </a:defRPr>
            </a:lvl1pPr>
          </a:lstStyle>
          <a:p>
            <a:r>
              <a:rPr lang="en-US"/>
              <a:t>Click to edit Master title style</a:t>
            </a:r>
            <a:endParaRPr lang="en-US" dirty="0"/>
          </a:p>
        </p:txBody>
      </p:sp>
      <p:sp>
        <p:nvSpPr>
          <p:cNvPr id="3" name="Content Placeholder 2"/>
          <p:cNvSpPr>
            <a:spLocks noGrp="1"/>
          </p:cNvSpPr>
          <p:nvPr>
            <p:ph idx="1"/>
          </p:nvPr>
        </p:nvSpPr>
        <p:spPr>
          <a:xfrm>
            <a:off x="461623" y="1861739"/>
            <a:ext cx="9144000" cy="1297823"/>
          </a:xfrm>
        </p:spPr>
        <p:txBody>
          <a:bodyPr/>
          <a:lstStyle>
            <a:lvl1pPr>
              <a:spcBef>
                <a:spcPts val="500"/>
              </a:spcBef>
              <a:defRPr sz="1600"/>
            </a:lvl1pPr>
            <a:lvl2pPr>
              <a:spcBef>
                <a:spcPts val="500"/>
              </a:spcBef>
              <a:defRPr sz="1600"/>
            </a:lvl2pPr>
            <a:lvl3pPr>
              <a:spcBef>
                <a:spcPts val="500"/>
              </a:spcBef>
              <a:defRPr sz="1600"/>
            </a:lvl3pPr>
          </a:lstStyle>
          <a:p>
            <a:pPr lvl="0"/>
            <a:r>
              <a:rPr lang="en-US"/>
              <a:t>Click to edit Master text styles</a:t>
            </a:r>
          </a:p>
          <a:p>
            <a:pPr lvl="1"/>
            <a:r>
              <a:rPr lang="en-US"/>
              <a:t>Second level</a:t>
            </a:r>
          </a:p>
          <a:p>
            <a:pPr lvl="2"/>
            <a:r>
              <a:rPr lang="en-US"/>
              <a:t>Third level</a:t>
            </a:r>
          </a:p>
        </p:txBody>
      </p:sp>
      <p:sp>
        <p:nvSpPr>
          <p:cNvPr id="7" name="Rectangle 6">
            <a:extLst>
              <a:ext uri="{FF2B5EF4-FFF2-40B4-BE49-F238E27FC236}">
                <a16:creationId xmlns:a16="http://schemas.microsoft.com/office/drawing/2014/main" id="{2646B5E7-46FE-9147-90FD-86B4FD3EF191}"/>
              </a:ext>
            </a:extLst>
          </p:cNvPr>
          <p:cNvSpPr/>
          <p:nvPr userDrawn="1"/>
        </p:nvSpPr>
        <p:spPr>
          <a:xfrm>
            <a:off x="461623" y="1144853"/>
            <a:ext cx="9144000" cy="0"/>
          </a:xfrm>
          <a:prstGeom prst="rect">
            <a:avLst/>
          </a:prstGeom>
          <a:solidFill>
            <a:srgbClr val="00396B"/>
          </a:solidFill>
          <a:ln w="38100">
            <a:solidFill>
              <a:srgbClr val="00396B"/>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l"/>
            <a:endParaRPr lang="en-US" sz="1600" dirty="0"/>
          </a:p>
        </p:txBody>
      </p:sp>
      <p:sp>
        <p:nvSpPr>
          <p:cNvPr id="8" name="Rectangle 7">
            <a:extLst>
              <a:ext uri="{FF2B5EF4-FFF2-40B4-BE49-F238E27FC236}">
                <a16:creationId xmlns:a16="http://schemas.microsoft.com/office/drawing/2014/main" id="{60AC43C3-41D9-9C4F-B8B0-DA592026F312}"/>
              </a:ext>
            </a:extLst>
          </p:cNvPr>
          <p:cNvSpPr/>
          <p:nvPr userDrawn="1"/>
        </p:nvSpPr>
        <p:spPr>
          <a:xfrm>
            <a:off x="298219" y="780099"/>
            <a:ext cx="140429" cy="905826"/>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Rectangle 8">
            <a:extLst>
              <a:ext uri="{FF2B5EF4-FFF2-40B4-BE49-F238E27FC236}">
                <a16:creationId xmlns:a16="http://schemas.microsoft.com/office/drawing/2014/main" id="{F0F01F0F-0C02-0349-8EC7-9C1A12E678A6}"/>
              </a:ext>
            </a:extLst>
          </p:cNvPr>
          <p:cNvSpPr/>
          <p:nvPr userDrawn="1"/>
        </p:nvSpPr>
        <p:spPr>
          <a:xfrm>
            <a:off x="9614923" y="780099"/>
            <a:ext cx="135052" cy="689926"/>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C5F8A2F7-AF6E-8B47-BFCE-0F05ED9722E2}"/>
              </a:ext>
            </a:extLst>
          </p:cNvPr>
          <p:cNvSpPr/>
          <p:nvPr userDrawn="1"/>
        </p:nvSpPr>
        <p:spPr>
          <a:xfrm>
            <a:off x="461623" y="7105266"/>
            <a:ext cx="9144000" cy="0"/>
          </a:xfrm>
          <a:prstGeom prst="rect">
            <a:avLst/>
          </a:prstGeom>
          <a:solidFill>
            <a:srgbClr val="00396B"/>
          </a:solidFill>
          <a:ln w="19050">
            <a:solidFill>
              <a:srgbClr val="00396B"/>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l"/>
            <a:endParaRPr lang="en-US" sz="1600" dirty="0"/>
          </a:p>
        </p:txBody>
      </p:sp>
      <p:sp>
        <p:nvSpPr>
          <p:cNvPr id="15" name="Rectangle 14">
            <a:extLst>
              <a:ext uri="{FF2B5EF4-FFF2-40B4-BE49-F238E27FC236}">
                <a16:creationId xmlns:a16="http://schemas.microsoft.com/office/drawing/2014/main" id="{7E704648-A2D3-CF47-A418-6C3DA12F0E1F}"/>
              </a:ext>
            </a:extLst>
          </p:cNvPr>
          <p:cNvSpPr/>
          <p:nvPr userDrawn="1"/>
        </p:nvSpPr>
        <p:spPr>
          <a:xfrm>
            <a:off x="306772" y="6986085"/>
            <a:ext cx="135052" cy="270588"/>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id="{306910E1-718B-9148-82CB-2C98644C11FB}"/>
              </a:ext>
            </a:extLst>
          </p:cNvPr>
          <p:cNvSpPr/>
          <p:nvPr userDrawn="1"/>
        </p:nvSpPr>
        <p:spPr>
          <a:xfrm>
            <a:off x="9614923" y="6986085"/>
            <a:ext cx="135052" cy="270588"/>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Text Placeholder 17">
            <a:extLst>
              <a:ext uri="{FF2B5EF4-FFF2-40B4-BE49-F238E27FC236}">
                <a16:creationId xmlns:a16="http://schemas.microsoft.com/office/drawing/2014/main" id="{E1362DE0-9DB5-F048-9000-A28AAE015CB4}"/>
              </a:ext>
            </a:extLst>
          </p:cNvPr>
          <p:cNvSpPr>
            <a:spLocks noGrp="1"/>
          </p:cNvSpPr>
          <p:nvPr>
            <p:ph type="body" sz="quarter" idx="10" hasCustomPrompt="1"/>
          </p:nvPr>
        </p:nvSpPr>
        <p:spPr>
          <a:xfrm>
            <a:off x="461623" y="1363874"/>
            <a:ext cx="9144000" cy="406276"/>
          </a:xfrm>
          <a:solidFill>
            <a:schemeClr val="tx1">
              <a:lumMod val="95000"/>
              <a:lumOff val="5000"/>
            </a:schemeClr>
          </a:solidFill>
        </p:spPr>
        <p:txBody>
          <a:bodyPr anchor="ctr">
            <a:normAutofit/>
          </a:bodyPr>
          <a:lstStyle>
            <a:lvl1pPr marL="0" indent="0" algn="ctr">
              <a:buNone/>
              <a:defRPr sz="1600">
                <a:solidFill>
                  <a:schemeClr val="bg1"/>
                </a:solidFill>
              </a:defRPr>
            </a:lvl1pPr>
            <a:lvl2pPr marL="502920" indent="0">
              <a:buNone/>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dirty="0"/>
              <a:t>Thesis 1</a:t>
            </a:r>
          </a:p>
        </p:txBody>
      </p:sp>
      <p:sp>
        <p:nvSpPr>
          <p:cNvPr id="23" name="Content Placeholder 2">
            <a:extLst>
              <a:ext uri="{FF2B5EF4-FFF2-40B4-BE49-F238E27FC236}">
                <a16:creationId xmlns:a16="http://schemas.microsoft.com/office/drawing/2014/main" id="{685FD86E-128A-B04A-9C4C-F93EFD032BF2}"/>
              </a:ext>
            </a:extLst>
          </p:cNvPr>
          <p:cNvSpPr>
            <a:spLocks noGrp="1"/>
          </p:cNvSpPr>
          <p:nvPr>
            <p:ph idx="11"/>
          </p:nvPr>
        </p:nvSpPr>
        <p:spPr>
          <a:xfrm>
            <a:off x="461623" y="3749016"/>
            <a:ext cx="9144000" cy="1297823"/>
          </a:xfrm>
        </p:spPr>
        <p:txBody>
          <a:bodyPr/>
          <a:lstStyle>
            <a:lvl1pPr>
              <a:spcBef>
                <a:spcPts val="500"/>
              </a:spcBef>
              <a:defRPr sz="1600"/>
            </a:lvl1pPr>
            <a:lvl2pPr>
              <a:spcBef>
                <a:spcPts val="500"/>
              </a:spcBef>
              <a:defRPr sz="1600"/>
            </a:lvl2pPr>
            <a:lvl3pPr>
              <a:spcBef>
                <a:spcPts val="500"/>
              </a:spcBef>
              <a:defRPr sz="1600"/>
            </a:lvl3pPr>
          </a:lstStyle>
          <a:p>
            <a:pPr lvl="0"/>
            <a:r>
              <a:rPr lang="en-US" dirty="0"/>
              <a:t>Click to edit Master text styles</a:t>
            </a:r>
          </a:p>
          <a:p>
            <a:pPr lvl="1"/>
            <a:r>
              <a:rPr lang="en-US" dirty="0"/>
              <a:t>Second level</a:t>
            </a:r>
          </a:p>
          <a:p>
            <a:pPr lvl="2"/>
            <a:r>
              <a:rPr lang="en-US" dirty="0"/>
              <a:t>Third level</a:t>
            </a:r>
          </a:p>
        </p:txBody>
      </p:sp>
      <p:sp>
        <p:nvSpPr>
          <p:cNvPr id="24" name="Text Placeholder 17">
            <a:extLst>
              <a:ext uri="{FF2B5EF4-FFF2-40B4-BE49-F238E27FC236}">
                <a16:creationId xmlns:a16="http://schemas.microsoft.com/office/drawing/2014/main" id="{9D707D00-A7AB-AD46-A2D5-07AFF7C26FC2}"/>
              </a:ext>
            </a:extLst>
          </p:cNvPr>
          <p:cNvSpPr>
            <a:spLocks noGrp="1"/>
          </p:cNvSpPr>
          <p:nvPr>
            <p:ph type="body" sz="quarter" idx="12" hasCustomPrompt="1"/>
          </p:nvPr>
        </p:nvSpPr>
        <p:spPr>
          <a:xfrm>
            <a:off x="461623" y="3251151"/>
            <a:ext cx="9144000" cy="406276"/>
          </a:xfrm>
          <a:solidFill>
            <a:srgbClr val="1E1F49"/>
          </a:solidFill>
        </p:spPr>
        <p:txBody>
          <a:bodyPr anchor="ctr">
            <a:normAutofit/>
          </a:bodyPr>
          <a:lstStyle>
            <a:lvl1pPr marL="0" indent="0" algn="ctr">
              <a:buNone/>
              <a:defRPr sz="1600">
                <a:solidFill>
                  <a:schemeClr val="bg1"/>
                </a:solidFill>
              </a:defRPr>
            </a:lvl1pPr>
            <a:lvl2pPr marL="502920" indent="0">
              <a:buNone/>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dirty="0"/>
              <a:t>Thesis 2</a:t>
            </a:r>
          </a:p>
        </p:txBody>
      </p:sp>
      <p:sp>
        <p:nvSpPr>
          <p:cNvPr id="25" name="Content Placeholder 2">
            <a:extLst>
              <a:ext uri="{FF2B5EF4-FFF2-40B4-BE49-F238E27FC236}">
                <a16:creationId xmlns:a16="http://schemas.microsoft.com/office/drawing/2014/main" id="{1689FA55-95BD-7E4D-8C03-5FC97E8C7F4C}"/>
              </a:ext>
            </a:extLst>
          </p:cNvPr>
          <p:cNvSpPr>
            <a:spLocks noGrp="1"/>
          </p:cNvSpPr>
          <p:nvPr>
            <p:ph idx="13"/>
          </p:nvPr>
        </p:nvSpPr>
        <p:spPr>
          <a:xfrm>
            <a:off x="461623" y="5636489"/>
            <a:ext cx="9144000" cy="1297823"/>
          </a:xfrm>
        </p:spPr>
        <p:txBody>
          <a:bodyPr>
            <a:normAutofit/>
          </a:bodyPr>
          <a:lstStyle>
            <a:lvl1pPr>
              <a:spcBef>
                <a:spcPts val="500"/>
              </a:spcBef>
              <a:defRPr sz="1600"/>
            </a:lvl1pPr>
            <a:lvl2pPr>
              <a:spcBef>
                <a:spcPts val="500"/>
              </a:spcBef>
              <a:defRPr sz="1600"/>
            </a:lvl2pPr>
            <a:lvl3pPr>
              <a:spcBef>
                <a:spcPts val="500"/>
              </a:spcBef>
              <a:defRPr sz="1600"/>
            </a:lvl3pPr>
          </a:lstStyle>
          <a:p>
            <a:pPr lvl="0"/>
            <a:r>
              <a:rPr lang="en-US"/>
              <a:t>Click to edit Master text styles</a:t>
            </a:r>
          </a:p>
          <a:p>
            <a:pPr lvl="1"/>
            <a:r>
              <a:rPr lang="en-US"/>
              <a:t>Second level</a:t>
            </a:r>
          </a:p>
          <a:p>
            <a:pPr lvl="2"/>
            <a:r>
              <a:rPr lang="en-US"/>
              <a:t>Third level</a:t>
            </a:r>
          </a:p>
        </p:txBody>
      </p:sp>
      <p:sp>
        <p:nvSpPr>
          <p:cNvPr id="26" name="Text Placeholder 17">
            <a:extLst>
              <a:ext uri="{FF2B5EF4-FFF2-40B4-BE49-F238E27FC236}">
                <a16:creationId xmlns:a16="http://schemas.microsoft.com/office/drawing/2014/main" id="{9E68F4C7-3554-5D4C-913D-50297F0FC39A}"/>
              </a:ext>
            </a:extLst>
          </p:cNvPr>
          <p:cNvSpPr>
            <a:spLocks noGrp="1"/>
          </p:cNvSpPr>
          <p:nvPr>
            <p:ph type="body" sz="quarter" idx="14" hasCustomPrompt="1"/>
          </p:nvPr>
        </p:nvSpPr>
        <p:spPr>
          <a:xfrm>
            <a:off x="461623" y="5138624"/>
            <a:ext cx="9144000" cy="406276"/>
          </a:xfrm>
          <a:solidFill>
            <a:srgbClr val="00396B"/>
          </a:solidFill>
          <a:ln>
            <a:noFill/>
          </a:ln>
        </p:spPr>
        <p:txBody>
          <a:bodyPr anchor="ctr">
            <a:normAutofit/>
          </a:bodyPr>
          <a:lstStyle>
            <a:lvl1pPr marL="0" indent="0" algn="ctr">
              <a:buNone/>
              <a:defRPr sz="1600">
                <a:solidFill>
                  <a:schemeClr val="bg1"/>
                </a:solidFill>
              </a:defRPr>
            </a:lvl1pPr>
            <a:lvl2pPr marL="502920" indent="0">
              <a:buNone/>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dirty="0"/>
              <a:t>Thesis 3</a:t>
            </a:r>
          </a:p>
        </p:txBody>
      </p:sp>
      <p:sp>
        <p:nvSpPr>
          <p:cNvPr id="32" name="Slide Number Placeholder 31">
            <a:extLst>
              <a:ext uri="{FF2B5EF4-FFF2-40B4-BE49-F238E27FC236}">
                <a16:creationId xmlns:a16="http://schemas.microsoft.com/office/drawing/2014/main" id="{92A52980-2613-2347-B25E-DCB831E65E90}"/>
              </a:ext>
            </a:extLst>
          </p:cNvPr>
          <p:cNvSpPr>
            <a:spLocks noGrp="1"/>
          </p:cNvSpPr>
          <p:nvPr>
            <p:ph type="sldNum" sz="quarter" idx="17"/>
          </p:nvPr>
        </p:nvSpPr>
        <p:spPr>
          <a:xfrm>
            <a:off x="9216483" y="7201198"/>
            <a:ext cx="389140" cy="413808"/>
          </a:xfrm>
          <a:prstGeom prst="rect">
            <a:avLst/>
          </a:prstGeom>
        </p:spPr>
        <p:txBody>
          <a:bodyPr lIns="0" tIns="0" rIns="0" bIns="0" anchor="ctr"/>
          <a:lstStyle>
            <a:lvl1pPr algn="ctr">
              <a:defRPr sz="1200">
                <a:latin typeface="Garamond" panose="02020404030301010803" pitchFamily="18" charset="0"/>
              </a:defRPr>
            </a:lvl1pPr>
          </a:lstStyle>
          <a:p>
            <a:fld id="{3FEFCAF1-6404-E34E-8C55-31475CA0CB4C}" type="slidenum">
              <a:rPr lang="en-US" smtClean="0"/>
              <a:pPr/>
              <a:t>‹#›</a:t>
            </a:fld>
            <a:endParaRPr lang="en-US" dirty="0"/>
          </a:p>
        </p:txBody>
      </p:sp>
    </p:spTree>
    <p:extLst>
      <p:ext uri="{BB962C8B-B14F-4D97-AF65-F5344CB8AC3E}">
        <p14:creationId xmlns:p14="http://schemas.microsoft.com/office/powerpoint/2010/main" val="421375846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Thesis - 4">
    <p:spTree>
      <p:nvGrpSpPr>
        <p:cNvPr id="1" name=""/>
        <p:cNvGrpSpPr/>
        <p:nvPr/>
      </p:nvGrpSpPr>
      <p:grpSpPr>
        <a:xfrm>
          <a:off x="0" y="0"/>
          <a:ext cx="0" cy="0"/>
          <a:chOff x="0" y="0"/>
          <a:chExt cx="0" cy="0"/>
        </a:xfrm>
      </p:grpSpPr>
      <p:sp>
        <p:nvSpPr>
          <p:cNvPr id="2" name="Title 1"/>
          <p:cNvSpPr>
            <a:spLocks noGrp="1"/>
          </p:cNvSpPr>
          <p:nvPr>
            <p:ph type="title"/>
          </p:nvPr>
        </p:nvSpPr>
        <p:spPr>
          <a:xfrm>
            <a:off x="461623" y="365467"/>
            <a:ext cx="9144000" cy="731520"/>
          </a:xfrm>
        </p:spPr>
        <p:txBody>
          <a:bodyPr lIns="0" tIns="0" rIns="0" bIns="0" anchor="b">
            <a:noAutofit/>
          </a:bodyPr>
          <a:lstStyle>
            <a:lvl1pPr algn="l">
              <a:defRPr sz="2800">
                <a:solidFill>
                  <a:srgbClr val="000000"/>
                </a:solidFill>
              </a:defRPr>
            </a:lvl1pPr>
          </a:lstStyle>
          <a:p>
            <a:r>
              <a:rPr lang="en-US"/>
              <a:t>Click to edit Master title style</a:t>
            </a:r>
            <a:endParaRPr lang="en-US" dirty="0"/>
          </a:p>
        </p:txBody>
      </p:sp>
      <p:sp>
        <p:nvSpPr>
          <p:cNvPr id="3" name="Content Placeholder 2"/>
          <p:cNvSpPr>
            <a:spLocks noGrp="1"/>
          </p:cNvSpPr>
          <p:nvPr>
            <p:ph idx="1"/>
          </p:nvPr>
        </p:nvSpPr>
        <p:spPr>
          <a:xfrm>
            <a:off x="461623" y="1861739"/>
            <a:ext cx="9144000" cy="817903"/>
          </a:xfrm>
        </p:spPr>
        <p:txBody>
          <a:bodyPr/>
          <a:lstStyle>
            <a:lvl1pPr>
              <a:spcBef>
                <a:spcPts val="500"/>
              </a:spcBef>
              <a:defRPr sz="1600"/>
            </a:lvl1pPr>
            <a:lvl2pPr>
              <a:spcBef>
                <a:spcPts val="500"/>
              </a:spcBef>
              <a:defRPr sz="1600"/>
            </a:lvl2pPr>
            <a:lvl3pPr>
              <a:defRPr sz="1600"/>
            </a:lvl3pPr>
          </a:lstStyle>
          <a:p>
            <a:pPr lvl="0"/>
            <a:r>
              <a:rPr lang="en-US"/>
              <a:t>Click to edit Master text styles</a:t>
            </a:r>
          </a:p>
          <a:p>
            <a:pPr lvl="1"/>
            <a:r>
              <a:rPr lang="en-US"/>
              <a:t>Second level</a:t>
            </a:r>
          </a:p>
        </p:txBody>
      </p:sp>
      <p:sp>
        <p:nvSpPr>
          <p:cNvPr id="7" name="Rectangle 6">
            <a:extLst>
              <a:ext uri="{FF2B5EF4-FFF2-40B4-BE49-F238E27FC236}">
                <a16:creationId xmlns:a16="http://schemas.microsoft.com/office/drawing/2014/main" id="{2646B5E7-46FE-9147-90FD-86B4FD3EF191}"/>
              </a:ext>
            </a:extLst>
          </p:cNvPr>
          <p:cNvSpPr/>
          <p:nvPr userDrawn="1"/>
        </p:nvSpPr>
        <p:spPr>
          <a:xfrm>
            <a:off x="461623" y="1144853"/>
            <a:ext cx="9144000" cy="0"/>
          </a:xfrm>
          <a:prstGeom prst="rect">
            <a:avLst/>
          </a:prstGeom>
          <a:solidFill>
            <a:srgbClr val="00396B"/>
          </a:solidFill>
          <a:ln w="38100">
            <a:solidFill>
              <a:srgbClr val="00396B"/>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l"/>
            <a:endParaRPr lang="en-US" sz="1600" dirty="0"/>
          </a:p>
        </p:txBody>
      </p:sp>
      <p:sp>
        <p:nvSpPr>
          <p:cNvPr id="8" name="Rectangle 7">
            <a:extLst>
              <a:ext uri="{FF2B5EF4-FFF2-40B4-BE49-F238E27FC236}">
                <a16:creationId xmlns:a16="http://schemas.microsoft.com/office/drawing/2014/main" id="{60AC43C3-41D9-9C4F-B8B0-DA592026F312}"/>
              </a:ext>
            </a:extLst>
          </p:cNvPr>
          <p:cNvSpPr/>
          <p:nvPr userDrawn="1"/>
        </p:nvSpPr>
        <p:spPr>
          <a:xfrm>
            <a:off x="298219" y="780099"/>
            <a:ext cx="140429" cy="905826"/>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Rectangle 8">
            <a:extLst>
              <a:ext uri="{FF2B5EF4-FFF2-40B4-BE49-F238E27FC236}">
                <a16:creationId xmlns:a16="http://schemas.microsoft.com/office/drawing/2014/main" id="{F0F01F0F-0C02-0349-8EC7-9C1A12E678A6}"/>
              </a:ext>
            </a:extLst>
          </p:cNvPr>
          <p:cNvSpPr/>
          <p:nvPr userDrawn="1"/>
        </p:nvSpPr>
        <p:spPr>
          <a:xfrm>
            <a:off x="9614923" y="780099"/>
            <a:ext cx="135052" cy="689926"/>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C5F8A2F7-AF6E-8B47-BFCE-0F05ED9722E2}"/>
              </a:ext>
            </a:extLst>
          </p:cNvPr>
          <p:cNvSpPr/>
          <p:nvPr userDrawn="1"/>
        </p:nvSpPr>
        <p:spPr>
          <a:xfrm>
            <a:off x="461623" y="7105266"/>
            <a:ext cx="9144000" cy="0"/>
          </a:xfrm>
          <a:prstGeom prst="rect">
            <a:avLst/>
          </a:prstGeom>
          <a:solidFill>
            <a:srgbClr val="00396B"/>
          </a:solidFill>
          <a:ln w="19050">
            <a:solidFill>
              <a:srgbClr val="00396B"/>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l"/>
            <a:endParaRPr lang="en-US" sz="1600" dirty="0"/>
          </a:p>
        </p:txBody>
      </p:sp>
      <p:sp>
        <p:nvSpPr>
          <p:cNvPr id="15" name="Rectangle 14">
            <a:extLst>
              <a:ext uri="{FF2B5EF4-FFF2-40B4-BE49-F238E27FC236}">
                <a16:creationId xmlns:a16="http://schemas.microsoft.com/office/drawing/2014/main" id="{7E704648-A2D3-CF47-A418-6C3DA12F0E1F}"/>
              </a:ext>
            </a:extLst>
          </p:cNvPr>
          <p:cNvSpPr/>
          <p:nvPr userDrawn="1"/>
        </p:nvSpPr>
        <p:spPr>
          <a:xfrm>
            <a:off x="306772" y="6986085"/>
            <a:ext cx="135052" cy="270588"/>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id="{306910E1-718B-9148-82CB-2C98644C11FB}"/>
              </a:ext>
            </a:extLst>
          </p:cNvPr>
          <p:cNvSpPr/>
          <p:nvPr userDrawn="1"/>
        </p:nvSpPr>
        <p:spPr>
          <a:xfrm>
            <a:off x="9614923" y="6986085"/>
            <a:ext cx="135052" cy="270588"/>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Text Placeholder 17">
            <a:extLst>
              <a:ext uri="{FF2B5EF4-FFF2-40B4-BE49-F238E27FC236}">
                <a16:creationId xmlns:a16="http://schemas.microsoft.com/office/drawing/2014/main" id="{E1362DE0-9DB5-F048-9000-A28AAE015CB4}"/>
              </a:ext>
            </a:extLst>
          </p:cNvPr>
          <p:cNvSpPr>
            <a:spLocks noGrp="1"/>
          </p:cNvSpPr>
          <p:nvPr>
            <p:ph type="body" sz="quarter" idx="10" hasCustomPrompt="1"/>
          </p:nvPr>
        </p:nvSpPr>
        <p:spPr>
          <a:xfrm>
            <a:off x="461623" y="1363874"/>
            <a:ext cx="9144000" cy="406276"/>
          </a:xfrm>
          <a:solidFill>
            <a:schemeClr val="tx1"/>
          </a:solidFill>
          <a:ln>
            <a:noFill/>
          </a:ln>
        </p:spPr>
        <p:txBody>
          <a:bodyPr anchor="ctr">
            <a:normAutofit/>
          </a:bodyPr>
          <a:lstStyle>
            <a:lvl1pPr marL="0" indent="0" algn="ctr">
              <a:buNone/>
              <a:defRPr sz="1600">
                <a:solidFill>
                  <a:schemeClr val="bg1"/>
                </a:solidFill>
              </a:defRPr>
            </a:lvl1pPr>
            <a:lvl2pPr marL="502920" indent="0">
              <a:buNone/>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dirty="0"/>
              <a:t>Thesis 1</a:t>
            </a:r>
          </a:p>
        </p:txBody>
      </p:sp>
      <p:sp>
        <p:nvSpPr>
          <p:cNvPr id="32" name="Slide Number Placeholder 31">
            <a:extLst>
              <a:ext uri="{FF2B5EF4-FFF2-40B4-BE49-F238E27FC236}">
                <a16:creationId xmlns:a16="http://schemas.microsoft.com/office/drawing/2014/main" id="{92A52980-2613-2347-B25E-DCB831E65E90}"/>
              </a:ext>
            </a:extLst>
          </p:cNvPr>
          <p:cNvSpPr>
            <a:spLocks noGrp="1"/>
          </p:cNvSpPr>
          <p:nvPr>
            <p:ph type="sldNum" sz="quarter" idx="17"/>
          </p:nvPr>
        </p:nvSpPr>
        <p:spPr>
          <a:xfrm>
            <a:off x="9216483" y="7201198"/>
            <a:ext cx="389140" cy="413808"/>
          </a:xfrm>
          <a:prstGeom prst="rect">
            <a:avLst/>
          </a:prstGeom>
        </p:spPr>
        <p:txBody>
          <a:bodyPr lIns="0" tIns="0" rIns="0" bIns="0" anchor="ctr"/>
          <a:lstStyle>
            <a:lvl1pPr>
              <a:defRPr sz="1200">
                <a:latin typeface="Garamond" panose="02020404030301010803" pitchFamily="18" charset="0"/>
              </a:defRPr>
            </a:lvl1pPr>
          </a:lstStyle>
          <a:p>
            <a:fld id="{3FEFCAF1-6404-E34E-8C55-31475CA0CB4C}" type="slidenum">
              <a:rPr lang="en-US" smtClean="0"/>
              <a:pPr/>
              <a:t>‹#›</a:t>
            </a:fld>
            <a:endParaRPr lang="en-US" dirty="0"/>
          </a:p>
        </p:txBody>
      </p:sp>
      <p:sp>
        <p:nvSpPr>
          <p:cNvPr id="17" name="Content Placeholder 2">
            <a:extLst>
              <a:ext uri="{FF2B5EF4-FFF2-40B4-BE49-F238E27FC236}">
                <a16:creationId xmlns:a16="http://schemas.microsoft.com/office/drawing/2014/main" id="{7F888BDF-270C-3744-9477-0027C95CB9C3}"/>
              </a:ext>
            </a:extLst>
          </p:cNvPr>
          <p:cNvSpPr>
            <a:spLocks noGrp="1"/>
          </p:cNvSpPr>
          <p:nvPr>
            <p:ph idx="18"/>
          </p:nvPr>
        </p:nvSpPr>
        <p:spPr>
          <a:xfrm>
            <a:off x="461623" y="3276096"/>
            <a:ext cx="9144000" cy="817903"/>
          </a:xfrm>
        </p:spPr>
        <p:txBody>
          <a:bodyPr/>
          <a:lstStyle>
            <a:lvl1pPr>
              <a:spcBef>
                <a:spcPts val="500"/>
              </a:spcBef>
              <a:defRPr sz="1600"/>
            </a:lvl1pPr>
            <a:lvl2pPr>
              <a:spcBef>
                <a:spcPts val="500"/>
              </a:spcBef>
              <a:defRPr sz="1600"/>
            </a:lvl2pPr>
            <a:lvl3pPr>
              <a:defRPr sz="1600"/>
            </a:lvl3pPr>
          </a:lstStyle>
          <a:p>
            <a:pPr lvl="0"/>
            <a:r>
              <a:rPr lang="en-US"/>
              <a:t>Click to edit Master text styles</a:t>
            </a:r>
          </a:p>
          <a:p>
            <a:pPr lvl="1"/>
            <a:r>
              <a:rPr lang="en-US"/>
              <a:t>Second level</a:t>
            </a:r>
          </a:p>
        </p:txBody>
      </p:sp>
      <p:sp>
        <p:nvSpPr>
          <p:cNvPr id="19" name="Text Placeholder 17">
            <a:extLst>
              <a:ext uri="{FF2B5EF4-FFF2-40B4-BE49-F238E27FC236}">
                <a16:creationId xmlns:a16="http://schemas.microsoft.com/office/drawing/2014/main" id="{72CAFC95-4FAB-7047-8376-B14AA3EFF853}"/>
              </a:ext>
            </a:extLst>
          </p:cNvPr>
          <p:cNvSpPr>
            <a:spLocks noGrp="1"/>
          </p:cNvSpPr>
          <p:nvPr>
            <p:ph type="body" sz="quarter" idx="19" hasCustomPrompt="1"/>
          </p:nvPr>
        </p:nvSpPr>
        <p:spPr>
          <a:xfrm>
            <a:off x="461623" y="2778231"/>
            <a:ext cx="9144000" cy="406276"/>
          </a:xfrm>
          <a:solidFill>
            <a:srgbClr val="1E1F49"/>
          </a:solidFill>
          <a:ln>
            <a:noFill/>
          </a:ln>
        </p:spPr>
        <p:txBody>
          <a:bodyPr anchor="ctr">
            <a:normAutofit/>
          </a:bodyPr>
          <a:lstStyle>
            <a:lvl1pPr marL="0" indent="0" algn="ctr">
              <a:buNone/>
              <a:defRPr sz="1600">
                <a:solidFill>
                  <a:schemeClr val="bg1"/>
                </a:solidFill>
              </a:defRPr>
            </a:lvl1pPr>
            <a:lvl2pPr marL="502920" indent="0">
              <a:buNone/>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dirty="0"/>
              <a:t>Thesis 2</a:t>
            </a:r>
          </a:p>
        </p:txBody>
      </p:sp>
      <p:sp>
        <p:nvSpPr>
          <p:cNvPr id="20" name="Content Placeholder 2">
            <a:extLst>
              <a:ext uri="{FF2B5EF4-FFF2-40B4-BE49-F238E27FC236}">
                <a16:creationId xmlns:a16="http://schemas.microsoft.com/office/drawing/2014/main" id="{620B3B2A-097F-E940-B8EA-42E044EF705F}"/>
              </a:ext>
            </a:extLst>
          </p:cNvPr>
          <p:cNvSpPr>
            <a:spLocks noGrp="1"/>
          </p:cNvSpPr>
          <p:nvPr>
            <p:ph idx="20"/>
          </p:nvPr>
        </p:nvSpPr>
        <p:spPr>
          <a:xfrm>
            <a:off x="461623" y="4683453"/>
            <a:ext cx="9144000" cy="817903"/>
          </a:xfrm>
        </p:spPr>
        <p:txBody>
          <a:bodyPr/>
          <a:lstStyle>
            <a:lvl1pPr>
              <a:spcBef>
                <a:spcPts val="500"/>
              </a:spcBef>
              <a:defRPr sz="1600"/>
            </a:lvl1pPr>
            <a:lvl2pPr>
              <a:spcBef>
                <a:spcPts val="500"/>
              </a:spcBef>
              <a:defRPr sz="1600"/>
            </a:lvl2pPr>
            <a:lvl3pPr>
              <a:defRPr sz="1600"/>
            </a:lvl3pPr>
          </a:lstStyle>
          <a:p>
            <a:pPr lvl="0"/>
            <a:r>
              <a:rPr lang="en-US"/>
              <a:t>Click to edit Master text styles</a:t>
            </a:r>
          </a:p>
          <a:p>
            <a:pPr lvl="1"/>
            <a:r>
              <a:rPr lang="en-US"/>
              <a:t>Second level</a:t>
            </a:r>
          </a:p>
        </p:txBody>
      </p:sp>
      <p:sp>
        <p:nvSpPr>
          <p:cNvPr id="21" name="Text Placeholder 17">
            <a:extLst>
              <a:ext uri="{FF2B5EF4-FFF2-40B4-BE49-F238E27FC236}">
                <a16:creationId xmlns:a16="http://schemas.microsoft.com/office/drawing/2014/main" id="{BF77D6F2-3E1E-224A-95E0-6210AE7E8DF1}"/>
              </a:ext>
            </a:extLst>
          </p:cNvPr>
          <p:cNvSpPr>
            <a:spLocks noGrp="1"/>
          </p:cNvSpPr>
          <p:nvPr>
            <p:ph type="body" sz="quarter" idx="21" hasCustomPrompt="1"/>
          </p:nvPr>
        </p:nvSpPr>
        <p:spPr>
          <a:xfrm>
            <a:off x="461623" y="4185588"/>
            <a:ext cx="9144000" cy="406276"/>
          </a:xfrm>
          <a:solidFill>
            <a:srgbClr val="00396B"/>
          </a:solidFill>
          <a:ln>
            <a:noFill/>
          </a:ln>
        </p:spPr>
        <p:txBody>
          <a:bodyPr anchor="ctr">
            <a:normAutofit/>
          </a:bodyPr>
          <a:lstStyle>
            <a:lvl1pPr marL="0" indent="0" algn="ctr">
              <a:buNone/>
              <a:defRPr sz="1600">
                <a:solidFill>
                  <a:schemeClr val="bg1"/>
                </a:solidFill>
              </a:defRPr>
            </a:lvl1pPr>
            <a:lvl2pPr marL="502920" indent="0">
              <a:buNone/>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dirty="0"/>
              <a:t>Thesis 3</a:t>
            </a:r>
          </a:p>
        </p:txBody>
      </p:sp>
      <p:sp>
        <p:nvSpPr>
          <p:cNvPr id="22" name="Content Placeholder 2">
            <a:extLst>
              <a:ext uri="{FF2B5EF4-FFF2-40B4-BE49-F238E27FC236}">
                <a16:creationId xmlns:a16="http://schemas.microsoft.com/office/drawing/2014/main" id="{26D08498-2A1F-2E43-92C4-090023909B1F}"/>
              </a:ext>
            </a:extLst>
          </p:cNvPr>
          <p:cNvSpPr>
            <a:spLocks noGrp="1"/>
          </p:cNvSpPr>
          <p:nvPr>
            <p:ph idx="22"/>
          </p:nvPr>
        </p:nvSpPr>
        <p:spPr>
          <a:xfrm>
            <a:off x="461623" y="6097095"/>
            <a:ext cx="9144000" cy="817903"/>
          </a:xfrm>
        </p:spPr>
        <p:txBody>
          <a:bodyPr/>
          <a:lstStyle>
            <a:lvl1pPr>
              <a:spcBef>
                <a:spcPts val="500"/>
              </a:spcBef>
              <a:defRPr sz="1600"/>
            </a:lvl1pPr>
            <a:lvl2pPr>
              <a:spcBef>
                <a:spcPts val="500"/>
              </a:spcBef>
              <a:defRPr sz="1600"/>
            </a:lvl2pPr>
            <a:lvl3pPr>
              <a:defRPr sz="1600"/>
            </a:lvl3pPr>
          </a:lstStyle>
          <a:p>
            <a:pPr lvl="0"/>
            <a:r>
              <a:rPr lang="en-US" dirty="0"/>
              <a:t>Click to edit Master text styles</a:t>
            </a:r>
          </a:p>
          <a:p>
            <a:pPr lvl="1"/>
            <a:r>
              <a:rPr lang="en-US" dirty="0"/>
              <a:t>Second level</a:t>
            </a:r>
          </a:p>
        </p:txBody>
      </p:sp>
      <p:sp>
        <p:nvSpPr>
          <p:cNvPr id="27" name="Text Placeholder 17">
            <a:extLst>
              <a:ext uri="{FF2B5EF4-FFF2-40B4-BE49-F238E27FC236}">
                <a16:creationId xmlns:a16="http://schemas.microsoft.com/office/drawing/2014/main" id="{BB86CB22-3FD0-4E42-9129-5FFEC60AEF40}"/>
              </a:ext>
            </a:extLst>
          </p:cNvPr>
          <p:cNvSpPr>
            <a:spLocks noGrp="1"/>
          </p:cNvSpPr>
          <p:nvPr>
            <p:ph type="body" sz="quarter" idx="23" hasCustomPrompt="1"/>
          </p:nvPr>
        </p:nvSpPr>
        <p:spPr>
          <a:xfrm>
            <a:off x="461623" y="5599230"/>
            <a:ext cx="9144000" cy="406276"/>
          </a:xfrm>
          <a:solidFill>
            <a:srgbClr val="005EB4"/>
          </a:solidFill>
          <a:ln>
            <a:noFill/>
          </a:ln>
        </p:spPr>
        <p:txBody>
          <a:bodyPr anchor="ctr">
            <a:normAutofit/>
          </a:bodyPr>
          <a:lstStyle>
            <a:lvl1pPr marL="0" indent="0" algn="ctr">
              <a:buNone/>
              <a:defRPr sz="1600">
                <a:solidFill>
                  <a:schemeClr val="bg1"/>
                </a:solidFill>
              </a:defRPr>
            </a:lvl1pPr>
            <a:lvl2pPr marL="502920" indent="0">
              <a:buNone/>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dirty="0"/>
              <a:t>Thesis 4</a:t>
            </a:r>
          </a:p>
        </p:txBody>
      </p:sp>
    </p:spTree>
    <p:extLst>
      <p:ext uri="{BB962C8B-B14F-4D97-AF65-F5344CB8AC3E}">
        <p14:creationId xmlns:p14="http://schemas.microsoft.com/office/powerpoint/2010/main" val="371501005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Top Accent">
    <p:spTree>
      <p:nvGrpSpPr>
        <p:cNvPr id="1" name=""/>
        <p:cNvGrpSpPr/>
        <p:nvPr/>
      </p:nvGrpSpPr>
      <p:grpSpPr>
        <a:xfrm>
          <a:off x="0" y="0"/>
          <a:ext cx="0" cy="0"/>
          <a:chOff x="0" y="0"/>
          <a:chExt cx="0" cy="0"/>
        </a:xfrm>
      </p:grpSpPr>
      <p:sp>
        <p:nvSpPr>
          <p:cNvPr id="2" name="Title 1"/>
          <p:cNvSpPr>
            <a:spLocks noGrp="1"/>
          </p:cNvSpPr>
          <p:nvPr>
            <p:ph type="title"/>
          </p:nvPr>
        </p:nvSpPr>
        <p:spPr>
          <a:xfrm>
            <a:off x="461623" y="365467"/>
            <a:ext cx="9144000" cy="731520"/>
          </a:xfrm>
        </p:spPr>
        <p:txBody>
          <a:bodyPr lIns="0" tIns="0" rIns="0" bIns="0" anchor="b">
            <a:noAutofit/>
          </a:bodyPr>
          <a:lstStyle>
            <a:lvl1pPr algn="l">
              <a:defRPr sz="2800">
                <a:solidFill>
                  <a:srgbClr val="000000"/>
                </a:solidFill>
              </a:defRPr>
            </a:lvl1pPr>
          </a:lstStyle>
          <a:p>
            <a:r>
              <a:rPr lang="en-US"/>
              <a:t>Click to edit Master title style</a:t>
            </a:r>
            <a:endParaRPr lang="en-US" dirty="0"/>
          </a:p>
        </p:txBody>
      </p:sp>
      <p:sp>
        <p:nvSpPr>
          <p:cNvPr id="3" name="Content Placeholder 2"/>
          <p:cNvSpPr>
            <a:spLocks noGrp="1"/>
          </p:cNvSpPr>
          <p:nvPr>
            <p:ph idx="1"/>
          </p:nvPr>
        </p:nvSpPr>
        <p:spPr>
          <a:xfrm>
            <a:off x="461623" y="2381929"/>
            <a:ext cx="9144000" cy="3876984"/>
          </a:xfrm>
        </p:spPr>
        <p:txBody>
          <a:bodyPr/>
          <a:lstStyle>
            <a:lvl1pPr>
              <a:spcBef>
                <a:spcPts val="500"/>
              </a:spcBef>
              <a:defRPr sz="1600"/>
            </a:lvl1pPr>
            <a:lvl2pPr>
              <a:spcBef>
                <a:spcPts val="500"/>
              </a:spcBef>
              <a:defRPr sz="1600"/>
            </a:lvl2pPr>
            <a:lvl3pPr>
              <a:spcBef>
                <a:spcPts val="500"/>
              </a:spcBef>
              <a:defRPr sz="1600"/>
            </a:lvl3pPr>
          </a:lstStyle>
          <a:p>
            <a:pPr lvl="0"/>
            <a:r>
              <a:rPr lang="en-US" dirty="0"/>
              <a:t>Click to edit Master text styles</a:t>
            </a:r>
          </a:p>
          <a:p>
            <a:pPr lvl="1"/>
            <a:r>
              <a:rPr lang="en-US" dirty="0"/>
              <a:t>Second level</a:t>
            </a:r>
          </a:p>
          <a:p>
            <a:pPr lvl="2"/>
            <a:r>
              <a:rPr lang="en-US" dirty="0"/>
              <a:t>Third level</a:t>
            </a:r>
          </a:p>
        </p:txBody>
      </p:sp>
      <p:sp>
        <p:nvSpPr>
          <p:cNvPr id="7" name="Rectangle 6">
            <a:extLst>
              <a:ext uri="{FF2B5EF4-FFF2-40B4-BE49-F238E27FC236}">
                <a16:creationId xmlns:a16="http://schemas.microsoft.com/office/drawing/2014/main" id="{2646B5E7-46FE-9147-90FD-86B4FD3EF191}"/>
              </a:ext>
            </a:extLst>
          </p:cNvPr>
          <p:cNvSpPr/>
          <p:nvPr userDrawn="1"/>
        </p:nvSpPr>
        <p:spPr>
          <a:xfrm>
            <a:off x="461623" y="1144853"/>
            <a:ext cx="9144000" cy="0"/>
          </a:xfrm>
          <a:prstGeom prst="rect">
            <a:avLst/>
          </a:prstGeom>
          <a:solidFill>
            <a:srgbClr val="00396B"/>
          </a:solidFill>
          <a:ln w="38100">
            <a:solidFill>
              <a:srgbClr val="00396B"/>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l"/>
            <a:endParaRPr lang="en-US" sz="1600" dirty="0"/>
          </a:p>
        </p:txBody>
      </p:sp>
      <p:sp>
        <p:nvSpPr>
          <p:cNvPr id="8" name="Rectangle 7">
            <a:extLst>
              <a:ext uri="{FF2B5EF4-FFF2-40B4-BE49-F238E27FC236}">
                <a16:creationId xmlns:a16="http://schemas.microsoft.com/office/drawing/2014/main" id="{60AC43C3-41D9-9C4F-B8B0-DA592026F312}"/>
              </a:ext>
            </a:extLst>
          </p:cNvPr>
          <p:cNvSpPr/>
          <p:nvPr userDrawn="1"/>
        </p:nvSpPr>
        <p:spPr>
          <a:xfrm>
            <a:off x="298219" y="780099"/>
            <a:ext cx="140429" cy="905826"/>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Rectangle 8">
            <a:extLst>
              <a:ext uri="{FF2B5EF4-FFF2-40B4-BE49-F238E27FC236}">
                <a16:creationId xmlns:a16="http://schemas.microsoft.com/office/drawing/2014/main" id="{F0F01F0F-0C02-0349-8EC7-9C1A12E678A6}"/>
              </a:ext>
            </a:extLst>
          </p:cNvPr>
          <p:cNvSpPr/>
          <p:nvPr userDrawn="1"/>
        </p:nvSpPr>
        <p:spPr>
          <a:xfrm>
            <a:off x="9614923" y="780099"/>
            <a:ext cx="135052" cy="689926"/>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C5F8A2F7-AF6E-8B47-BFCE-0F05ED9722E2}"/>
              </a:ext>
            </a:extLst>
          </p:cNvPr>
          <p:cNvSpPr/>
          <p:nvPr userDrawn="1"/>
        </p:nvSpPr>
        <p:spPr>
          <a:xfrm>
            <a:off x="461623" y="7105266"/>
            <a:ext cx="9144000" cy="0"/>
          </a:xfrm>
          <a:prstGeom prst="rect">
            <a:avLst/>
          </a:prstGeom>
          <a:solidFill>
            <a:srgbClr val="00396B"/>
          </a:solidFill>
          <a:ln w="19050">
            <a:solidFill>
              <a:srgbClr val="00396B"/>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l"/>
            <a:endParaRPr lang="en-US" sz="1600" dirty="0"/>
          </a:p>
        </p:txBody>
      </p:sp>
      <p:sp>
        <p:nvSpPr>
          <p:cNvPr id="15" name="Rectangle 14">
            <a:extLst>
              <a:ext uri="{FF2B5EF4-FFF2-40B4-BE49-F238E27FC236}">
                <a16:creationId xmlns:a16="http://schemas.microsoft.com/office/drawing/2014/main" id="{7E704648-A2D3-CF47-A418-6C3DA12F0E1F}"/>
              </a:ext>
            </a:extLst>
          </p:cNvPr>
          <p:cNvSpPr/>
          <p:nvPr userDrawn="1"/>
        </p:nvSpPr>
        <p:spPr>
          <a:xfrm>
            <a:off x="306772" y="6986085"/>
            <a:ext cx="135052" cy="270588"/>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id="{306910E1-718B-9148-82CB-2C98644C11FB}"/>
              </a:ext>
            </a:extLst>
          </p:cNvPr>
          <p:cNvSpPr/>
          <p:nvPr userDrawn="1"/>
        </p:nvSpPr>
        <p:spPr>
          <a:xfrm>
            <a:off x="9614923" y="6986085"/>
            <a:ext cx="135052" cy="270588"/>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Text Placeholder 17">
            <a:extLst>
              <a:ext uri="{FF2B5EF4-FFF2-40B4-BE49-F238E27FC236}">
                <a16:creationId xmlns:a16="http://schemas.microsoft.com/office/drawing/2014/main" id="{E1362DE0-9DB5-F048-9000-A28AAE015CB4}"/>
              </a:ext>
            </a:extLst>
          </p:cNvPr>
          <p:cNvSpPr>
            <a:spLocks noGrp="1"/>
          </p:cNvSpPr>
          <p:nvPr>
            <p:ph type="body" sz="quarter" idx="10" hasCustomPrompt="1"/>
          </p:nvPr>
        </p:nvSpPr>
        <p:spPr>
          <a:xfrm>
            <a:off x="461623" y="1310087"/>
            <a:ext cx="9144000" cy="906610"/>
          </a:xfrm>
          <a:solidFill>
            <a:schemeClr val="accent3">
              <a:lumMod val="20000"/>
              <a:lumOff val="80000"/>
            </a:schemeClr>
          </a:solidFill>
          <a:ln w="12700">
            <a:solidFill>
              <a:srgbClr val="1E1F49"/>
            </a:solidFill>
          </a:ln>
        </p:spPr>
        <p:txBody>
          <a:bodyPr anchor="ctr">
            <a:normAutofit/>
          </a:bodyPr>
          <a:lstStyle>
            <a:lvl1pPr marL="0" indent="0" algn="ctr">
              <a:buNone/>
              <a:defRPr sz="1600" b="1">
                <a:solidFill>
                  <a:schemeClr val="tx1"/>
                </a:solidFill>
              </a:defRPr>
            </a:lvl1pPr>
            <a:lvl2pPr marL="502920" indent="0">
              <a:buNone/>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dirty="0"/>
              <a:t>Accented text</a:t>
            </a:r>
          </a:p>
        </p:txBody>
      </p:sp>
      <p:sp>
        <p:nvSpPr>
          <p:cNvPr id="32" name="Slide Number Placeholder 31">
            <a:extLst>
              <a:ext uri="{FF2B5EF4-FFF2-40B4-BE49-F238E27FC236}">
                <a16:creationId xmlns:a16="http://schemas.microsoft.com/office/drawing/2014/main" id="{92A52980-2613-2347-B25E-DCB831E65E90}"/>
              </a:ext>
            </a:extLst>
          </p:cNvPr>
          <p:cNvSpPr>
            <a:spLocks noGrp="1"/>
          </p:cNvSpPr>
          <p:nvPr>
            <p:ph type="sldNum" sz="quarter" idx="17"/>
          </p:nvPr>
        </p:nvSpPr>
        <p:spPr>
          <a:xfrm>
            <a:off x="9216483" y="7201198"/>
            <a:ext cx="389140" cy="413808"/>
          </a:xfrm>
          <a:prstGeom prst="rect">
            <a:avLst/>
          </a:prstGeom>
        </p:spPr>
        <p:txBody>
          <a:bodyPr lIns="0" tIns="0" rIns="0" bIns="0" anchor="ctr"/>
          <a:lstStyle>
            <a:lvl1pPr>
              <a:defRPr sz="1200">
                <a:latin typeface="Garamond" panose="02020404030301010803" pitchFamily="18" charset="0"/>
              </a:defRPr>
            </a:lvl1pPr>
          </a:lstStyle>
          <a:p>
            <a:fld id="{3FEFCAF1-6404-E34E-8C55-31475CA0CB4C}" type="slidenum">
              <a:rPr lang="en-US" smtClean="0"/>
              <a:pPr/>
              <a:t>‹#›</a:t>
            </a:fld>
            <a:endParaRPr lang="en-US" dirty="0"/>
          </a:p>
        </p:txBody>
      </p:sp>
      <p:sp>
        <p:nvSpPr>
          <p:cNvPr id="20" name="Text Placeholder 9">
            <a:extLst>
              <a:ext uri="{FF2B5EF4-FFF2-40B4-BE49-F238E27FC236}">
                <a16:creationId xmlns:a16="http://schemas.microsoft.com/office/drawing/2014/main" id="{25F127EF-AED8-1F4E-96A3-F0DE32E172A2}"/>
              </a:ext>
            </a:extLst>
          </p:cNvPr>
          <p:cNvSpPr>
            <a:spLocks noGrp="1"/>
          </p:cNvSpPr>
          <p:nvPr>
            <p:ph type="body" sz="quarter" idx="20" hasCustomPrompt="1"/>
          </p:nvPr>
        </p:nvSpPr>
        <p:spPr>
          <a:xfrm>
            <a:off x="463868" y="6362339"/>
            <a:ext cx="9144000" cy="646113"/>
          </a:xfrm>
        </p:spPr>
        <p:txBody>
          <a:bodyPr>
            <a:normAutofit/>
          </a:bodyPr>
          <a:lstStyle>
            <a:lvl1pPr marL="0" indent="0">
              <a:spcBef>
                <a:spcPts val="0"/>
              </a:spcBef>
              <a:buNone/>
              <a:defRPr sz="1000"/>
            </a:lvl1pPr>
          </a:lstStyle>
          <a:p>
            <a:pPr lvl="0"/>
            <a:r>
              <a:rPr lang="en-US" dirty="0"/>
              <a:t>Click to edit footnotes</a:t>
            </a:r>
          </a:p>
        </p:txBody>
      </p:sp>
    </p:spTree>
    <p:extLst>
      <p:ext uri="{BB962C8B-B14F-4D97-AF65-F5344CB8AC3E}">
        <p14:creationId xmlns:p14="http://schemas.microsoft.com/office/powerpoint/2010/main" val="119636690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461623" y="365467"/>
            <a:ext cx="9144000" cy="731520"/>
          </a:xfrm>
        </p:spPr>
        <p:txBody>
          <a:bodyPr lIns="0" tIns="0" rIns="0" bIns="0" anchor="b">
            <a:noAutofit/>
          </a:bodyPr>
          <a:lstStyle>
            <a:lvl1pPr algn="l">
              <a:defRPr sz="2800"/>
            </a:lvl1pPr>
          </a:lstStyle>
          <a:p>
            <a:r>
              <a:rPr lang="en-US"/>
              <a:t>Click to edit Master title style</a:t>
            </a:r>
            <a:endParaRPr lang="en-US" dirty="0"/>
          </a:p>
        </p:txBody>
      </p:sp>
      <p:sp>
        <p:nvSpPr>
          <p:cNvPr id="3" name="Content Placeholder 2"/>
          <p:cNvSpPr>
            <a:spLocks noGrp="1"/>
          </p:cNvSpPr>
          <p:nvPr>
            <p:ph idx="1"/>
          </p:nvPr>
        </p:nvSpPr>
        <p:spPr>
          <a:xfrm>
            <a:off x="461623" y="1700360"/>
            <a:ext cx="9144000" cy="4558553"/>
          </a:xfrm>
        </p:spPr>
        <p:txBody>
          <a:bodyPr/>
          <a:lstStyle>
            <a:lvl1pPr>
              <a:spcBef>
                <a:spcPts val="500"/>
              </a:spcBef>
              <a:defRPr sz="1600"/>
            </a:lvl1pPr>
            <a:lvl2pPr>
              <a:spcBef>
                <a:spcPts val="500"/>
              </a:spcBef>
              <a:defRPr sz="1600"/>
            </a:lvl2pPr>
            <a:lvl3pPr>
              <a:spcBef>
                <a:spcPts val="500"/>
              </a:spcBef>
              <a:defRPr sz="1600"/>
            </a:lvl3pPr>
          </a:lstStyle>
          <a:p>
            <a:pPr lvl="0"/>
            <a:r>
              <a:rPr lang="en-US"/>
              <a:t>Click to edit Master text styles</a:t>
            </a:r>
          </a:p>
          <a:p>
            <a:pPr lvl="1"/>
            <a:r>
              <a:rPr lang="en-US"/>
              <a:t>Second level</a:t>
            </a:r>
          </a:p>
          <a:p>
            <a:pPr lvl="2"/>
            <a:r>
              <a:rPr lang="en-US"/>
              <a:t>Third level</a:t>
            </a:r>
          </a:p>
        </p:txBody>
      </p:sp>
      <p:sp>
        <p:nvSpPr>
          <p:cNvPr id="7" name="Rectangle 6">
            <a:extLst>
              <a:ext uri="{FF2B5EF4-FFF2-40B4-BE49-F238E27FC236}">
                <a16:creationId xmlns:a16="http://schemas.microsoft.com/office/drawing/2014/main" id="{2646B5E7-46FE-9147-90FD-86B4FD3EF191}"/>
              </a:ext>
            </a:extLst>
          </p:cNvPr>
          <p:cNvSpPr/>
          <p:nvPr userDrawn="1"/>
        </p:nvSpPr>
        <p:spPr>
          <a:xfrm>
            <a:off x="461623" y="1144853"/>
            <a:ext cx="9144000" cy="0"/>
          </a:xfrm>
          <a:prstGeom prst="rect">
            <a:avLst/>
          </a:prstGeom>
          <a:solidFill>
            <a:srgbClr val="00396B"/>
          </a:solidFill>
          <a:ln w="38100">
            <a:solidFill>
              <a:srgbClr val="00396B"/>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l"/>
            <a:endParaRPr lang="en-US" sz="1600" dirty="0"/>
          </a:p>
        </p:txBody>
      </p:sp>
      <p:sp>
        <p:nvSpPr>
          <p:cNvPr id="8" name="Rectangle 7">
            <a:extLst>
              <a:ext uri="{FF2B5EF4-FFF2-40B4-BE49-F238E27FC236}">
                <a16:creationId xmlns:a16="http://schemas.microsoft.com/office/drawing/2014/main" id="{60AC43C3-41D9-9C4F-B8B0-DA592026F312}"/>
              </a:ext>
            </a:extLst>
          </p:cNvPr>
          <p:cNvSpPr/>
          <p:nvPr userDrawn="1"/>
        </p:nvSpPr>
        <p:spPr>
          <a:xfrm>
            <a:off x="298219" y="780099"/>
            <a:ext cx="140429" cy="905826"/>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Rectangle 8">
            <a:extLst>
              <a:ext uri="{FF2B5EF4-FFF2-40B4-BE49-F238E27FC236}">
                <a16:creationId xmlns:a16="http://schemas.microsoft.com/office/drawing/2014/main" id="{F0F01F0F-0C02-0349-8EC7-9C1A12E678A6}"/>
              </a:ext>
            </a:extLst>
          </p:cNvPr>
          <p:cNvSpPr/>
          <p:nvPr userDrawn="1"/>
        </p:nvSpPr>
        <p:spPr>
          <a:xfrm>
            <a:off x="9614923" y="780099"/>
            <a:ext cx="135052" cy="689926"/>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C5F8A2F7-AF6E-8B47-BFCE-0F05ED9722E2}"/>
              </a:ext>
            </a:extLst>
          </p:cNvPr>
          <p:cNvSpPr/>
          <p:nvPr userDrawn="1"/>
        </p:nvSpPr>
        <p:spPr>
          <a:xfrm>
            <a:off x="461623" y="7105266"/>
            <a:ext cx="9144000" cy="0"/>
          </a:xfrm>
          <a:prstGeom prst="rect">
            <a:avLst/>
          </a:prstGeom>
          <a:solidFill>
            <a:srgbClr val="00396B"/>
          </a:solidFill>
          <a:ln w="19050">
            <a:solidFill>
              <a:srgbClr val="00396B"/>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l"/>
            <a:endParaRPr lang="en-US" sz="1600" dirty="0"/>
          </a:p>
        </p:txBody>
      </p:sp>
      <p:sp>
        <p:nvSpPr>
          <p:cNvPr id="15" name="Rectangle 14">
            <a:extLst>
              <a:ext uri="{FF2B5EF4-FFF2-40B4-BE49-F238E27FC236}">
                <a16:creationId xmlns:a16="http://schemas.microsoft.com/office/drawing/2014/main" id="{7E704648-A2D3-CF47-A418-6C3DA12F0E1F}"/>
              </a:ext>
            </a:extLst>
          </p:cNvPr>
          <p:cNvSpPr/>
          <p:nvPr userDrawn="1"/>
        </p:nvSpPr>
        <p:spPr>
          <a:xfrm>
            <a:off x="306772" y="6986085"/>
            <a:ext cx="135052" cy="270588"/>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id="{306910E1-718B-9148-82CB-2C98644C11FB}"/>
              </a:ext>
            </a:extLst>
          </p:cNvPr>
          <p:cNvSpPr/>
          <p:nvPr userDrawn="1"/>
        </p:nvSpPr>
        <p:spPr>
          <a:xfrm>
            <a:off x="9614923" y="6986085"/>
            <a:ext cx="135052" cy="270588"/>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2" name="Slide Number Placeholder 31">
            <a:extLst>
              <a:ext uri="{FF2B5EF4-FFF2-40B4-BE49-F238E27FC236}">
                <a16:creationId xmlns:a16="http://schemas.microsoft.com/office/drawing/2014/main" id="{92A52980-2613-2347-B25E-DCB831E65E90}"/>
              </a:ext>
            </a:extLst>
          </p:cNvPr>
          <p:cNvSpPr>
            <a:spLocks noGrp="1"/>
          </p:cNvSpPr>
          <p:nvPr>
            <p:ph type="sldNum" sz="quarter" idx="17"/>
          </p:nvPr>
        </p:nvSpPr>
        <p:spPr>
          <a:xfrm>
            <a:off x="9216483" y="7201198"/>
            <a:ext cx="389140" cy="413808"/>
          </a:xfrm>
          <a:prstGeom prst="rect">
            <a:avLst/>
          </a:prstGeom>
        </p:spPr>
        <p:txBody>
          <a:bodyPr lIns="0" tIns="0" rIns="0" bIns="0" anchor="ctr"/>
          <a:lstStyle>
            <a:lvl1pPr>
              <a:defRPr sz="1200">
                <a:latin typeface="Garamond" panose="02020404030301010803" pitchFamily="18" charset="0"/>
              </a:defRPr>
            </a:lvl1pPr>
          </a:lstStyle>
          <a:p>
            <a:fld id="{3FEFCAF1-6404-E34E-8C55-31475CA0CB4C}" type="slidenum">
              <a:rPr lang="en-US" smtClean="0"/>
              <a:pPr/>
              <a:t>‹#›</a:t>
            </a:fld>
            <a:endParaRPr lang="en-US" dirty="0"/>
          </a:p>
        </p:txBody>
      </p:sp>
      <p:sp>
        <p:nvSpPr>
          <p:cNvPr id="5" name="Text Placeholder 4">
            <a:extLst>
              <a:ext uri="{FF2B5EF4-FFF2-40B4-BE49-F238E27FC236}">
                <a16:creationId xmlns:a16="http://schemas.microsoft.com/office/drawing/2014/main" id="{BCC58857-C60A-334F-99DC-0BDAF0F9C4BC}"/>
              </a:ext>
            </a:extLst>
          </p:cNvPr>
          <p:cNvSpPr>
            <a:spLocks noGrp="1"/>
          </p:cNvSpPr>
          <p:nvPr>
            <p:ph type="body" sz="quarter" idx="18" hasCustomPrompt="1"/>
          </p:nvPr>
        </p:nvSpPr>
        <p:spPr>
          <a:xfrm>
            <a:off x="461963" y="1248828"/>
            <a:ext cx="9144000" cy="355600"/>
          </a:xfrm>
        </p:spPr>
        <p:txBody>
          <a:bodyPr lIns="0" tIns="0" rIns="0" bIns="0" anchor="t">
            <a:normAutofit/>
          </a:bodyPr>
          <a:lstStyle>
            <a:lvl1pPr marL="0" indent="0">
              <a:buNone/>
              <a:defRPr sz="1800"/>
            </a:lvl1pPr>
          </a:lstStyle>
          <a:p>
            <a:pPr lvl="0"/>
            <a:r>
              <a:rPr lang="en-US" dirty="0"/>
              <a:t>Click to edit subtitle</a:t>
            </a:r>
          </a:p>
        </p:txBody>
      </p:sp>
      <p:sp>
        <p:nvSpPr>
          <p:cNvPr id="17" name="Text Placeholder 9">
            <a:extLst>
              <a:ext uri="{FF2B5EF4-FFF2-40B4-BE49-F238E27FC236}">
                <a16:creationId xmlns:a16="http://schemas.microsoft.com/office/drawing/2014/main" id="{DCADB605-1EB6-AF40-80F8-6586849D82E7}"/>
              </a:ext>
            </a:extLst>
          </p:cNvPr>
          <p:cNvSpPr>
            <a:spLocks noGrp="1"/>
          </p:cNvSpPr>
          <p:nvPr>
            <p:ph type="body" sz="quarter" idx="20" hasCustomPrompt="1"/>
          </p:nvPr>
        </p:nvSpPr>
        <p:spPr>
          <a:xfrm>
            <a:off x="463868" y="6362339"/>
            <a:ext cx="9144000" cy="646113"/>
          </a:xfrm>
        </p:spPr>
        <p:txBody>
          <a:bodyPr>
            <a:normAutofit/>
          </a:bodyPr>
          <a:lstStyle>
            <a:lvl1pPr marL="0" indent="0">
              <a:spcBef>
                <a:spcPts val="0"/>
              </a:spcBef>
              <a:buNone/>
              <a:defRPr sz="1000"/>
            </a:lvl1pPr>
          </a:lstStyle>
          <a:p>
            <a:pPr lvl="0"/>
            <a:r>
              <a:rPr lang="en-US" dirty="0"/>
              <a:t>Click to edit footnotes</a:t>
            </a:r>
          </a:p>
        </p:txBody>
      </p:sp>
    </p:spTree>
    <p:extLst>
      <p:ext uri="{BB962C8B-B14F-4D97-AF65-F5344CB8AC3E}">
        <p14:creationId xmlns:p14="http://schemas.microsoft.com/office/powerpoint/2010/main" val="127948474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Chart and Label">
    <p:spTree>
      <p:nvGrpSpPr>
        <p:cNvPr id="1" name=""/>
        <p:cNvGrpSpPr/>
        <p:nvPr/>
      </p:nvGrpSpPr>
      <p:grpSpPr>
        <a:xfrm>
          <a:off x="0" y="0"/>
          <a:ext cx="0" cy="0"/>
          <a:chOff x="0" y="0"/>
          <a:chExt cx="0" cy="0"/>
        </a:xfrm>
      </p:grpSpPr>
      <p:sp>
        <p:nvSpPr>
          <p:cNvPr id="2" name="Title 1"/>
          <p:cNvSpPr>
            <a:spLocks noGrp="1"/>
          </p:cNvSpPr>
          <p:nvPr>
            <p:ph type="title"/>
          </p:nvPr>
        </p:nvSpPr>
        <p:spPr>
          <a:xfrm>
            <a:off x="461623" y="365467"/>
            <a:ext cx="9144000" cy="731520"/>
          </a:xfrm>
        </p:spPr>
        <p:txBody>
          <a:bodyPr lIns="0" tIns="0" rIns="0" bIns="0" anchor="b">
            <a:noAutofit/>
          </a:bodyPr>
          <a:lstStyle>
            <a:lvl1pPr algn="l">
              <a:defRPr sz="2800"/>
            </a:lvl1pPr>
          </a:lstStyle>
          <a:p>
            <a:r>
              <a:rPr lang="en-US"/>
              <a:t>Click to edit Master title style</a:t>
            </a:r>
            <a:endParaRPr lang="en-US" dirty="0"/>
          </a:p>
        </p:txBody>
      </p:sp>
      <p:sp>
        <p:nvSpPr>
          <p:cNvPr id="7" name="Rectangle 6">
            <a:extLst>
              <a:ext uri="{FF2B5EF4-FFF2-40B4-BE49-F238E27FC236}">
                <a16:creationId xmlns:a16="http://schemas.microsoft.com/office/drawing/2014/main" id="{2646B5E7-46FE-9147-90FD-86B4FD3EF191}"/>
              </a:ext>
            </a:extLst>
          </p:cNvPr>
          <p:cNvSpPr/>
          <p:nvPr userDrawn="1"/>
        </p:nvSpPr>
        <p:spPr>
          <a:xfrm>
            <a:off x="461623" y="1144853"/>
            <a:ext cx="9144000" cy="0"/>
          </a:xfrm>
          <a:prstGeom prst="rect">
            <a:avLst/>
          </a:prstGeom>
          <a:solidFill>
            <a:srgbClr val="00396B"/>
          </a:solidFill>
          <a:ln w="38100">
            <a:solidFill>
              <a:srgbClr val="00396B"/>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l"/>
            <a:endParaRPr lang="en-US" sz="1600" dirty="0"/>
          </a:p>
        </p:txBody>
      </p:sp>
      <p:sp>
        <p:nvSpPr>
          <p:cNvPr id="8" name="Rectangle 7">
            <a:extLst>
              <a:ext uri="{FF2B5EF4-FFF2-40B4-BE49-F238E27FC236}">
                <a16:creationId xmlns:a16="http://schemas.microsoft.com/office/drawing/2014/main" id="{60AC43C3-41D9-9C4F-B8B0-DA592026F312}"/>
              </a:ext>
            </a:extLst>
          </p:cNvPr>
          <p:cNvSpPr/>
          <p:nvPr userDrawn="1"/>
        </p:nvSpPr>
        <p:spPr>
          <a:xfrm>
            <a:off x="298219" y="780099"/>
            <a:ext cx="140429" cy="905826"/>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Rectangle 8">
            <a:extLst>
              <a:ext uri="{FF2B5EF4-FFF2-40B4-BE49-F238E27FC236}">
                <a16:creationId xmlns:a16="http://schemas.microsoft.com/office/drawing/2014/main" id="{F0F01F0F-0C02-0349-8EC7-9C1A12E678A6}"/>
              </a:ext>
            </a:extLst>
          </p:cNvPr>
          <p:cNvSpPr/>
          <p:nvPr userDrawn="1"/>
        </p:nvSpPr>
        <p:spPr>
          <a:xfrm>
            <a:off x="9614923" y="780099"/>
            <a:ext cx="135052" cy="689926"/>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C5F8A2F7-AF6E-8B47-BFCE-0F05ED9722E2}"/>
              </a:ext>
            </a:extLst>
          </p:cNvPr>
          <p:cNvSpPr/>
          <p:nvPr userDrawn="1"/>
        </p:nvSpPr>
        <p:spPr>
          <a:xfrm>
            <a:off x="461623" y="7105266"/>
            <a:ext cx="9144000" cy="0"/>
          </a:xfrm>
          <a:prstGeom prst="rect">
            <a:avLst/>
          </a:prstGeom>
          <a:solidFill>
            <a:srgbClr val="00396B"/>
          </a:solidFill>
          <a:ln w="19050">
            <a:solidFill>
              <a:srgbClr val="00396B"/>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l"/>
            <a:endParaRPr lang="en-US" sz="1600" dirty="0"/>
          </a:p>
        </p:txBody>
      </p:sp>
      <p:sp>
        <p:nvSpPr>
          <p:cNvPr id="15" name="Rectangle 14">
            <a:extLst>
              <a:ext uri="{FF2B5EF4-FFF2-40B4-BE49-F238E27FC236}">
                <a16:creationId xmlns:a16="http://schemas.microsoft.com/office/drawing/2014/main" id="{7E704648-A2D3-CF47-A418-6C3DA12F0E1F}"/>
              </a:ext>
            </a:extLst>
          </p:cNvPr>
          <p:cNvSpPr/>
          <p:nvPr userDrawn="1"/>
        </p:nvSpPr>
        <p:spPr>
          <a:xfrm>
            <a:off x="306772" y="6986085"/>
            <a:ext cx="135052" cy="270588"/>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id="{306910E1-718B-9148-82CB-2C98644C11FB}"/>
              </a:ext>
            </a:extLst>
          </p:cNvPr>
          <p:cNvSpPr/>
          <p:nvPr userDrawn="1"/>
        </p:nvSpPr>
        <p:spPr>
          <a:xfrm>
            <a:off x="9614923" y="6986085"/>
            <a:ext cx="135052" cy="270588"/>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2" name="Slide Number Placeholder 31">
            <a:extLst>
              <a:ext uri="{FF2B5EF4-FFF2-40B4-BE49-F238E27FC236}">
                <a16:creationId xmlns:a16="http://schemas.microsoft.com/office/drawing/2014/main" id="{92A52980-2613-2347-B25E-DCB831E65E90}"/>
              </a:ext>
            </a:extLst>
          </p:cNvPr>
          <p:cNvSpPr>
            <a:spLocks noGrp="1"/>
          </p:cNvSpPr>
          <p:nvPr>
            <p:ph type="sldNum" sz="quarter" idx="17"/>
          </p:nvPr>
        </p:nvSpPr>
        <p:spPr>
          <a:xfrm>
            <a:off x="9216483" y="7201198"/>
            <a:ext cx="389140" cy="413808"/>
          </a:xfrm>
          <a:prstGeom prst="rect">
            <a:avLst/>
          </a:prstGeom>
        </p:spPr>
        <p:txBody>
          <a:bodyPr lIns="0" tIns="0" rIns="0" bIns="0" anchor="ctr"/>
          <a:lstStyle>
            <a:lvl1pPr>
              <a:defRPr sz="1200">
                <a:latin typeface="Garamond" panose="02020404030301010803" pitchFamily="18" charset="0"/>
              </a:defRPr>
            </a:lvl1pPr>
          </a:lstStyle>
          <a:p>
            <a:fld id="{3FEFCAF1-6404-E34E-8C55-31475CA0CB4C}" type="slidenum">
              <a:rPr lang="en-US" smtClean="0"/>
              <a:pPr/>
              <a:t>‹#›</a:t>
            </a:fld>
            <a:endParaRPr lang="en-US" dirty="0"/>
          </a:p>
        </p:txBody>
      </p:sp>
      <p:sp>
        <p:nvSpPr>
          <p:cNvPr id="5" name="Text Placeholder 4">
            <a:extLst>
              <a:ext uri="{FF2B5EF4-FFF2-40B4-BE49-F238E27FC236}">
                <a16:creationId xmlns:a16="http://schemas.microsoft.com/office/drawing/2014/main" id="{BCC58857-C60A-334F-99DC-0BDAF0F9C4BC}"/>
              </a:ext>
            </a:extLst>
          </p:cNvPr>
          <p:cNvSpPr>
            <a:spLocks noGrp="1"/>
          </p:cNvSpPr>
          <p:nvPr>
            <p:ph type="body" sz="quarter" idx="18" hasCustomPrompt="1"/>
          </p:nvPr>
        </p:nvSpPr>
        <p:spPr>
          <a:xfrm>
            <a:off x="461963" y="1248828"/>
            <a:ext cx="9144000" cy="355600"/>
          </a:xfrm>
        </p:spPr>
        <p:txBody>
          <a:bodyPr lIns="0" tIns="0" rIns="0" bIns="0" anchor="t">
            <a:normAutofit/>
          </a:bodyPr>
          <a:lstStyle>
            <a:lvl1pPr marL="0" indent="0">
              <a:buNone/>
              <a:defRPr sz="1800"/>
            </a:lvl1pPr>
          </a:lstStyle>
          <a:p>
            <a:pPr lvl="0"/>
            <a:r>
              <a:rPr lang="en-US" dirty="0"/>
              <a:t>Click to edit subtitle</a:t>
            </a:r>
          </a:p>
        </p:txBody>
      </p:sp>
      <p:sp>
        <p:nvSpPr>
          <p:cNvPr id="13" name="Content1">
            <a:extLst>
              <a:ext uri="{FF2B5EF4-FFF2-40B4-BE49-F238E27FC236}">
                <a16:creationId xmlns:a16="http://schemas.microsoft.com/office/drawing/2014/main" id="{D46044D0-78E9-9B42-B3E1-4B17267FF4C5}"/>
              </a:ext>
            </a:extLst>
          </p:cNvPr>
          <p:cNvSpPr>
            <a:spLocks noGrp="1"/>
          </p:cNvSpPr>
          <p:nvPr>
            <p:ph idx="10" hasCustomPrompt="1"/>
          </p:nvPr>
        </p:nvSpPr>
        <p:spPr>
          <a:xfrm>
            <a:off x="461623" y="2196765"/>
            <a:ext cx="9144000" cy="4068760"/>
          </a:xfrm>
        </p:spPr>
        <p:txBody>
          <a:bodyPr>
            <a:normAutofit/>
          </a:bodyPr>
          <a:lstStyle>
            <a:lvl1pPr marL="285750" indent="-285750">
              <a:spcBef>
                <a:spcPts val="500"/>
              </a:spcBef>
              <a:buFont typeface="Wingdings" pitchFamily="2" charset="2"/>
              <a:buChar char="§"/>
              <a:defRPr sz="1600" b="0" i="0">
                <a:solidFill>
                  <a:schemeClr val="tx1"/>
                </a:solidFill>
                <a:latin typeface="Garamond" panose="02020404030301010803" pitchFamily="18" charset="0"/>
              </a:defRPr>
            </a:lvl1pPr>
            <a:lvl2pPr>
              <a:spcBef>
                <a:spcPts val="500"/>
              </a:spcBef>
              <a:defRPr sz="1600" b="0" i="0">
                <a:solidFill>
                  <a:schemeClr val="tx1"/>
                </a:solidFill>
                <a:latin typeface="Garamond" panose="02020404030301010803" pitchFamily="18" charset="0"/>
              </a:defRPr>
            </a:lvl2pPr>
            <a:lvl3pPr>
              <a:spcBef>
                <a:spcPts val="500"/>
              </a:spcBef>
              <a:defRPr sz="1600" b="0" i="0">
                <a:solidFill>
                  <a:schemeClr val="tx1"/>
                </a:solidFill>
                <a:latin typeface="Garamond" panose="02020404030301010803" pitchFamily="18" charset="0"/>
              </a:defRPr>
            </a:lvl3pPr>
            <a:lvl4pPr>
              <a:defRPr sz="1600" b="0" i="0">
                <a:solidFill>
                  <a:schemeClr val="tx1"/>
                </a:solidFill>
                <a:latin typeface="Garamond" panose="02020404030301010803" pitchFamily="18" charset="0"/>
              </a:defRPr>
            </a:lvl4pPr>
            <a:lvl5pPr>
              <a:defRPr sz="1600" b="0" i="0">
                <a:solidFill>
                  <a:schemeClr val="tx1"/>
                </a:solidFill>
                <a:latin typeface="Garamond" panose="02020404030301010803" pitchFamily="18" charset="0"/>
              </a:defRPr>
            </a:lvl5pPr>
          </a:lstStyle>
          <a:p>
            <a:pPr lvl="0"/>
            <a:r>
              <a:rPr lang="en-US" dirty="0"/>
              <a:t>Add chart here</a:t>
            </a:r>
          </a:p>
          <a:p>
            <a:pPr lvl="1"/>
            <a:r>
              <a:rPr lang="en-US" dirty="0"/>
              <a:t>Add chart here</a:t>
            </a:r>
          </a:p>
          <a:p>
            <a:pPr lvl="2"/>
            <a:r>
              <a:rPr lang="en-US" dirty="0"/>
              <a:t>Add chart here</a:t>
            </a:r>
          </a:p>
        </p:txBody>
      </p:sp>
      <p:sp>
        <p:nvSpPr>
          <p:cNvPr id="20" name="Content1">
            <a:extLst>
              <a:ext uri="{FF2B5EF4-FFF2-40B4-BE49-F238E27FC236}">
                <a16:creationId xmlns:a16="http://schemas.microsoft.com/office/drawing/2014/main" id="{EB63E8DE-D5EE-D94E-9B89-329C49D42128}"/>
              </a:ext>
            </a:extLst>
          </p:cNvPr>
          <p:cNvSpPr>
            <a:spLocks noGrp="1"/>
          </p:cNvSpPr>
          <p:nvPr>
            <p:ph idx="19" hasCustomPrompt="1"/>
          </p:nvPr>
        </p:nvSpPr>
        <p:spPr>
          <a:xfrm>
            <a:off x="461623" y="1796496"/>
            <a:ext cx="9144000" cy="304337"/>
          </a:xfrm>
          <a:solidFill>
            <a:srgbClr val="1E1F49"/>
          </a:solidFill>
          <a:ln>
            <a:noFill/>
          </a:ln>
        </p:spPr>
        <p:txBody>
          <a:bodyPr lIns="0" tIns="0" rIns="0" bIns="0" anchor="ctr">
            <a:normAutofit/>
          </a:bodyPr>
          <a:lstStyle>
            <a:lvl1pPr marL="0" marR="0" indent="0" algn="ctr" defTabSz="1005840" rtl="0" eaLnBrk="1" fontAlgn="auto" latinLnBrk="0" hangingPunct="1">
              <a:lnSpc>
                <a:spcPct val="90000"/>
              </a:lnSpc>
              <a:spcBef>
                <a:spcPts val="1100"/>
              </a:spcBef>
              <a:spcAft>
                <a:spcPts val="0"/>
              </a:spcAft>
              <a:buClr>
                <a:srgbClr val="710F32"/>
              </a:buClr>
              <a:buSzPct val="90000"/>
              <a:buFont typeface="Wingdings" pitchFamily="2" charset="2"/>
              <a:buNone/>
              <a:tabLst/>
              <a:defRPr sz="1600" b="0" i="0">
                <a:solidFill>
                  <a:schemeClr val="bg1"/>
                </a:solidFill>
                <a:latin typeface="Garamond" panose="02020404030301010803" pitchFamily="18" charset="0"/>
              </a:defRPr>
            </a:lvl1pPr>
            <a:lvl2pPr marL="502920" indent="0">
              <a:buNone/>
              <a:defRPr sz="1600" b="0" i="0">
                <a:solidFill>
                  <a:schemeClr val="tx1"/>
                </a:solidFill>
                <a:latin typeface="Garamond" panose="02020404030301010803" pitchFamily="18" charset="0"/>
              </a:defRPr>
            </a:lvl2pPr>
            <a:lvl3pPr>
              <a:defRPr sz="1600" b="0" i="0">
                <a:solidFill>
                  <a:schemeClr val="tx1"/>
                </a:solidFill>
                <a:latin typeface="Garamond" panose="02020404030301010803" pitchFamily="18" charset="0"/>
              </a:defRPr>
            </a:lvl3pPr>
            <a:lvl4pPr>
              <a:defRPr sz="1600" b="0" i="0">
                <a:solidFill>
                  <a:schemeClr val="tx1"/>
                </a:solidFill>
                <a:latin typeface="Garamond" panose="02020404030301010803" pitchFamily="18" charset="0"/>
              </a:defRPr>
            </a:lvl4pPr>
            <a:lvl5pPr>
              <a:defRPr sz="1600" b="0" i="0">
                <a:solidFill>
                  <a:schemeClr val="tx1"/>
                </a:solidFill>
                <a:latin typeface="Garamond" panose="02020404030301010803" pitchFamily="18" charset="0"/>
              </a:defRPr>
            </a:lvl5pPr>
          </a:lstStyle>
          <a:p>
            <a:pPr lvl="0"/>
            <a:r>
              <a:rPr lang="en-US" dirty="0"/>
              <a:t>Click to edit section title</a:t>
            </a:r>
          </a:p>
        </p:txBody>
      </p:sp>
      <p:sp>
        <p:nvSpPr>
          <p:cNvPr id="17" name="Text Placeholder 9">
            <a:extLst>
              <a:ext uri="{FF2B5EF4-FFF2-40B4-BE49-F238E27FC236}">
                <a16:creationId xmlns:a16="http://schemas.microsoft.com/office/drawing/2014/main" id="{C18D25F3-67CB-3540-809D-DB3D590DF73B}"/>
              </a:ext>
            </a:extLst>
          </p:cNvPr>
          <p:cNvSpPr>
            <a:spLocks noGrp="1"/>
          </p:cNvSpPr>
          <p:nvPr>
            <p:ph type="body" sz="quarter" idx="20" hasCustomPrompt="1"/>
          </p:nvPr>
        </p:nvSpPr>
        <p:spPr>
          <a:xfrm>
            <a:off x="463868" y="6362339"/>
            <a:ext cx="9144000" cy="646113"/>
          </a:xfrm>
        </p:spPr>
        <p:txBody>
          <a:bodyPr>
            <a:normAutofit/>
          </a:bodyPr>
          <a:lstStyle>
            <a:lvl1pPr marL="0" indent="0">
              <a:spcBef>
                <a:spcPts val="0"/>
              </a:spcBef>
              <a:buNone/>
              <a:defRPr sz="1000"/>
            </a:lvl1pPr>
          </a:lstStyle>
          <a:p>
            <a:pPr lvl="0"/>
            <a:r>
              <a:rPr lang="en-US" dirty="0"/>
              <a:t>Click to edit footnotes</a:t>
            </a:r>
          </a:p>
        </p:txBody>
      </p:sp>
    </p:spTree>
    <p:extLst>
      <p:ext uri="{BB962C8B-B14F-4D97-AF65-F5344CB8AC3E}">
        <p14:creationId xmlns:p14="http://schemas.microsoft.com/office/powerpoint/2010/main" val="74050818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Two Titles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461623" y="365467"/>
            <a:ext cx="9144000" cy="731520"/>
          </a:xfrm>
        </p:spPr>
        <p:txBody>
          <a:bodyPr lIns="0" tIns="0" rIns="0" bIns="0" anchor="b">
            <a:noAutofit/>
          </a:bodyPr>
          <a:lstStyle>
            <a:lvl1pPr algn="l">
              <a:defRPr sz="2800"/>
            </a:lvl1pPr>
          </a:lstStyle>
          <a:p>
            <a:r>
              <a:rPr lang="en-US"/>
              <a:t>Click to edit Master title style</a:t>
            </a:r>
            <a:endParaRPr lang="en-US" dirty="0"/>
          </a:p>
        </p:txBody>
      </p:sp>
      <p:sp>
        <p:nvSpPr>
          <p:cNvPr id="3" name="Content Placeholder 2"/>
          <p:cNvSpPr>
            <a:spLocks noGrp="1"/>
          </p:cNvSpPr>
          <p:nvPr>
            <p:ph idx="1"/>
          </p:nvPr>
        </p:nvSpPr>
        <p:spPr>
          <a:xfrm>
            <a:off x="461623" y="1700360"/>
            <a:ext cx="9144000" cy="1957241"/>
          </a:xfrm>
        </p:spPr>
        <p:txBody>
          <a:bodyPr/>
          <a:lstStyle>
            <a:lvl1pPr>
              <a:spcBef>
                <a:spcPts val="500"/>
              </a:spcBef>
              <a:defRPr sz="1600"/>
            </a:lvl1pPr>
            <a:lvl2pPr>
              <a:spcBef>
                <a:spcPts val="500"/>
              </a:spcBef>
              <a:defRPr sz="1600"/>
            </a:lvl2pPr>
            <a:lvl3pPr>
              <a:spcBef>
                <a:spcPts val="500"/>
              </a:spcBef>
              <a:defRPr sz="1600"/>
            </a:lvl3pPr>
          </a:lstStyle>
          <a:p>
            <a:pPr lvl="0"/>
            <a:r>
              <a:rPr lang="en-US"/>
              <a:t>Click to edit Master text styles</a:t>
            </a:r>
          </a:p>
          <a:p>
            <a:pPr lvl="1"/>
            <a:r>
              <a:rPr lang="en-US"/>
              <a:t>Second level</a:t>
            </a:r>
          </a:p>
          <a:p>
            <a:pPr lvl="2"/>
            <a:r>
              <a:rPr lang="en-US"/>
              <a:t>Third level</a:t>
            </a:r>
          </a:p>
        </p:txBody>
      </p:sp>
      <p:sp>
        <p:nvSpPr>
          <p:cNvPr id="7" name="Rectangle 6">
            <a:extLst>
              <a:ext uri="{FF2B5EF4-FFF2-40B4-BE49-F238E27FC236}">
                <a16:creationId xmlns:a16="http://schemas.microsoft.com/office/drawing/2014/main" id="{2646B5E7-46FE-9147-90FD-86B4FD3EF191}"/>
              </a:ext>
            </a:extLst>
          </p:cNvPr>
          <p:cNvSpPr/>
          <p:nvPr userDrawn="1"/>
        </p:nvSpPr>
        <p:spPr>
          <a:xfrm>
            <a:off x="461623" y="1144853"/>
            <a:ext cx="9144000" cy="0"/>
          </a:xfrm>
          <a:prstGeom prst="rect">
            <a:avLst/>
          </a:prstGeom>
          <a:solidFill>
            <a:srgbClr val="00396B"/>
          </a:solidFill>
          <a:ln w="38100">
            <a:solidFill>
              <a:srgbClr val="00396B"/>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l"/>
            <a:endParaRPr lang="en-US" sz="1600" dirty="0"/>
          </a:p>
        </p:txBody>
      </p:sp>
      <p:sp>
        <p:nvSpPr>
          <p:cNvPr id="8" name="Rectangle 7">
            <a:extLst>
              <a:ext uri="{FF2B5EF4-FFF2-40B4-BE49-F238E27FC236}">
                <a16:creationId xmlns:a16="http://schemas.microsoft.com/office/drawing/2014/main" id="{60AC43C3-41D9-9C4F-B8B0-DA592026F312}"/>
              </a:ext>
            </a:extLst>
          </p:cNvPr>
          <p:cNvSpPr/>
          <p:nvPr userDrawn="1"/>
        </p:nvSpPr>
        <p:spPr>
          <a:xfrm>
            <a:off x="298219" y="780099"/>
            <a:ext cx="140429" cy="905826"/>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Rectangle 8">
            <a:extLst>
              <a:ext uri="{FF2B5EF4-FFF2-40B4-BE49-F238E27FC236}">
                <a16:creationId xmlns:a16="http://schemas.microsoft.com/office/drawing/2014/main" id="{F0F01F0F-0C02-0349-8EC7-9C1A12E678A6}"/>
              </a:ext>
            </a:extLst>
          </p:cNvPr>
          <p:cNvSpPr/>
          <p:nvPr userDrawn="1"/>
        </p:nvSpPr>
        <p:spPr>
          <a:xfrm>
            <a:off x="9614923" y="780099"/>
            <a:ext cx="135052" cy="689926"/>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C5F8A2F7-AF6E-8B47-BFCE-0F05ED9722E2}"/>
              </a:ext>
            </a:extLst>
          </p:cNvPr>
          <p:cNvSpPr/>
          <p:nvPr userDrawn="1"/>
        </p:nvSpPr>
        <p:spPr>
          <a:xfrm>
            <a:off x="461623" y="7105266"/>
            <a:ext cx="9144000" cy="0"/>
          </a:xfrm>
          <a:prstGeom prst="rect">
            <a:avLst/>
          </a:prstGeom>
          <a:solidFill>
            <a:srgbClr val="00396B"/>
          </a:solidFill>
          <a:ln w="19050">
            <a:solidFill>
              <a:srgbClr val="00396B"/>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l"/>
            <a:endParaRPr lang="en-US" sz="1600" dirty="0"/>
          </a:p>
        </p:txBody>
      </p:sp>
      <p:sp>
        <p:nvSpPr>
          <p:cNvPr id="15" name="Rectangle 14">
            <a:extLst>
              <a:ext uri="{FF2B5EF4-FFF2-40B4-BE49-F238E27FC236}">
                <a16:creationId xmlns:a16="http://schemas.microsoft.com/office/drawing/2014/main" id="{7E704648-A2D3-CF47-A418-6C3DA12F0E1F}"/>
              </a:ext>
            </a:extLst>
          </p:cNvPr>
          <p:cNvSpPr/>
          <p:nvPr userDrawn="1"/>
        </p:nvSpPr>
        <p:spPr>
          <a:xfrm>
            <a:off x="306772" y="6986085"/>
            <a:ext cx="135052" cy="270588"/>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id="{306910E1-718B-9148-82CB-2C98644C11FB}"/>
              </a:ext>
            </a:extLst>
          </p:cNvPr>
          <p:cNvSpPr/>
          <p:nvPr userDrawn="1"/>
        </p:nvSpPr>
        <p:spPr>
          <a:xfrm>
            <a:off x="9614923" y="6986085"/>
            <a:ext cx="135052" cy="270588"/>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2" name="Slide Number Placeholder 31">
            <a:extLst>
              <a:ext uri="{FF2B5EF4-FFF2-40B4-BE49-F238E27FC236}">
                <a16:creationId xmlns:a16="http://schemas.microsoft.com/office/drawing/2014/main" id="{92A52980-2613-2347-B25E-DCB831E65E90}"/>
              </a:ext>
            </a:extLst>
          </p:cNvPr>
          <p:cNvSpPr>
            <a:spLocks noGrp="1"/>
          </p:cNvSpPr>
          <p:nvPr>
            <p:ph type="sldNum" sz="quarter" idx="17"/>
          </p:nvPr>
        </p:nvSpPr>
        <p:spPr>
          <a:xfrm>
            <a:off x="9216483" y="7201198"/>
            <a:ext cx="389140" cy="413808"/>
          </a:xfrm>
          <a:prstGeom prst="rect">
            <a:avLst/>
          </a:prstGeom>
        </p:spPr>
        <p:txBody>
          <a:bodyPr lIns="0" tIns="0" rIns="0" bIns="0" anchor="ctr"/>
          <a:lstStyle>
            <a:lvl1pPr>
              <a:defRPr sz="1200">
                <a:latin typeface="Garamond" panose="02020404030301010803" pitchFamily="18" charset="0"/>
              </a:defRPr>
            </a:lvl1pPr>
          </a:lstStyle>
          <a:p>
            <a:fld id="{3FEFCAF1-6404-E34E-8C55-31475CA0CB4C}" type="slidenum">
              <a:rPr lang="en-US" smtClean="0"/>
              <a:pPr/>
              <a:t>‹#›</a:t>
            </a:fld>
            <a:endParaRPr lang="en-US" dirty="0"/>
          </a:p>
        </p:txBody>
      </p:sp>
      <p:sp>
        <p:nvSpPr>
          <p:cNvPr id="5" name="Text Placeholder 4">
            <a:extLst>
              <a:ext uri="{FF2B5EF4-FFF2-40B4-BE49-F238E27FC236}">
                <a16:creationId xmlns:a16="http://schemas.microsoft.com/office/drawing/2014/main" id="{BCC58857-C60A-334F-99DC-0BDAF0F9C4BC}"/>
              </a:ext>
            </a:extLst>
          </p:cNvPr>
          <p:cNvSpPr>
            <a:spLocks noGrp="1"/>
          </p:cNvSpPr>
          <p:nvPr>
            <p:ph type="body" sz="quarter" idx="18" hasCustomPrompt="1"/>
          </p:nvPr>
        </p:nvSpPr>
        <p:spPr>
          <a:xfrm>
            <a:off x="461963" y="1248828"/>
            <a:ext cx="9144000" cy="355600"/>
          </a:xfrm>
        </p:spPr>
        <p:txBody>
          <a:bodyPr lIns="0" tIns="0" rIns="0" bIns="0" anchor="t">
            <a:normAutofit/>
          </a:bodyPr>
          <a:lstStyle>
            <a:lvl1pPr marL="0" indent="0">
              <a:spcBef>
                <a:spcPts val="500"/>
              </a:spcBef>
              <a:buNone/>
              <a:defRPr sz="1800"/>
            </a:lvl1pPr>
          </a:lstStyle>
          <a:p>
            <a:pPr lvl="0"/>
            <a:r>
              <a:rPr lang="en-US" dirty="0"/>
              <a:t>Click to edit subtitle</a:t>
            </a:r>
          </a:p>
        </p:txBody>
      </p:sp>
      <p:sp>
        <p:nvSpPr>
          <p:cNvPr id="17" name="Content Placeholder 2">
            <a:extLst>
              <a:ext uri="{FF2B5EF4-FFF2-40B4-BE49-F238E27FC236}">
                <a16:creationId xmlns:a16="http://schemas.microsoft.com/office/drawing/2014/main" id="{CBC2C356-43E7-A149-B1E4-5A65A4EED3E8}"/>
              </a:ext>
            </a:extLst>
          </p:cNvPr>
          <p:cNvSpPr>
            <a:spLocks noGrp="1"/>
          </p:cNvSpPr>
          <p:nvPr>
            <p:ph idx="19"/>
          </p:nvPr>
        </p:nvSpPr>
        <p:spPr>
          <a:xfrm>
            <a:off x="461623" y="5073866"/>
            <a:ext cx="9144000" cy="1957241"/>
          </a:xfrm>
        </p:spPr>
        <p:txBody>
          <a:bodyPr/>
          <a:lstStyle>
            <a:lvl1pPr>
              <a:spcBef>
                <a:spcPts val="500"/>
              </a:spcBef>
              <a:defRPr sz="1600"/>
            </a:lvl1pPr>
            <a:lvl2pPr>
              <a:spcBef>
                <a:spcPts val="500"/>
              </a:spcBef>
              <a:defRPr sz="1600"/>
            </a:lvl2pPr>
            <a:lvl3pPr>
              <a:spcBef>
                <a:spcPts val="500"/>
              </a:spcBef>
              <a:defRPr sz="1600"/>
            </a:lvl3pPr>
          </a:lstStyle>
          <a:p>
            <a:pPr lvl="0"/>
            <a:r>
              <a:rPr lang="en-US"/>
              <a:t>Click to edit Master text styles</a:t>
            </a:r>
          </a:p>
          <a:p>
            <a:pPr lvl="1"/>
            <a:r>
              <a:rPr lang="en-US"/>
              <a:t>Second level</a:t>
            </a:r>
          </a:p>
          <a:p>
            <a:pPr lvl="2"/>
            <a:r>
              <a:rPr lang="en-US"/>
              <a:t>Third level</a:t>
            </a:r>
          </a:p>
        </p:txBody>
      </p:sp>
      <p:sp>
        <p:nvSpPr>
          <p:cNvPr id="18" name="Rectangle 17">
            <a:extLst>
              <a:ext uri="{FF2B5EF4-FFF2-40B4-BE49-F238E27FC236}">
                <a16:creationId xmlns:a16="http://schemas.microsoft.com/office/drawing/2014/main" id="{D95DBF9A-5BC8-2547-A32A-C76713AFD6BF}"/>
              </a:ext>
            </a:extLst>
          </p:cNvPr>
          <p:cNvSpPr/>
          <p:nvPr userDrawn="1"/>
        </p:nvSpPr>
        <p:spPr>
          <a:xfrm>
            <a:off x="461623" y="4518359"/>
            <a:ext cx="9144000" cy="0"/>
          </a:xfrm>
          <a:prstGeom prst="rect">
            <a:avLst/>
          </a:prstGeom>
          <a:solidFill>
            <a:srgbClr val="00396B"/>
          </a:solidFill>
          <a:ln w="38100">
            <a:solidFill>
              <a:srgbClr val="00396B"/>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l"/>
            <a:endParaRPr lang="en-US" sz="1600" dirty="0"/>
          </a:p>
        </p:txBody>
      </p:sp>
      <p:sp>
        <p:nvSpPr>
          <p:cNvPr id="19" name="Rectangle 18">
            <a:extLst>
              <a:ext uri="{FF2B5EF4-FFF2-40B4-BE49-F238E27FC236}">
                <a16:creationId xmlns:a16="http://schemas.microsoft.com/office/drawing/2014/main" id="{89B73027-7C0E-C742-9259-2DB16F884C74}"/>
              </a:ext>
            </a:extLst>
          </p:cNvPr>
          <p:cNvSpPr/>
          <p:nvPr userDrawn="1"/>
        </p:nvSpPr>
        <p:spPr>
          <a:xfrm>
            <a:off x="298219" y="4051944"/>
            <a:ext cx="140429" cy="905826"/>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Rectangle 19">
            <a:extLst>
              <a:ext uri="{FF2B5EF4-FFF2-40B4-BE49-F238E27FC236}">
                <a16:creationId xmlns:a16="http://schemas.microsoft.com/office/drawing/2014/main" id="{76958CA2-1AEA-CD49-817A-B8F12997BFCA}"/>
              </a:ext>
            </a:extLst>
          </p:cNvPr>
          <p:cNvSpPr/>
          <p:nvPr userDrawn="1"/>
        </p:nvSpPr>
        <p:spPr>
          <a:xfrm>
            <a:off x="9614923" y="4051944"/>
            <a:ext cx="135052" cy="689926"/>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Text Placeholder 4">
            <a:extLst>
              <a:ext uri="{FF2B5EF4-FFF2-40B4-BE49-F238E27FC236}">
                <a16:creationId xmlns:a16="http://schemas.microsoft.com/office/drawing/2014/main" id="{1745963F-55C7-2C49-BE24-284569DDA276}"/>
              </a:ext>
            </a:extLst>
          </p:cNvPr>
          <p:cNvSpPr>
            <a:spLocks noGrp="1"/>
          </p:cNvSpPr>
          <p:nvPr>
            <p:ph type="body" sz="quarter" idx="20" hasCustomPrompt="1"/>
          </p:nvPr>
        </p:nvSpPr>
        <p:spPr>
          <a:xfrm>
            <a:off x="461623" y="4622335"/>
            <a:ext cx="9144000" cy="355600"/>
          </a:xfrm>
        </p:spPr>
        <p:txBody>
          <a:bodyPr lIns="0" tIns="0" rIns="0" bIns="0" anchor="t">
            <a:normAutofit/>
          </a:bodyPr>
          <a:lstStyle>
            <a:lvl1pPr marL="0" indent="0">
              <a:spcBef>
                <a:spcPts val="500"/>
              </a:spcBef>
              <a:buNone/>
              <a:defRPr sz="1800"/>
            </a:lvl1pPr>
          </a:lstStyle>
          <a:p>
            <a:pPr lvl="0"/>
            <a:r>
              <a:rPr lang="en-US" dirty="0"/>
              <a:t>Click to edit subtitle</a:t>
            </a:r>
          </a:p>
        </p:txBody>
      </p:sp>
      <p:sp>
        <p:nvSpPr>
          <p:cNvPr id="22" name="Text Placeholder 21">
            <a:extLst>
              <a:ext uri="{FF2B5EF4-FFF2-40B4-BE49-F238E27FC236}">
                <a16:creationId xmlns:a16="http://schemas.microsoft.com/office/drawing/2014/main" id="{9FCA511B-C784-6D48-AA86-039EDD4B3543}"/>
              </a:ext>
            </a:extLst>
          </p:cNvPr>
          <p:cNvSpPr>
            <a:spLocks noGrp="1"/>
          </p:cNvSpPr>
          <p:nvPr>
            <p:ph type="body" sz="quarter" idx="21" hasCustomPrompt="1"/>
          </p:nvPr>
        </p:nvSpPr>
        <p:spPr>
          <a:xfrm>
            <a:off x="463929" y="3722932"/>
            <a:ext cx="9144000" cy="731520"/>
          </a:xfrm>
        </p:spPr>
        <p:txBody>
          <a:bodyPr lIns="0" tIns="0" rIns="0" bIns="0" anchor="b">
            <a:normAutofit/>
          </a:bodyPr>
          <a:lstStyle>
            <a:lvl1pPr marL="0" indent="0">
              <a:buNone/>
              <a:defRPr sz="2800">
                <a:latin typeface="+mj-lt"/>
              </a:defRPr>
            </a:lvl1pPr>
          </a:lstStyle>
          <a:p>
            <a:pPr lvl="0"/>
            <a:r>
              <a:rPr lang="en-US" dirty="0"/>
              <a:t>Click to edit Master title style</a:t>
            </a:r>
          </a:p>
        </p:txBody>
      </p:sp>
    </p:spTree>
    <p:extLst>
      <p:ext uri="{BB962C8B-B14F-4D97-AF65-F5344CB8AC3E}">
        <p14:creationId xmlns:p14="http://schemas.microsoft.com/office/powerpoint/2010/main" val="43324665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Title and Two Subsections">
    <p:spTree>
      <p:nvGrpSpPr>
        <p:cNvPr id="1" name=""/>
        <p:cNvGrpSpPr/>
        <p:nvPr/>
      </p:nvGrpSpPr>
      <p:grpSpPr>
        <a:xfrm>
          <a:off x="0" y="0"/>
          <a:ext cx="0" cy="0"/>
          <a:chOff x="0" y="0"/>
          <a:chExt cx="0" cy="0"/>
        </a:xfrm>
      </p:grpSpPr>
      <p:sp>
        <p:nvSpPr>
          <p:cNvPr id="2" name="Title 1"/>
          <p:cNvSpPr>
            <a:spLocks noGrp="1"/>
          </p:cNvSpPr>
          <p:nvPr>
            <p:ph type="title"/>
          </p:nvPr>
        </p:nvSpPr>
        <p:spPr>
          <a:xfrm>
            <a:off x="461623" y="365467"/>
            <a:ext cx="9144000" cy="731520"/>
          </a:xfrm>
        </p:spPr>
        <p:txBody>
          <a:bodyPr lIns="0" tIns="0" rIns="0" bIns="0" anchor="b">
            <a:noAutofit/>
          </a:bodyPr>
          <a:lstStyle>
            <a:lvl1pPr algn="l">
              <a:defRPr sz="2800"/>
            </a:lvl1pPr>
          </a:lstStyle>
          <a:p>
            <a:r>
              <a:rPr lang="en-US"/>
              <a:t>Click to edit Master title style</a:t>
            </a:r>
            <a:endParaRPr lang="en-US" dirty="0"/>
          </a:p>
        </p:txBody>
      </p:sp>
      <p:sp>
        <p:nvSpPr>
          <p:cNvPr id="7" name="Rectangle 6">
            <a:extLst>
              <a:ext uri="{FF2B5EF4-FFF2-40B4-BE49-F238E27FC236}">
                <a16:creationId xmlns:a16="http://schemas.microsoft.com/office/drawing/2014/main" id="{2646B5E7-46FE-9147-90FD-86B4FD3EF191}"/>
              </a:ext>
            </a:extLst>
          </p:cNvPr>
          <p:cNvSpPr/>
          <p:nvPr userDrawn="1"/>
        </p:nvSpPr>
        <p:spPr>
          <a:xfrm>
            <a:off x="461623" y="1144853"/>
            <a:ext cx="9144000" cy="0"/>
          </a:xfrm>
          <a:prstGeom prst="rect">
            <a:avLst/>
          </a:prstGeom>
          <a:solidFill>
            <a:srgbClr val="00396B"/>
          </a:solidFill>
          <a:ln w="38100">
            <a:solidFill>
              <a:srgbClr val="00396B"/>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l"/>
            <a:endParaRPr lang="en-US" sz="1600" dirty="0"/>
          </a:p>
        </p:txBody>
      </p:sp>
      <p:sp>
        <p:nvSpPr>
          <p:cNvPr id="8" name="Rectangle 7">
            <a:extLst>
              <a:ext uri="{FF2B5EF4-FFF2-40B4-BE49-F238E27FC236}">
                <a16:creationId xmlns:a16="http://schemas.microsoft.com/office/drawing/2014/main" id="{60AC43C3-41D9-9C4F-B8B0-DA592026F312}"/>
              </a:ext>
            </a:extLst>
          </p:cNvPr>
          <p:cNvSpPr/>
          <p:nvPr userDrawn="1"/>
        </p:nvSpPr>
        <p:spPr>
          <a:xfrm>
            <a:off x="298219" y="780099"/>
            <a:ext cx="140429" cy="905826"/>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Rectangle 8">
            <a:extLst>
              <a:ext uri="{FF2B5EF4-FFF2-40B4-BE49-F238E27FC236}">
                <a16:creationId xmlns:a16="http://schemas.microsoft.com/office/drawing/2014/main" id="{F0F01F0F-0C02-0349-8EC7-9C1A12E678A6}"/>
              </a:ext>
            </a:extLst>
          </p:cNvPr>
          <p:cNvSpPr/>
          <p:nvPr userDrawn="1"/>
        </p:nvSpPr>
        <p:spPr>
          <a:xfrm>
            <a:off x="9614923" y="780099"/>
            <a:ext cx="135052" cy="689926"/>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C5F8A2F7-AF6E-8B47-BFCE-0F05ED9722E2}"/>
              </a:ext>
            </a:extLst>
          </p:cNvPr>
          <p:cNvSpPr/>
          <p:nvPr userDrawn="1"/>
        </p:nvSpPr>
        <p:spPr>
          <a:xfrm>
            <a:off x="461623" y="7105266"/>
            <a:ext cx="9144000" cy="0"/>
          </a:xfrm>
          <a:prstGeom prst="rect">
            <a:avLst/>
          </a:prstGeom>
          <a:solidFill>
            <a:srgbClr val="00396B"/>
          </a:solidFill>
          <a:ln w="19050">
            <a:solidFill>
              <a:srgbClr val="00396B"/>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l"/>
            <a:endParaRPr lang="en-US" sz="1600" dirty="0"/>
          </a:p>
        </p:txBody>
      </p:sp>
      <p:sp>
        <p:nvSpPr>
          <p:cNvPr id="15" name="Rectangle 14">
            <a:extLst>
              <a:ext uri="{FF2B5EF4-FFF2-40B4-BE49-F238E27FC236}">
                <a16:creationId xmlns:a16="http://schemas.microsoft.com/office/drawing/2014/main" id="{7E704648-A2D3-CF47-A418-6C3DA12F0E1F}"/>
              </a:ext>
            </a:extLst>
          </p:cNvPr>
          <p:cNvSpPr/>
          <p:nvPr userDrawn="1"/>
        </p:nvSpPr>
        <p:spPr>
          <a:xfrm>
            <a:off x="306772" y="6986085"/>
            <a:ext cx="135052" cy="270588"/>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id="{306910E1-718B-9148-82CB-2C98644C11FB}"/>
              </a:ext>
            </a:extLst>
          </p:cNvPr>
          <p:cNvSpPr/>
          <p:nvPr userDrawn="1"/>
        </p:nvSpPr>
        <p:spPr>
          <a:xfrm>
            <a:off x="9614923" y="6986085"/>
            <a:ext cx="135052" cy="270588"/>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2" name="Slide Number Placeholder 31">
            <a:extLst>
              <a:ext uri="{FF2B5EF4-FFF2-40B4-BE49-F238E27FC236}">
                <a16:creationId xmlns:a16="http://schemas.microsoft.com/office/drawing/2014/main" id="{92A52980-2613-2347-B25E-DCB831E65E90}"/>
              </a:ext>
            </a:extLst>
          </p:cNvPr>
          <p:cNvSpPr>
            <a:spLocks noGrp="1"/>
          </p:cNvSpPr>
          <p:nvPr>
            <p:ph type="sldNum" sz="quarter" idx="17"/>
          </p:nvPr>
        </p:nvSpPr>
        <p:spPr>
          <a:xfrm>
            <a:off x="9216483" y="7201198"/>
            <a:ext cx="389140" cy="413808"/>
          </a:xfrm>
          <a:prstGeom prst="rect">
            <a:avLst/>
          </a:prstGeom>
        </p:spPr>
        <p:txBody>
          <a:bodyPr lIns="0" tIns="0" rIns="0" bIns="0" anchor="ctr"/>
          <a:lstStyle>
            <a:lvl1pPr>
              <a:defRPr sz="1200">
                <a:latin typeface="Garamond" panose="02020404030301010803" pitchFamily="18" charset="0"/>
              </a:defRPr>
            </a:lvl1pPr>
          </a:lstStyle>
          <a:p>
            <a:fld id="{3FEFCAF1-6404-E34E-8C55-31475CA0CB4C}" type="slidenum">
              <a:rPr lang="en-US" smtClean="0"/>
              <a:pPr/>
              <a:t>‹#›</a:t>
            </a:fld>
            <a:endParaRPr lang="en-US" dirty="0"/>
          </a:p>
        </p:txBody>
      </p:sp>
      <p:sp>
        <p:nvSpPr>
          <p:cNvPr id="5" name="Text Placeholder 4">
            <a:extLst>
              <a:ext uri="{FF2B5EF4-FFF2-40B4-BE49-F238E27FC236}">
                <a16:creationId xmlns:a16="http://schemas.microsoft.com/office/drawing/2014/main" id="{BCC58857-C60A-334F-99DC-0BDAF0F9C4BC}"/>
              </a:ext>
            </a:extLst>
          </p:cNvPr>
          <p:cNvSpPr>
            <a:spLocks noGrp="1"/>
          </p:cNvSpPr>
          <p:nvPr>
            <p:ph type="body" sz="quarter" idx="18" hasCustomPrompt="1"/>
          </p:nvPr>
        </p:nvSpPr>
        <p:spPr>
          <a:xfrm>
            <a:off x="461963" y="1248828"/>
            <a:ext cx="9144000" cy="355600"/>
          </a:xfrm>
        </p:spPr>
        <p:txBody>
          <a:bodyPr lIns="0" tIns="0" rIns="0" bIns="0" anchor="t">
            <a:normAutofit/>
          </a:bodyPr>
          <a:lstStyle>
            <a:lvl1pPr marL="0" indent="0">
              <a:buNone/>
              <a:defRPr sz="1800"/>
            </a:lvl1pPr>
          </a:lstStyle>
          <a:p>
            <a:pPr lvl="0"/>
            <a:r>
              <a:rPr lang="en-US" dirty="0"/>
              <a:t>Click to edit subtitle</a:t>
            </a:r>
          </a:p>
        </p:txBody>
      </p:sp>
      <p:sp>
        <p:nvSpPr>
          <p:cNvPr id="13" name="Content1">
            <a:extLst>
              <a:ext uri="{FF2B5EF4-FFF2-40B4-BE49-F238E27FC236}">
                <a16:creationId xmlns:a16="http://schemas.microsoft.com/office/drawing/2014/main" id="{D46044D0-78E9-9B42-B3E1-4B17267FF4C5}"/>
              </a:ext>
            </a:extLst>
          </p:cNvPr>
          <p:cNvSpPr>
            <a:spLocks noGrp="1"/>
          </p:cNvSpPr>
          <p:nvPr>
            <p:ph idx="10"/>
          </p:nvPr>
        </p:nvSpPr>
        <p:spPr>
          <a:xfrm>
            <a:off x="461623" y="1697463"/>
            <a:ext cx="9144000" cy="1429785"/>
          </a:xfrm>
        </p:spPr>
        <p:txBody>
          <a:bodyPr>
            <a:normAutofit/>
          </a:bodyPr>
          <a:lstStyle>
            <a:lvl1pPr>
              <a:spcBef>
                <a:spcPts val="500"/>
              </a:spcBef>
              <a:defRPr sz="1600" b="0" i="0">
                <a:solidFill>
                  <a:schemeClr val="tx1"/>
                </a:solidFill>
                <a:latin typeface="Garamond" panose="02020404030301010803" pitchFamily="18" charset="0"/>
              </a:defRPr>
            </a:lvl1pPr>
            <a:lvl2pPr>
              <a:spcBef>
                <a:spcPts val="500"/>
              </a:spcBef>
              <a:defRPr sz="1600" b="0" i="0">
                <a:solidFill>
                  <a:schemeClr val="tx1"/>
                </a:solidFill>
                <a:latin typeface="Garamond" panose="02020404030301010803" pitchFamily="18" charset="0"/>
              </a:defRPr>
            </a:lvl2pPr>
            <a:lvl3pPr>
              <a:spcBef>
                <a:spcPts val="500"/>
              </a:spcBef>
              <a:defRPr sz="1600" b="0" i="0">
                <a:solidFill>
                  <a:schemeClr val="tx1"/>
                </a:solidFill>
                <a:latin typeface="Garamond" panose="02020404030301010803" pitchFamily="18" charset="0"/>
              </a:defRPr>
            </a:lvl3pPr>
            <a:lvl4pPr>
              <a:spcBef>
                <a:spcPts val="500"/>
              </a:spcBef>
              <a:defRPr sz="1600" b="0" i="0">
                <a:solidFill>
                  <a:schemeClr val="tx1"/>
                </a:solidFill>
                <a:latin typeface="Garamond" panose="02020404030301010803" pitchFamily="18" charset="0"/>
              </a:defRPr>
            </a:lvl4pPr>
            <a:lvl5pPr>
              <a:spcBef>
                <a:spcPts val="500"/>
              </a:spcBef>
              <a:defRPr sz="1600" b="0" i="0">
                <a:solidFill>
                  <a:schemeClr val="tx1"/>
                </a:solidFill>
                <a:latin typeface="Garamond" panose="02020404030301010803" pitchFamily="18" charset="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7" name="Content2">
            <a:extLst>
              <a:ext uri="{FF2B5EF4-FFF2-40B4-BE49-F238E27FC236}">
                <a16:creationId xmlns:a16="http://schemas.microsoft.com/office/drawing/2014/main" id="{514BEE0B-5D43-414C-AFBF-36F61DE4825F}"/>
              </a:ext>
            </a:extLst>
          </p:cNvPr>
          <p:cNvSpPr>
            <a:spLocks noGrp="1"/>
          </p:cNvSpPr>
          <p:nvPr>
            <p:ph sz="quarter" idx="11"/>
          </p:nvPr>
        </p:nvSpPr>
        <p:spPr>
          <a:xfrm>
            <a:off x="461623" y="3590441"/>
            <a:ext cx="4462272" cy="3418894"/>
          </a:xfrm>
          <a:prstGeom prst="rect">
            <a:avLst/>
          </a:prstGeom>
        </p:spPr>
        <p:txBody>
          <a:bodyPr>
            <a:normAutofit/>
          </a:bodyPr>
          <a:lstStyle>
            <a:lvl1pPr>
              <a:spcBef>
                <a:spcPts val="500"/>
              </a:spcBef>
              <a:defRPr sz="1600" b="0" i="0">
                <a:solidFill>
                  <a:schemeClr val="tx1"/>
                </a:solidFill>
                <a:latin typeface="Garamond" panose="02020404030301010803" pitchFamily="18" charset="0"/>
              </a:defRPr>
            </a:lvl1pPr>
            <a:lvl2pPr>
              <a:spcBef>
                <a:spcPts val="500"/>
              </a:spcBef>
              <a:defRPr sz="1600" b="0" i="0">
                <a:solidFill>
                  <a:schemeClr val="tx1"/>
                </a:solidFill>
                <a:latin typeface="Garamond" panose="02020404030301010803" pitchFamily="18" charset="0"/>
              </a:defRPr>
            </a:lvl2pPr>
            <a:lvl3pPr>
              <a:spcBef>
                <a:spcPts val="500"/>
              </a:spcBef>
              <a:defRPr sz="1600" b="0" i="0">
                <a:solidFill>
                  <a:schemeClr val="tx1"/>
                </a:solidFill>
                <a:latin typeface="Garamond" panose="02020404030301010803" pitchFamily="18" charset="0"/>
              </a:defRPr>
            </a:lvl3pPr>
            <a:lvl4pPr>
              <a:spcBef>
                <a:spcPts val="500"/>
              </a:spcBef>
              <a:defRPr sz="1600" b="0" i="0">
                <a:solidFill>
                  <a:schemeClr val="tx1"/>
                </a:solidFill>
                <a:latin typeface="Garamond" panose="02020404030301010803" pitchFamily="18" charset="0"/>
              </a:defRPr>
            </a:lvl4pPr>
            <a:lvl5pPr>
              <a:spcBef>
                <a:spcPts val="500"/>
              </a:spcBef>
              <a:defRPr sz="1600" b="0" i="0">
                <a:solidFill>
                  <a:schemeClr val="tx1"/>
                </a:solidFill>
                <a:latin typeface="Garamond" panose="02020404030301010803" pitchFamily="18" charset="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9" name="Content4">
            <a:extLst>
              <a:ext uri="{FF2B5EF4-FFF2-40B4-BE49-F238E27FC236}">
                <a16:creationId xmlns:a16="http://schemas.microsoft.com/office/drawing/2014/main" id="{BDF34319-A32E-3B43-BA2D-1E51BE33E076}"/>
              </a:ext>
            </a:extLst>
          </p:cNvPr>
          <p:cNvSpPr>
            <a:spLocks noGrp="1"/>
          </p:cNvSpPr>
          <p:nvPr>
            <p:ph sz="quarter" idx="13"/>
          </p:nvPr>
        </p:nvSpPr>
        <p:spPr>
          <a:xfrm>
            <a:off x="5152651" y="3590441"/>
            <a:ext cx="4462272" cy="3418894"/>
          </a:xfrm>
          <a:prstGeom prst="rect">
            <a:avLst/>
          </a:prstGeom>
        </p:spPr>
        <p:txBody>
          <a:bodyPr>
            <a:normAutofit/>
          </a:bodyPr>
          <a:lstStyle>
            <a:lvl1pPr>
              <a:spcBef>
                <a:spcPts val="500"/>
              </a:spcBef>
              <a:defRPr sz="1600" b="0" i="0">
                <a:solidFill>
                  <a:schemeClr val="tx1"/>
                </a:solidFill>
                <a:latin typeface="Garamond" panose="02020404030301010803" pitchFamily="18" charset="0"/>
              </a:defRPr>
            </a:lvl1pPr>
            <a:lvl2pPr>
              <a:spcBef>
                <a:spcPts val="500"/>
              </a:spcBef>
              <a:defRPr sz="1600" b="0" i="0">
                <a:solidFill>
                  <a:schemeClr val="tx1"/>
                </a:solidFill>
                <a:latin typeface="Garamond" panose="02020404030301010803" pitchFamily="18" charset="0"/>
              </a:defRPr>
            </a:lvl2pPr>
            <a:lvl3pPr>
              <a:spcBef>
                <a:spcPts val="500"/>
              </a:spcBef>
              <a:defRPr sz="1600" b="0" i="0">
                <a:solidFill>
                  <a:schemeClr val="tx1"/>
                </a:solidFill>
                <a:latin typeface="Garamond" panose="02020404030301010803" pitchFamily="18" charset="0"/>
              </a:defRPr>
            </a:lvl3pPr>
            <a:lvl4pPr>
              <a:spcBef>
                <a:spcPts val="500"/>
              </a:spcBef>
              <a:defRPr sz="1600" b="0" i="0">
                <a:solidFill>
                  <a:schemeClr val="tx1"/>
                </a:solidFill>
                <a:latin typeface="Garamond" panose="02020404030301010803" pitchFamily="18" charset="0"/>
              </a:defRPr>
            </a:lvl4pPr>
            <a:lvl5pPr>
              <a:spcBef>
                <a:spcPts val="500"/>
              </a:spcBef>
              <a:defRPr sz="1600" b="0" i="0">
                <a:solidFill>
                  <a:schemeClr val="tx1"/>
                </a:solidFill>
                <a:latin typeface="Garamond" panose="02020404030301010803" pitchFamily="18" charset="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22" name="Content1">
            <a:extLst>
              <a:ext uri="{FF2B5EF4-FFF2-40B4-BE49-F238E27FC236}">
                <a16:creationId xmlns:a16="http://schemas.microsoft.com/office/drawing/2014/main" id="{5F96F686-6726-D140-A091-DADE6ED8B815}"/>
              </a:ext>
            </a:extLst>
          </p:cNvPr>
          <p:cNvSpPr>
            <a:spLocks noGrp="1"/>
          </p:cNvSpPr>
          <p:nvPr>
            <p:ph idx="21" hasCustomPrompt="1"/>
          </p:nvPr>
        </p:nvSpPr>
        <p:spPr>
          <a:xfrm>
            <a:off x="461623" y="3256001"/>
            <a:ext cx="4462272" cy="304337"/>
          </a:xfrm>
          <a:solidFill>
            <a:srgbClr val="1E1F49"/>
          </a:solidFill>
          <a:ln>
            <a:noFill/>
          </a:ln>
        </p:spPr>
        <p:txBody>
          <a:bodyPr lIns="0" tIns="0" rIns="0" bIns="0" anchor="ctr">
            <a:normAutofit/>
          </a:bodyPr>
          <a:lstStyle>
            <a:lvl1pPr marL="0" marR="0" indent="0" algn="ctr" defTabSz="1005840" rtl="0" eaLnBrk="1" fontAlgn="auto" latinLnBrk="0" hangingPunct="1">
              <a:lnSpc>
                <a:spcPct val="90000"/>
              </a:lnSpc>
              <a:spcBef>
                <a:spcPts val="1100"/>
              </a:spcBef>
              <a:spcAft>
                <a:spcPts val="0"/>
              </a:spcAft>
              <a:buClr>
                <a:srgbClr val="710F32"/>
              </a:buClr>
              <a:buSzPct val="90000"/>
              <a:buFont typeface="Wingdings" pitchFamily="2" charset="2"/>
              <a:buNone/>
              <a:tabLst/>
              <a:defRPr sz="1600" b="0" i="0">
                <a:solidFill>
                  <a:schemeClr val="bg1"/>
                </a:solidFill>
                <a:latin typeface="Garamond" panose="02020404030301010803" pitchFamily="18" charset="0"/>
              </a:defRPr>
            </a:lvl1pPr>
            <a:lvl2pPr marL="502920" indent="0">
              <a:buNone/>
              <a:defRPr sz="1600" b="0" i="0">
                <a:solidFill>
                  <a:schemeClr val="tx1"/>
                </a:solidFill>
                <a:latin typeface="Garamond" panose="02020404030301010803" pitchFamily="18" charset="0"/>
              </a:defRPr>
            </a:lvl2pPr>
            <a:lvl3pPr>
              <a:defRPr sz="1600" b="0" i="0">
                <a:solidFill>
                  <a:schemeClr val="tx1"/>
                </a:solidFill>
                <a:latin typeface="Garamond" panose="02020404030301010803" pitchFamily="18" charset="0"/>
              </a:defRPr>
            </a:lvl3pPr>
            <a:lvl4pPr>
              <a:defRPr sz="1600" b="0" i="0">
                <a:solidFill>
                  <a:schemeClr val="tx1"/>
                </a:solidFill>
                <a:latin typeface="Garamond" panose="02020404030301010803" pitchFamily="18" charset="0"/>
              </a:defRPr>
            </a:lvl4pPr>
            <a:lvl5pPr>
              <a:defRPr sz="1600" b="0" i="0">
                <a:solidFill>
                  <a:schemeClr val="tx1"/>
                </a:solidFill>
                <a:latin typeface="Garamond" panose="02020404030301010803" pitchFamily="18" charset="0"/>
              </a:defRPr>
            </a:lvl5pPr>
          </a:lstStyle>
          <a:p>
            <a:pPr marL="0" marR="0" lvl="0" indent="0" algn="ctr" defTabSz="1005840" rtl="0" eaLnBrk="1" fontAlgn="auto" latinLnBrk="0" hangingPunct="1">
              <a:lnSpc>
                <a:spcPct val="90000"/>
              </a:lnSpc>
              <a:spcBef>
                <a:spcPts val="1100"/>
              </a:spcBef>
              <a:spcAft>
                <a:spcPts val="0"/>
              </a:spcAft>
              <a:buClr>
                <a:srgbClr val="710F32"/>
              </a:buClr>
              <a:buSzPct val="90000"/>
              <a:buFont typeface="Wingdings" pitchFamily="2" charset="2"/>
              <a:buNone/>
              <a:tabLst/>
              <a:defRPr/>
            </a:pPr>
            <a:r>
              <a:rPr lang="en-US" dirty="0"/>
              <a:t>Click to edit section title</a:t>
            </a:r>
          </a:p>
        </p:txBody>
      </p:sp>
      <p:sp>
        <p:nvSpPr>
          <p:cNvPr id="23" name="Content1">
            <a:extLst>
              <a:ext uri="{FF2B5EF4-FFF2-40B4-BE49-F238E27FC236}">
                <a16:creationId xmlns:a16="http://schemas.microsoft.com/office/drawing/2014/main" id="{BA9A4183-D676-264B-9F00-3DB87FCD9B78}"/>
              </a:ext>
            </a:extLst>
          </p:cNvPr>
          <p:cNvSpPr>
            <a:spLocks noGrp="1"/>
          </p:cNvSpPr>
          <p:nvPr>
            <p:ph idx="22" hasCustomPrompt="1"/>
          </p:nvPr>
        </p:nvSpPr>
        <p:spPr>
          <a:xfrm>
            <a:off x="5152651" y="3258980"/>
            <a:ext cx="4463745" cy="304337"/>
          </a:xfrm>
          <a:solidFill>
            <a:srgbClr val="1E1F49"/>
          </a:solidFill>
          <a:ln>
            <a:noFill/>
          </a:ln>
        </p:spPr>
        <p:txBody>
          <a:bodyPr lIns="0" tIns="0" rIns="0" bIns="0" anchor="ctr">
            <a:normAutofit/>
          </a:bodyPr>
          <a:lstStyle>
            <a:lvl1pPr marL="0" marR="0" indent="0" algn="ctr" defTabSz="1005840" rtl="0" eaLnBrk="1" fontAlgn="auto" latinLnBrk="0" hangingPunct="1">
              <a:lnSpc>
                <a:spcPct val="90000"/>
              </a:lnSpc>
              <a:spcBef>
                <a:spcPts val="1100"/>
              </a:spcBef>
              <a:spcAft>
                <a:spcPts val="0"/>
              </a:spcAft>
              <a:buClr>
                <a:srgbClr val="710F32"/>
              </a:buClr>
              <a:buSzPct val="90000"/>
              <a:buFont typeface="Wingdings" pitchFamily="2" charset="2"/>
              <a:buNone/>
              <a:tabLst/>
              <a:defRPr sz="1600" b="0" i="0">
                <a:solidFill>
                  <a:schemeClr val="bg1"/>
                </a:solidFill>
                <a:latin typeface="Garamond" panose="02020404030301010803" pitchFamily="18" charset="0"/>
              </a:defRPr>
            </a:lvl1pPr>
            <a:lvl2pPr marL="502920" indent="0">
              <a:buNone/>
              <a:defRPr sz="1600" b="0" i="0">
                <a:solidFill>
                  <a:schemeClr val="tx1"/>
                </a:solidFill>
                <a:latin typeface="Garamond" panose="02020404030301010803" pitchFamily="18" charset="0"/>
              </a:defRPr>
            </a:lvl2pPr>
            <a:lvl3pPr>
              <a:defRPr sz="1600" b="0" i="0">
                <a:solidFill>
                  <a:schemeClr val="tx1"/>
                </a:solidFill>
                <a:latin typeface="Garamond" panose="02020404030301010803" pitchFamily="18" charset="0"/>
              </a:defRPr>
            </a:lvl3pPr>
            <a:lvl4pPr>
              <a:defRPr sz="1600" b="0" i="0">
                <a:solidFill>
                  <a:schemeClr val="tx1"/>
                </a:solidFill>
                <a:latin typeface="Garamond" panose="02020404030301010803" pitchFamily="18" charset="0"/>
              </a:defRPr>
            </a:lvl4pPr>
            <a:lvl5pPr>
              <a:defRPr sz="1600" b="0" i="0">
                <a:solidFill>
                  <a:schemeClr val="tx1"/>
                </a:solidFill>
                <a:latin typeface="Garamond" panose="02020404030301010803" pitchFamily="18" charset="0"/>
              </a:defRPr>
            </a:lvl5pPr>
          </a:lstStyle>
          <a:p>
            <a:pPr marL="0" marR="0" lvl="0" indent="0" algn="ctr" defTabSz="1005840" rtl="0" eaLnBrk="1" fontAlgn="auto" latinLnBrk="0" hangingPunct="1">
              <a:lnSpc>
                <a:spcPct val="90000"/>
              </a:lnSpc>
              <a:spcBef>
                <a:spcPts val="1100"/>
              </a:spcBef>
              <a:spcAft>
                <a:spcPts val="0"/>
              </a:spcAft>
              <a:buClr>
                <a:srgbClr val="710F32"/>
              </a:buClr>
              <a:buSzPct val="90000"/>
              <a:buFont typeface="Wingdings" pitchFamily="2" charset="2"/>
              <a:buNone/>
              <a:tabLst/>
              <a:defRPr/>
            </a:pPr>
            <a:r>
              <a:rPr lang="en-US" dirty="0"/>
              <a:t>Click to edit section title</a:t>
            </a:r>
          </a:p>
        </p:txBody>
      </p:sp>
    </p:spTree>
    <p:extLst>
      <p:ext uri="{BB962C8B-B14F-4D97-AF65-F5344CB8AC3E}">
        <p14:creationId xmlns:p14="http://schemas.microsoft.com/office/powerpoint/2010/main" val="1377836837"/>
      </p:ext>
    </p:extLst>
  </p:cSld>
  <p:clrMapOvr>
    <a:masterClrMapping/>
  </p:clrMapOvr>
  <p:extLst>
    <p:ext uri="{DCECCB84-F9BA-43D5-87BE-67443E8EF086}">
      <p15:sldGuideLst xmlns:p15="http://schemas.microsoft.com/office/powerpoint/2012/main">
        <p15:guide id="1" orient="horz" pos="2448" userDrawn="1">
          <p15:clr>
            <a:srgbClr val="FBAE40"/>
          </p15:clr>
        </p15:guide>
        <p15:guide id="2" pos="3168" userDrawn="1">
          <p15:clr>
            <a:srgbClr val="FBAE40"/>
          </p15:clr>
        </p15:guide>
      </p15:sldGuideLst>
    </p:ext>
  </p:extLst>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2 x 2">
    <p:spTree>
      <p:nvGrpSpPr>
        <p:cNvPr id="1" name=""/>
        <p:cNvGrpSpPr/>
        <p:nvPr/>
      </p:nvGrpSpPr>
      <p:grpSpPr>
        <a:xfrm>
          <a:off x="0" y="0"/>
          <a:ext cx="0" cy="0"/>
          <a:chOff x="0" y="0"/>
          <a:chExt cx="0" cy="0"/>
        </a:xfrm>
      </p:grpSpPr>
      <p:sp>
        <p:nvSpPr>
          <p:cNvPr id="2" name="Title 1"/>
          <p:cNvSpPr>
            <a:spLocks noGrp="1"/>
          </p:cNvSpPr>
          <p:nvPr>
            <p:ph type="title"/>
          </p:nvPr>
        </p:nvSpPr>
        <p:spPr>
          <a:xfrm>
            <a:off x="461623" y="365467"/>
            <a:ext cx="9144000" cy="731520"/>
          </a:xfrm>
        </p:spPr>
        <p:txBody>
          <a:bodyPr lIns="0" tIns="0" rIns="0" bIns="0" anchor="b">
            <a:noAutofit/>
          </a:bodyPr>
          <a:lstStyle>
            <a:lvl1pPr algn="l">
              <a:defRPr sz="2800"/>
            </a:lvl1pPr>
          </a:lstStyle>
          <a:p>
            <a:r>
              <a:rPr lang="en-US"/>
              <a:t>Click to edit Master title style</a:t>
            </a:r>
            <a:endParaRPr lang="en-US" dirty="0"/>
          </a:p>
        </p:txBody>
      </p:sp>
      <p:sp>
        <p:nvSpPr>
          <p:cNvPr id="7" name="Rectangle 6">
            <a:extLst>
              <a:ext uri="{FF2B5EF4-FFF2-40B4-BE49-F238E27FC236}">
                <a16:creationId xmlns:a16="http://schemas.microsoft.com/office/drawing/2014/main" id="{2646B5E7-46FE-9147-90FD-86B4FD3EF191}"/>
              </a:ext>
            </a:extLst>
          </p:cNvPr>
          <p:cNvSpPr/>
          <p:nvPr userDrawn="1"/>
        </p:nvSpPr>
        <p:spPr>
          <a:xfrm>
            <a:off x="461623" y="1144853"/>
            <a:ext cx="9144000" cy="0"/>
          </a:xfrm>
          <a:prstGeom prst="rect">
            <a:avLst/>
          </a:prstGeom>
          <a:solidFill>
            <a:srgbClr val="00396B"/>
          </a:solidFill>
          <a:ln w="38100">
            <a:solidFill>
              <a:srgbClr val="00396B"/>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l"/>
            <a:endParaRPr lang="en-US" sz="1600" dirty="0"/>
          </a:p>
        </p:txBody>
      </p:sp>
      <p:sp>
        <p:nvSpPr>
          <p:cNvPr id="8" name="Rectangle 7">
            <a:extLst>
              <a:ext uri="{FF2B5EF4-FFF2-40B4-BE49-F238E27FC236}">
                <a16:creationId xmlns:a16="http://schemas.microsoft.com/office/drawing/2014/main" id="{60AC43C3-41D9-9C4F-B8B0-DA592026F312}"/>
              </a:ext>
            </a:extLst>
          </p:cNvPr>
          <p:cNvSpPr/>
          <p:nvPr userDrawn="1"/>
        </p:nvSpPr>
        <p:spPr>
          <a:xfrm>
            <a:off x="298219" y="780099"/>
            <a:ext cx="140429" cy="905826"/>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Rectangle 8">
            <a:extLst>
              <a:ext uri="{FF2B5EF4-FFF2-40B4-BE49-F238E27FC236}">
                <a16:creationId xmlns:a16="http://schemas.microsoft.com/office/drawing/2014/main" id="{F0F01F0F-0C02-0349-8EC7-9C1A12E678A6}"/>
              </a:ext>
            </a:extLst>
          </p:cNvPr>
          <p:cNvSpPr/>
          <p:nvPr userDrawn="1"/>
        </p:nvSpPr>
        <p:spPr>
          <a:xfrm>
            <a:off x="9614923" y="780099"/>
            <a:ext cx="135052" cy="689926"/>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C5F8A2F7-AF6E-8B47-BFCE-0F05ED9722E2}"/>
              </a:ext>
            </a:extLst>
          </p:cNvPr>
          <p:cNvSpPr/>
          <p:nvPr userDrawn="1"/>
        </p:nvSpPr>
        <p:spPr>
          <a:xfrm>
            <a:off x="461623" y="7105266"/>
            <a:ext cx="9144000" cy="0"/>
          </a:xfrm>
          <a:prstGeom prst="rect">
            <a:avLst/>
          </a:prstGeom>
          <a:solidFill>
            <a:srgbClr val="00396B"/>
          </a:solidFill>
          <a:ln w="19050">
            <a:solidFill>
              <a:srgbClr val="00396B"/>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l"/>
            <a:endParaRPr lang="en-US" sz="1600" dirty="0"/>
          </a:p>
        </p:txBody>
      </p:sp>
      <p:sp>
        <p:nvSpPr>
          <p:cNvPr id="15" name="Rectangle 14">
            <a:extLst>
              <a:ext uri="{FF2B5EF4-FFF2-40B4-BE49-F238E27FC236}">
                <a16:creationId xmlns:a16="http://schemas.microsoft.com/office/drawing/2014/main" id="{7E704648-A2D3-CF47-A418-6C3DA12F0E1F}"/>
              </a:ext>
            </a:extLst>
          </p:cNvPr>
          <p:cNvSpPr/>
          <p:nvPr userDrawn="1"/>
        </p:nvSpPr>
        <p:spPr>
          <a:xfrm>
            <a:off x="306772" y="6986085"/>
            <a:ext cx="135052" cy="270588"/>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id="{306910E1-718B-9148-82CB-2C98644C11FB}"/>
              </a:ext>
            </a:extLst>
          </p:cNvPr>
          <p:cNvSpPr/>
          <p:nvPr userDrawn="1"/>
        </p:nvSpPr>
        <p:spPr>
          <a:xfrm>
            <a:off x="9614923" y="6986085"/>
            <a:ext cx="135052" cy="270588"/>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2" name="Slide Number Placeholder 31">
            <a:extLst>
              <a:ext uri="{FF2B5EF4-FFF2-40B4-BE49-F238E27FC236}">
                <a16:creationId xmlns:a16="http://schemas.microsoft.com/office/drawing/2014/main" id="{92A52980-2613-2347-B25E-DCB831E65E90}"/>
              </a:ext>
            </a:extLst>
          </p:cNvPr>
          <p:cNvSpPr>
            <a:spLocks noGrp="1"/>
          </p:cNvSpPr>
          <p:nvPr>
            <p:ph type="sldNum" sz="quarter" idx="17"/>
          </p:nvPr>
        </p:nvSpPr>
        <p:spPr>
          <a:xfrm>
            <a:off x="9216483" y="7201198"/>
            <a:ext cx="389140" cy="413808"/>
          </a:xfrm>
          <a:prstGeom prst="rect">
            <a:avLst/>
          </a:prstGeom>
        </p:spPr>
        <p:txBody>
          <a:bodyPr lIns="0" tIns="0" rIns="0" bIns="0" anchor="ctr"/>
          <a:lstStyle>
            <a:lvl1pPr>
              <a:defRPr sz="1200">
                <a:latin typeface="Garamond" panose="02020404030301010803" pitchFamily="18" charset="0"/>
              </a:defRPr>
            </a:lvl1pPr>
          </a:lstStyle>
          <a:p>
            <a:fld id="{3FEFCAF1-6404-E34E-8C55-31475CA0CB4C}" type="slidenum">
              <a:rPr lang="en-US" smtClean="0"/>
              <a:pPr/>
              <a:t>‹#›</a:t>
            </a:fld>
            <a:endParaRPr lang="en-US" dirty="0"/>
          </a:p>
        </p:txBody>
      </p:sp>
      <p:sp>
        <p:nvSpPr>
          <p:cNvPr id="5" name="Text Placeholder 4">
            <a:extLst>
              <a:ext uri="{FF2B5EF4-FFF2-40B4-BE49-F238E27FC236}">
                <a16:creationId xmlns:a16="http://schemas.microsoft.com/office/drawing/2014/main" id="{BCC58857-C60A-334F-99DC-0BDAF0F9C4BC}"/>
              </a:ext>
            </a:extLst>
          </p:cNvPr>
          <p:cNvSpPr>
            <a:spLocks noGrp="1"/>
          </p:cNvSpPr>
          <p:nvPr>
            <p:ph type="body" sz="quarter" idx="18" hasCustomPrompt="1"/>
          </p:nvPr>
        </p:nvSpPr>
        <p:spPr>
          <a:xfrm>
            <a:off x="461963" y="1248828"/>
            <a:ext cx="9144000" cy="355600"/>
          </a:xfrm>
        </p:spPr>
        <p:txBody>
          <a:bodyPr lIns="0" tIns="0" rIns="0" bIns="0" anchor="t">
            <a:normAutofit/>
          </a:bodyPr>
          <a:lstStyle>
            <a:lvl1pPr marL="0" indent="0">
              <a:buNone/>
              <a:defRPr sz="1800"/>
            </a:lvl1pPr>
          </a:lstStyle>
          <a:p>
            <a:pPr lvl="0"/>
            <a:r>
              <a:rPr lang="en-US" dirty="0"/>
              <a:t>Click to edit subtitle</a:t>
            </a:r>
          </a:p>
        </p:txBody>
      </p:sp>
      <p:sp>
        <p:nvSpPr>
          <p:cNvPr id="13" name="Content1">
            <a:extLst>
              <a:ext uri="{FF2B5EF4-FFF2-40B4-BE49-F238E27FC236}">
                <a16:creationId xmlns:a16="http://schemas.microsoft.com/office/drawing/2014/main" id="{D46044D0-78E9-9B42-B3E1-4B17267FF4C5}"/>
              </a:ext>
            </a:extLst>
          </p:cNvPr>
          <p:cNvSpPr>
            <a:spLocks noGrp="1"/>
          </p:cNvSpPr>
          <p:nvPr>
            <p:ph idx="10"/>
          </p:nvPr>
        </p:nvSpPr>
        <p:spPr>
          <a:xfrm>
            <a:off x="461623" y="2227815"/>
            <a:ext cx="4462272" cy="1965960"/>
          </a:xfrm>
        </p:spPr>
        <p:txBody>
          <a:bodyPr>
            <a:normAutofit/>
          </a:bodyPr>
          <a:lstStyle>
            <a:lvl1pPr>
              <a:spcBef>
                <a:spcPts val="500"/>
              </a:spcBef>
              <a:defRPr sz="1600" b="0" i="0">
                <a:solidFill>
                  <a:schemeClr val="tx1"/>
                </a:solidFill>
                <a:latin typeface="Garamond" panose="02020404030301010803" pitchFamily="18" charset="0"/>
              </a:defRPr>
            </a:lvl1pPr>
            <a:lvl2pPr>
              <a:spcBef>
                <a:spcPts val="500"/>
              </a:spcBef>
              <a:defRPr sz="1600" b="0" i="0">
                <a:solidFill>
                  <a:schemeClr val="tx1"/>
                </a:solidFill>
                <a:latin typeface="Garamond" panose="02020404030301010803" pitchFamily="18" charset="0"/>
              </a:defRPr>
            </a:lvl2pPr>
            <a:lvl3pPr>
              <a:spcBef>
                <a:spcPts val="500"/>
              </a:spcBef>
              <a:defRPr sz="1600" b="0" i="0">
                <a:solidFill>
                  <a:schemeClr val="tx1"/>
                </a:solidFill>
                <a:latin typeface="Garamond" panose="02020404030301010803" pitchFamily="18" charset="0"/>
              </a:defRPr>
            </a:lvl3pPr>
            <a:lvl4pPr>
              <a:spcBef>
                <a:spcPts val="500"/>
              </a:spcBef>
              <a:defRPr sz="1600" b="0" i="0">
                <a:solidFill>
                  <a:schemeClr val="tx1"/>
                </a:solidFill>
                <a:latin typeface="Garamond" panose="02020404030301010803" pitchFamily="18" charset="0"/>
              </a:defRPr>
            </a:lvl4pPr>
            <a:lvl5pPr>
              <a:spcBef>
                <a:spcPts val="500"/>
              </a:spcBef>
              <a:defRPr sz="1600" b="0" i="0">
                <a:solidFill>
                  <a:schemeClr val="tx1"/>
                </a:solidFill>
                <a:latin typeface="Garamond" panose="02020404030301010803" pitchFamily="18" charset="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7" name="Content2">
            <a:extLst>
              <a:ext uri="{FF2B5EF4-FFF2-40B4-BE49-F238E27FC236}">
                <a16:creationId xmlns:a16="http://schemas.microsoft.com/office/drawing/2014/main" id="{514BEE0B-5D43-414C-AFBF-36F61DE4825F}"/>
              </a:ext>
            </a:extLst>
          </p:cNvPr>
          <p:cNvSpPr>
            <a:spLocks noGrp="1"/>
          </p:cNvSpPr>
          <p:nvPr>
            <p:ph sz="quarter" idx="11"/>
          </p:nvPr>
        </p:nvSpPr>
        <p:spPr>
          <a:xfrm>
            <a:off x="461623" y="4733441"/>
            <a:ext cx="4462272" cy="1965960"/>
          </a:xfrm>
          <a:prstGeom prst="rect">
            <a:avLst/>
          </a:prstGeom>
        </p:spPr>
        <p:txBody>
          <a:bodyPr>
            <a:normAutofit/>
          </a:bodyPr>
          <a:lstStyle>
            <a:lvl1pPr>
              <a:spcBef>
                <a:spcPts val="500"/>
              </a:spcBef>
              <a:defRPr sz="1600" b="0" i="0">
                <a:solidFill>
                  <a:schemeClr val="tx1"/>
                </a:solidFill>
                <a:latin typeface="Garamond" panose="02020404030301010803" pitchFamily="18" charset="0"/>
              </a:defRPr>
            </a:lvl1pPr>
            <a:lvl2pPr>
              <a:spcBef>
                <a:spcPts val="500"/>
              </a:spcBef>
              <a:defRPr sz="1600" b="0" i="0">
                <a:solidFill>
                  <a:schemeClr val="tx1"/>
                </a:solidFill>
                <a:latin typeface="Garamond" panose="02020404030301010803" pitchFamily="18" charset="0"/>
              </a:defRPr>
            </a:lvl2pPr>
            <a:lvl3pPr>
              <a:spcBef>
                <a:spcPts val="500"/>
              </a:spcBef>
              <a:defRPr sz="1600" b="0" i="0">
                <a:solidFill>
                  <a:schemeClr val="tx1"/>
                </a:solidFill>
                <a:latin typeface="Garamond" panose="02020404030301010803" pitchFamily="18" charset="0"/>
              </a:defRPr>
            </a:lvl3pPr>
            <a:lvl4pPr>
              <a:spcBef>
                <a:spcPts val="500"/>
              </a:spcBef>
              <a:defRPr sz="1600" b="0" i="0">
                <a:solidFill>
                  <a:schemeClr val="tx1"/>
                </a:solidFill>
                <a:latin typeface="Garamond" panose="02020404030301010803" pitchFamily="18" charset="0"/>
              </a:defRPr>
            </a:lvl4pPr>
            <a:lvl5pPr>
              <a:spcBef>
                <a:spcPts val="500"/>
              </a:spcBef>
              <a:defRPr sz="1600" b="0" i="0">
                <a:solidFill>
                  <a:schemeClr val="tx1"/>
                </a:solidFill>
                <a:latin typeface="Garamond" panose="02020404030301010803" pitchFamily="18" charset="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8" name="Content3">
            <a:extLst>
              <a:ext uri="{FF2B5EF4-FFF2-40B4-BE49-F238E27FC236}">
                <a16:creationId xmlns:a16="http://schemas.microsoft.com/office/drawing/2014/main" id="{57A3F90F-8AEC-8140-88CE-384C3628EA4D}"/>
              </a:ext>
            </a:extLst>
          </p:cNvPr>
          <p:cNvSpPr>
            <a:spLocks noGrp="1"/>
          </p:cNvSpPr>
          <p:nvPr>
            <p:ph sz="quarter" idx="12"/>
          </p:nvPr>
        </p:nvSpPr>
        <p:spPr>
          <a:xfrm>
            <a:off x="5152651" y="2226596"/>
            <a:ext cx="4464119" cy="1965960"/>
          </a:xfrm>
          <a:prstGeom prst="rect">
            <a:avLst/>
          </a:prstGeom>
        </p:spPr>
        <p:txBody>
          <a:bodyPr>
            <a:normAutofit/>
          </a:bodyPr>
          <a:lstStyle>
            <a:lvl1pPr>
              <a:spcBef>
                <a:spcPts val="500"/>
              </a:spcBef>
              <a:defRPr sz="1600" b="0" i="0">
                <a:solidFill>
                  <a:schemeClr val="tx1"/>
                </a:solidFill>
                <a:latin typeface="Garamond" panose="02020404030301010803" pitchFamily="18" charset="0"/>
              </a:defRPr>
            </a:lvl1pPr>
            <a:lvl2pPr>
              <a:spcBef>
                <a:spcPts val="500"/>
              </a:spcBef>
              <a:defRPr sz="1600" b="0" i="0">
                <a:solidFill>
                  <a:schemeClr val="tx1"/>
                </a:solidFill>
                <a:latin typeface="Garamond" panose="02020404030301010803" pitchFamily="18" charset="0"/>
              </a:defRPr>
            </a:lvl2pPr>
            <a:lvl3pPr>
              <a:spcBef>
                <a:spcPts val="500"/>
              </a:spcBef>
              <a:defRPr sz="1600" b="0" i="0">
                <a:solidFill>
                  <a:schemeClr val="tx1"/>
                </a:solidFill>
                <a:latin typeface="Garamond" panose="02020404030301010803" pitchFamily="18" charset="0"/>
              </a:defRPr>
            </a:lvl3pPr>
            <a:lvl4pPr>
              <a:spcBef>
                <a:spcPts val="500"/>
              </a:spcBef>
              <a:defRPr sz="1600" b="0" i="0">
                <a:solidFill>
                  <a:schemeClr val="tx1"/>
                </a:solidFill>
                <a:latin typeface="Garamond" panose="02020404030301010803" pitchFamily="18" charset="0"/>
              </a:defRPr>
            </a:lvl4pPr>
            <a:lvl5pPr>
              <a:spcBef>
                <a:spcPts val="500"/>
              </a:spcBef>
              <a:defRPr sz="1600" b="0" i="0">
                <a:solidFill>
                  <a:schemeClr val="tx1"/>
                </a:solidFill>
                <a:latin typeface="Garamond" panose="02020404030301010803" pitchFamily="18" charset="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9" name="Content4">
            <a:extLst>
              <a:ext uri="{FF2B5EF4-FFF2-40B4-BE49-F238E27FC236}">
                <a16:creationId xmlns:a16="http://schemas.microsoft.com/office/drawing/2014/main" id="{BDF34319-A32E-3B43-BA2D-1E51BE33E076}"/>
              </a:ext>
            </a:extLst>
          </p:cNvPr>
          <p:cNvSpPr>
            <a:spLocks noGrp="1"/>
          </p:cNvSpPr>
          <p:nvPr>
            <p:ph sz="quarter" idx="13"/>
          </p:nvPr>
        </p:nvSpPr>
        <p:spPr>
          <a:xfrm>
            <a:off x="5152651" y="4733441"/>
            <a:ext cx="4462272" cy="1965960"/>
          </a:xfrm>
          <a:prstGeom prst="rect">
            <a:avLst/>
          </a:prstGeom>
        </p:spPr>
        <p:txBody>
          <a:bodyPr>
            <a:normAutofit/>
          </a:bodyPr>
          <a:lstStyle>
            <a:lvl1pPr>
              <a:spcBef>
                <a:spcPts val="500"/>
              </a:spcBef>
              <a:defRPr sz="1600" b="0" i="0">
                <a:solidFill>
                  <a:schemeClr val="tx1"/>
                </a:solidFill>
                <a:latin typeface="Garamond" panose="02020404030301010803" pitchFamily="18" charset="0"/>
              </a:defRPr>
            </a:lvl1pPr>
            <a:lvl2pPr>
              <a:spcBef>
                <a:spcPts val="500"/>
              </a:spcBef>
              <a:defRPr sz="1600" b="0" i="0">
                <a:solidFill>
                  <a:schemeClr val="tx1"/>
                </a:solidFill>
                <a:latin typeface="Garamond" panose="02020404030301010803" pitchFamily="18" charset="0"/>
              </a:defRPr>
            </a:lvl2pPr>
            <a:lvl3pPr>
              <a:spcBef>
                <a:spcPts val="500"/>
              </a:spcBef>
              <a:defRPr sz="1600" b="0" i="0">
                <a:solidFill>
                  <a:schemeClr val="tx1"/>
                </a:solidFill>
                <a:latin typeface="Garamond" panose="02020404030301010803" pitchFamily="18" charset="0"/>
              </a:defRPr>
            </a:lvl3pPr>
            <a:lvl4pPr>
              <a:spcBef>
                <a:spcPts val="500"/>
              </a:spcBef>
              <a:defRPr sz="1600" b="0" i="0">
                <a:solidFill>
                  <a:schemeClr val="tx1"/>
                </a:solidFill>
                <a:latin typeface="Garamond" panose="02020404030301010803" pitchFamily="18" charset="0"/>
              </a:defRPr>
            </a:lvl4pPr>
            <a:lvl5pPr>
              <a:spcBef>
                <a:spcPts val="500"/>
              </a:spcBef>
              <a:defRPr sz="1600" b="0" i="0">
                <a:solidFill>
                  <a:schemeClr val="tx1"/>
                </a:solidFill>
                <a:latin typeface="Garamond" panose="02020404030301010803" pitchFamily="18" charset="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20" name="Content1">
            <a:extLst>
              <a:ext uri="{FF2B5EF4-FFF2-40B4-BE49-F238E27FC236}">
                <a16:creationId xmlns:a16="http://schemas.microsoft.com/office/drawing/2014/main" id="{EB63E8DE-D5EE-D94E-9B89-329C49D42128}"/>
              </a:ext>
            </a:extLst>
          </p:cNvPr>
          <p:cNvSpPr>
            <a:spLocks noGrp="1"/>
          </p:cNvSpPr>
          <p:nvPr>
            <p:ph idx="19" hasCustomPrompt="1"/>
          </p:nvPr>
        </p:nvSpPr>
        <p:spPr>
          <a:xfrm>
            <a:off x="461623" y="1901426"/>
            <a:ext cx="4462272" cy="304337"/>
          </a:xfrm>
          <a:solidFill>
            <a:srgbClr val="1E1F49"/>
          </a:solidFill>
          <a:ln>
            <a:noFill/>
          </a:ln>
        </p:spPr>
        <p:txBody>
          <a:bodyPr lIns="0" tIns="0" rIns="0" bIns="0" anchor="ctr">
            <a:normAutofit/>
          </a:bodyPr>
          <a:lstStyle>
            <a:lvl1pPr marL="0" marR="0" indent="0" algn="ctr" defTabSz="1005840" rtl="0" eaLnBrk="1" fontAlgn="auto" latinLnBrk="0" hangingPunct="1">
              <a:lnSpc>
                <a:spcPct val="90000"/>
              </a:lnSpc>
              <a:spcBef>
                <a:spcPts val="1100"/>
              </a:spcBef>
              <a:spcAft>
                <a:spcPts val="0"/>
              </a:spcAft>
              <a:buClr>
                <a:srgbClr val="710F32"/>
              </a:buClr>
              <a:buSzPct val="90000"/>
              <a:buFont typeface="Wingdings" pitchFamily="2" charset="2"/>
              <a:buNone/>
              <a:tabLst/>
              <a:defRPr sz="1600" b="0" i="0">
                <a:solidFill>
                  <a:schemeClr val="bg1"/>
                </a:solidFill>
                <a:latin typeface="Garamond" panose="02020404030301010803" pitchFamily="18" charset="0"/>
              </a:defRPr>
            </a:lvl1pPr>
            <a:lvl2pPr marL="502920" indent="0">
              <a:buNone/>
              <a:defRPr sz="1600" b="0" i="0">
                <a:solidFill>
                  <a:schemeClr val="tx1"/>
                </a:solidFill>
                <a:latin typeface="Garamond" panose="02020404030301010803" pitchFamily="18" charset="0"/>
              </a:defRPr>
            </a:lvl2pPr>
            <a:lvl3pPr>
              <a:defRPr sz="1600" b="0" i="0">
                <a:solidFill>
                  <a:schemeClr val="tx1"/>
                </a:solidFill>
                <a:latin typeface="Garamond" panose="02020404030301010803" pitchFamily="18" charset="0"/>
              </a:defRPr>
            </a:lvl3pPr>
            <a:lvl4pPr>
              <a:defRPr sz="1600" b="0" i="0">
                <a:solidFill>
                  <a:schemeClr val="tx1"/>
                </a:solidFill>
                <a:latin typeface="Garamond" panose="02020404030301010803" pitchFamily="18" charset="0"/>
              </a:defRPr>
            </a:lvl4pPr>
            <a:lvl5pPr>
              <a:defRPr sz="1600" b="0" i="0">
                <a:solidFill>
                  <a:schemeClr val="tx1"/>
                </a:solidFill>
                <a:latin typeface="Garamond" panose="02020404030301010803" pitchFamily="18" charset="0"/>
              </a:defRPr>
            </a:lvl5pPr>
          </a:lstStyle>
          <a:p>
            <a:pPr lvl="0"/>
            <a:r>
              <a:rPr lang="en-US" dirty="0"/>
              <a:t>Click to edit section title</a:t>
            </a:r>
          </a:p>
        </p:txBody>
      </p:sp>
      <p:sp>
        <p:nvSpPr>
          <p:cNvPr id="21" name="Content1">
            <a:extLst>
              <a:ext uri="{FF2B5EF4-FFF2-40B4-BE49-F238E27FC236}">
                <a16:creationId xmlns:a16="http://schemas.microsoft.com/office/drawing/2014/main" id="{8767744D-A52A-2E44-86CA-B80571845821}"/>
              </a:ext>
            </a:extLst>
          </p:cNvPr>
          <p:cNvSpPr>
            <a:spLocks noGrp="1"/>
          </p:cNvSpPr>
          <p:nvPr>
            <p:ph idx="20" hasCustomPrompt="1"/>
          </p:nvPr>
        </p:nvSpPr>
        <p:spPr>
          <a:xfrm>
            <a:off x="5152651" y="1901425"/>
            <a:ext cx="4462272" cy="304337"/>
          </a:xfrm>
          <a:solidFill>
            <a:srgbClr val="1E1F49"/>
          </a:solidFill>
          <a:ln>
            <a:noFill/>
          </a:ln>
        </p:spPr>
        <p:txBody>
          <a:bodyPr lIns="0" tIns="0" rIns="0" bIns="0" anchor="ctr">
            <a:normAutofit/>
          </a:bodyPr>
          <a:lstStyle>
            <a:lvl1pPr marL="0" marR="0" indent="0" algn="ctr" defTabSz="1005840" rtl="0" eaLnBrk="1" fontAlgn="auto" latinLnBrk="0" hangingPunct="1">
              <a:lnSpc>
                <a:spcPct val="90000"/>
              </a:lnSpc>
              <a:spcBef>
                <a:spcPts val="1100"/>
              </a:spcBef>
              <a:spcAft>
                <a:spcPts val="0"/>
              </a:spcAft>
              <a:buClr>
                <a:srgbClr val="710F32"/>
              </a:buClr>
              <a:buSzPct val="90000"/>
              <a:buFont typeface="Wingdings" pitchFamily="2" charset="2"/>
              <a:buNone/>
              <a:tabLst/>
              <a:defRPr sz="1600" b="0" i="0">
                <a:solidFill>
                  <a:schemeClr val="bg1"/>
                </a:solidFill>
                <a:latin typeface="Garamond" panose="02020404030301010803" pitchFamily="18" charset="0"/>
              </a:defRPr>
            </a:lvl1pPr>
            <a:lvl2pPr marL="502920" indent="0">
              <a:buNone/>
              <a:defRPr sz="1600" b="0" i="0">
                <a:solidFill>
                  <a:schemeClr val="tx1"/>
                </a:solidFill>
                <a:latin typeface="Garamond" panose="02020404030301010803" pitchFamily="18" charset="0"/>
              </a:defRPr>
            </a:lvl2pPr>
            <a:lvl3pPr>
              <a:defRPr sz="1600" b="0" i="0">
                <a:solidFill>
                  <a:schemeClr val="tx1"/>
                </a:solidFill>
                <a:latin typeface="Garamond" panose="02020404030301010803" pitchFamily="18" charset="0"/>
              </a:defRPr>
            </a:lvl3pPr>
            <a:lvl4pPr>
              <a:defRPr sz="1600" b="0" i="0">
                <a:solidFill>
                  <a:schemeClr val="tx1"/>
                </a:solidFill>
                <a:latin typeface="Garamond" panose="02020404030301010803" pitchFamily="18" charset="0"/>
              </a:defRPr>
            </a:lvl4pPr>
            <a:lvl5pPr>
              <a:defRPr sz="1600" b="0" i="0">
                <a:solidFill>
                  <a:schemeClr val="tx1"/>
                </a:solidFill>
                <a:latin typeface="Garamond" panose="02020404030301010803" pitchFamily="18" charset="0"/>
              </a:defRPr>
            </a:lvl5pPr>
          </a:lstStyle>
          <a:p>
            <a:pPr lvl="0"/>
            <a:r>
              <a:rPr lang="en-US" dirty="0"/>
              <a:t>Click to edit section title</a:t>
            </a:r>
          </a:p>
        </p:txBody>
      </p:sp>
      <p:sp>
        <p:nvSpPr>
          <p:cNvPr id="22" name="Content1">
            <a:extLst>
              <a:ext uri="{FF2B5EF4-FFF2-40B4-BE49-F238E27FC236}">
                <a16:creationId xmlns:a16="http://schemas.microsoft.com/office/drawing/2014/main" id="{5F96F686-6726-D140-A091-DADE6ED8B815}"/>
              </a:ext>
            </a:extLst>
          </p:cNvPr>
          <p:cNvSpPr>
            <a:spLocks noGrp="1"/>
          </p:cNvSpPr>
          <p:nvPr>
            <p:ph idx="21" hasCustomPrompt="1"/>
          </p:nvPr>
        </p:nvSpPr>
        <p:spPr>
          <a:xfrm>
            <a:off x="461623" y="4408145"/>
            <a:ext cx="4462272" cy="304337"/>
          </a:xfrm>
          <a:solidFill>
            <a:srgbClr val="1E1F49"/>
          </a:solidFill>
          <a:ln>
            <a:noFill/>
          </a:ln>
        </p:spPr>
        <p:txBody>
          <a:bodyPr lIns="0" tIns="0" rIns="0" bIns="0" anchor="ctr">
            <a:normAutofit/>
          </a:bodyPr>
          <a:lstStyle>
            <a:lvl1pPr marL="0" marR="0" indent="0" algn="ctr" defTabSz="1005840" rtl="0" eaLnBrk="1" fontAlgn="auto" latinLnBrk="0" hangingPunct="1">
              <a:lnSpc>
                <a:spcPct val="90000"/>
              </a:lnSpc>
              <a:spcBef>
                <a:spcPts val="1100"/>
              </a:spcBef>
              <a:spcAft>
                <a:spcPts val="0"/>
              </a:spcAft>
              <a:buClr>
                <a:srgbClr val="710F32"/>
              </a:buClr>
              <a:buSzPct val="90000"/>
              <a:buFont typeface="Wingdings" pitchFamily="2" charset="2"/>
              <a:buNone/>
              <a:tabLst/>
              <a:defRPr sz="1600" b="0" i="0">
                <a:solidFill>
                  <a:schemeClr val="bg1"/>
                </a:solidFill>
                <a:latin typeface="Garamond" panose="02020404030301010803" pitchFamily="18" charset="0"/>
              </a:defRPr>
            </a:lvl1pPr>
            <a:lvl2pPr marL="502920" indent="0">
              <a:buNone/>
              <a:defRPr sz="1600" b="0" i="0">
                <a:solidFill>
                  <a:schemeClr val="tx1"/>
                </a:solidFill>
                <a:latin typeface="Garamond" panose="02020404030301010803" pitchFamily="18" charset="0"/>
              </a:defRPr>
            </a:lvl2pPr>
            <a:lvl3pPr>
              <a:defRPr sz="1600" b="0" i="0">
                <a:solidFill>
                  <a:schemeClr val="tx1"/>
                </a:solidFill>
                <a:latin typeface="Garamond" panose="02020404030301010803" pitchFamily="18" charset="0"/>
              </a:defRPr>
            </a:lvl3pPr>
            <a:lvl4pPr>
              <a:defRPr sz="1600" b="0" i="0">
                <a:solidFill>
                  <a:schemeClr val="tx1"/>
                </a:solidFill>
                <a:latin typeface="Garamond" panose="02020404030301010803" pitchFamily="18" charset="0"/>
              </a:defRPr>
            </a:lvl4pPr>
            <a:lvl5pPr>
              <a:defRPr sz="1600" b="0" i="0">
                <a:solidFill>
                  <a:schemeClr val="tx1"/>
                </a:solidFill>
                <a:latin typeface="Garamond" panose="02020404030301010803" pitchFamily="18" charset="0"/>
              </a:defRPr>
            </a:lvl5pPr>
          </a:lstStyle>
          <a:p>
            <a:pPr marL="0" marR="0" lvl="0" indent="0" algn="ctr" defTabSz="1005840" rtl="0" eaLnBrk="1" fontAlgn="auto" latinLnBrk="0" hangingPunct="1">
              <a:lnSpc>
                <a:spcPct val="90000"/>
              </a:lnSpc>
              <a:spcBef>
                <a:spcPts val="1100"/>
              </a:spcBef>
              <a:spcAft>
                <a:spcPts val="0"/>
              </a:spcAft>
              <a:buClr>
                <a:srgbClr val="710F32"/>
              </a:buClr>
              <a:buSzPct val="90000"/>
              <a:buFont typeface="Wingdings" pitchFamily="2" charset="2"/>
              <a:buNone/>
              <a:tabLst/>
              <a:defRPr/>
            </a:pPr>
            <a:r>
              <a:rPr lang="en-US" dirty="0"/>
              <a:t>Click to edit section title</a:t>
            </a:r>
          </a:p>
        </p:txBody>
      </p:sp>
      <p:sp>
        <p:nvSpPr>
          <p:cNvPr id="23" name="Content1">
            <a:extLst>
              <a:ext uri="{FF2B5EF4-FFF2-40B4-BE49-F238E27FC236}">
                <a16:creationId xmlns:a16="http://schemas.microsoft.com/office/drawing/2014/main" id="{BA9A4183-D676-264B-9F00-3DB87FCD9B78}"/>
              </a:ext>
            </a:extLst>
          </p:cNvPr>
          <p:cNvSpPr>
            <a:spLocks noGrp="1"/>
          </p:cNvSpPr>
          <p:nvPr>
            <p:ph idx="22" hasCustomPrompt="1"/>
          </p:nvPr>
        </p:nvSpPr>
        <p:spPr>
          <a:xfrm>
            <a:off x="5152651" y="4411124"/>
            <a:ext cx="4463745" cy="304337"/>
          </a:xfrm>
          <a:solidFill>
            <a:srgbClr val="1E1F49"/>
          </a:solidFill>
          <a:ln>
            <a:noFill/>
          </a:ln>
        </p:spPr>
        <p:txBody>
          <a:bodyPr lIns="0" tIns="0" rIns="0" bIns="0" anchor="ctr">
            <a:normAutofit/>
          </a:bodyPr>
          <a:lstStyle>
            <a:lvl1pPr marL="0" marR="0" indent="0" algn="ctr" defTabSz="1005840" rtl="0" eaLnBrk="1" fontAlgn="auto" latinLnBrk="0" hangingPunct="1">
              <a:lnSpc>
                <a:spcPct val="90000"/>
              </a:lnSpc>
              <a:spcBef>
                <a:spcPts val="1100"/>
              </a:spcBef>
              <a:spcAft>
                <a:spcPts val="0"/>
              </a:spcAft>
              <a:buClr>
                <a:srgbClr val="710F32"/>
              </a:buClr>
              <a:buSzPct val="90000"/>
              <a:buFont typeface="Wingdings" pitchFamily="2" charset="2"/>
              <a:buNone/>
              <a:tabLst/>
              <a:defRPr sz="1600" b="0" i="0">
                <a:solidFill>
                  <a:schemeClr val="bg1"/>
                </a:solidFill>
                <a:latin typeface="Garamond" panose="02020404030301010803" pitchFamily="18" charset="0"/>
              </a:defRPr>
            </a:lvl1pPr>
            <a:lvl2pPr marL="502920" indent="0">
              <a:buNone/>
              <a:defRPr sz="1600" b="0" i="0">
                <a:solidFill>
                  <a:schemeClr val="tx1"/>
                </a:solidFill>
                <a:latin typeface="Garamond" panose="02020404030301010803" pitchFamily="18" charset="0"/>
              </a:defRPr>
            </a:lvl2pPr>
            <a:lvl3pPr>
              <a:defRPr sz="1600" b="0" i="0">
                <a:solidFill>
                  <a:schemeClr val="tx1"/>
                </a:solidFill>
                <a:latin typeface="Garamond" panose="02020404030301010803" pitchFamily="18" charset="0"/>
              </a:defRPr>
            </a:lvl3pPr>
            <a:lvl4pPr>
              <a:defRPr sz="1600" b="0" i="0">
                <a:solidFill>
                  <a:schemeClr val="tx1"/>
                </a:solidFill>
                <a:latin typeface="Garamond" panose="02020404030301010803" pitchFamily="18" charset="0"/>
              </a:defRPr>
            </a:lvl4pPr>
            <a:lvl5pPr>
              <a:defRPr sz="1600" b="0" i="0">
                <a:solidFill>
                  <a:schemeClr val="tx1"/>
                </a:solidFill>
                <a:latin typeface="Garamond" panose="02020404030301010803" pitchFamily="18" charset="0"/>
              </a:defRPr>
            </a:lvl5pPr>
          </a:lstStyle>
          <a:p>
            <a:pPr marL="0" marR="0" lvl="0" indent="0" algn="ctr" defTabSz="1005840" rtl="0" eaLnBrk="1" fontAlgn="auto" latinLnBrk="0" hangingPunct="1">
              <a:lnSpc>
                <a:spcPct val="90000"/>
              </a:lnSpc>
              <a:spcBef>
                <a:spcPts val="1100"/>
              </a:spcBef>
              <a:spcAft>
                <a:spcPts val="0"/>
              </a:spcAft>
              <a:buClr>
                <a:srgbClr val="710F32"/>
              </a:buClr>
              <a:buSzPct val="90000"/>
              <a:buFont typeface="Wingdings" pitchFamily="2" charset="2"/>
              <a:buNone/>
              <a:tabLst/>
              <a:defRPr/>
            </a:pPr>
            <a:r>
              <a:rPr lang="en-US" dirty="0"/>
              <a:t>Click to edit section title</a:t>
            </a:r>
          </a:p>
        </p:txBody>
      </p:sp>
    </p:spTree>
    <p:extLst>
      <p:ext uri="{BB962C8B-B14F-4D97-AF65-F5344CB8AC3E}">
        <p14:creationId xmlns:p14="http://schemas.microsoft.com/office/powerpoint/2010/main" val="1386407906"/>
      </p:ext>
    </p:extLst>
  </p:cSld>
  <p:clrMapOvr>
    <a:masterClrMapping/>
  </p:clrMapOvr>
  <p:extLst>
    <p:ext uri="{DCECCB84-F9BA-43D5-87BE-67443E8EF086}">
      <p15:sldGuideLst xmlns:p15="http://schemas.microsoft.com/office/powerpoint/2012/main">
        <p15:guide id="1" orient="horz" pos="2448">
          <p15:clr>
            <a:srgbClr val="FBAE40"/>
          </p15:clr>
        </p15:guide>
        <p15:guide id="2" pos="3168">
          <p15:clr>
            <a:srgbClr val="FBAE40"/>
          </p15:clr>
        </p15:guide>
      </p15:sldGuideLst>
    </p:ext>
  </p:extLst>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2 x 2 with Sections">
    <p:spTree>
      <p:nvGrpSpPr>
        <p:cNvPr id="1" name=""/>
        <p:cNvGrpSpPr/>
        <p:nvPr/>
      </p:nvGrpSpPr>
      <p:grpSpPr>
        <a:xfrm>
          <a:off x="0" y="0"/>
          <a:ext cx="0" cy="0"/>
          <a:chOff x="0" y="0"/>
          <a:chExt cx="0" cy="0"/>
        </a:xfrm>
      </p:grpSpPr>
      <p:sp>
        <p:nvSpPr>
          <p:cNvPr id="2" name="Title 1"/>
          <p:cNvSpPr>
            <a:spLocks noGrp="1"/>
          </p:cNvSpPr>
          <p:nvPr>
            <p:ph type="title"/>
          </p:nvPr>
        </p:nvSpPr>
        <p:spPr>
          <a:xfrm>
            <a:off x="461623" y="365467"/>
            <a:ext cx="9144000" cy="731520"/>
          </a:xfrm>
        </p:spPr>
        <p:txBody>
          <a:bodyPr lIns="0" tIns="0" rIns="0" bIns="0" anchor="b">
            <a:noAutofit/>
          </a:bodyPr>
          <a:lstStyle>
            <a:lvl1pPr algn="l">
              <a:defRPr sz="2800"/>
            </a:lvl1pPr>
          </a:lstStyle>
          <a:p>
            <a:r>
              <a:rPr lang="en-US"/>
              <a:t>Click to edit Master title style</a:t>
            </a:r>
            <a:endParaRPr lang="en-US" dirty="0"/>
          </a:p>
        </p:txBody>
      </p:sp>
      <p:sp>
        <p:nvSpPr>
          <p:cNvPr id="7" name="Rectangle 6">
            <a:extLst>
              <a:ext uri="{FF2B5EF4-FFF2-40B4-BE49-F238E27FC236}">
                <a16:creationId xmlns:a16="http://schemas.microsoft.com/office/drawing/2014/main" id="{2646B5E7-46FE-9147-90FD-86B4FD3EF191}"/>
              </a:ext>
            </a:extLst>
          </p:cNvPr>
          <p:cNvSpPr/>
          <p:nvPr userDrawn="1"/>
        </p:nvSpPr>
        <p:spPr>
          <a:xfrm>
            <a:off x="461623" y="1144853"/>
            <a:ext cx="9144000" cy="0"/>
          </a:xfrm>
          <a:prstGeom prst="rect">
            <a:avLst/>
          </a:prstGeom>
          <a:solidFill>
            <a:srgbClr val="00396B"/>
          </a:solidFill>
          <a:ln w="38100">
            <a:solidFill>
              <a:srgbClr val="00396B"/>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l"/>
            <a:endParaRPr lang="en-US" sz="1600" dirty="0"/>
          </a:p>
        </p:txBody>
      </p:sp>
      <p:sp>
        <p:nvSpPr>
          <p:cNvPr id="8" name="Rectangle 7">
            <a:extLst>
              <a:ext uri="{FF2B5EF4-FFF2-40B4-BE49-F238E27FC236}">
                <a16:creationId xmlns:a16="http://schemas.microsoft.com/office/drawing/2014/main" id="{60AC43C3-41D9-9C4F-B8B0-DA592026F312}"/>
              </a:ext>
            </a:extLst>
          </p:cNvPr>
          <p:cNvSpPr/>
          <p:nvPr userDrawn="1"/>
        </p:nvSpPr>
        <p:spPr>
          <a:xfrm>
            <a:off x="298219" y="780099"/>
            <a:ext cx="140429" cy="905826"/>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Rectangle 8">
            <a:extLst>
              <a:ext uri="{FF2B5EF4-FFF2-40B4-BE49-F238E27FC236}">
                <a16:creationId xmlns:a16="http://schemas.microsoft.com/office/drawing/2014/main" id="{F0F01F0F-0C02-0349-8EC7-9C1A12E678A6}"/>
              </a:ext>
            </a:extLst>
          </p:cNvPr>
          <p:cNvSpPr/>
          <p:nvPr userDrawn="1"/>
        </p:nvSpPr>
        <p:spPr>
          <a:xfrm>
            <a:off x="9614923" y="780099"/>
            <a:ext cx="135052" cy="689926"/>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C5F8A2F7-AF6E-8B47-BFCE-0F05ED9722E2}"/>
              </a:ext>
            </a:extLst>
          </p:cNvPr>
          <p:cNvSpPr/>
          <p:nvPr userDrawn="1"/>
        </p:nvSpPr>
        <p:spPr>
          <a:xfrm>
            <a:off x="461623" y="7105266"/>
            <a:ext cx="9144000" cy="0"/>
          </a:xfrm>
          <a:prstGeom prst="rect">
            <a:avLst/>
          </a:prstGeom>
          <a:solidFill>
            <a:srgbClr val="00396B"/>
          </a:solidFill>
          <a:ln w="19050">
            <a:solidFill>
              <a:srgbClr val="00396B"/>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l"/>
            <a:endParaRPr lang="en-US" sz="1600" dirty="0"/>
          </a:p>
        </p:txBody>
      </p:sp>
      <p:sp>
        <p:nvSpPr>
          <p:cNvPr id="15" name="Rectangle 14">
            <a:extLst>
              <a:ext uri="{FF2B5EF4-FFF2-40B4-BE49-F238E27FC236}">
                <a16:creationId xmlns:a16="http://schemas.microsoft.com/office/drawing/2014/main" id="{7E704648-A2D3-CF47-A418-6C3DA12F0E1F}"/>
              </a:ext>
            </a:extLst>
          </p:cNvPr>
          <p:cNvSpPr/>
          <p:nvPr userDrawn="1"/>
        </p:nvSpPr>
        <p:spPr>
          <a:xfrm>
            <a:off x="306772" y="6986085"/>
            <a:ext cx="135052" cy="270588"/>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id="{306910E1-718B-9148-82CB-2C98644C11FB}"/>
              </a:ext>
            </a:extLst>
          </p:cNvPr>
          <p:cNvSpPr/>
          <p:nvPr userDrawn="1"/>
        </p:nvSpPr>
        <p:spPr>
          <a:xfrm>
            <a:off x="9614923" y="6986085"/>
            <a:ext cx="135052" cy="270588"/>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2" name="Slide Number Placeholder 31">
            <a:extLst>
              <a:ext uri="{FF2B5EF4-FFF2-40B4-BE49-F238E27FC236}">
                <a16:creationId xmlns:a16="http://schemas.microsoft.com/office/drawing/2014/main" id="{92A52980-2613-2347-B25E-DCB831E65E90}"/>
              </a:ext>
            </a:extLst>
          </p:cNvPr>
          <p:cNvSpPr>
            <a:spLocks noGrp="1"/>
          </p:cNvSpPr>
          <p:nvPr>
            <p:ph type="sldNum" sz="quarter" idx="17"/>
          </p:nvPr>
        </p:nvSpPr>
        <p:spPr>
          <a:xfrm>
            <a:off x="9216483" y="7201198"/>
            <a:ext cx="389140" cy="413808"/>
          </a:xfrm>
          <a:prstGeom prst="rect">
            <a:avLst/>
          </a:prstGeom>
        </p:spPr>
        <p:txBody>
          <a:bodyPr lIns="0" tIns="0" rIns="0" bIns="0" anchor="ctr"/>
          <a:lstStyle>
            <a:lvl1pPr>
              <a:defRPr sz="1200">
                <a:latin typeface="Garamond" panose="02020404030301010803" pitchFamily="18" charset="0"/>
              </a:defRPr>
            </a:lvl1pPr>
          </a:lstStyle>
          <a:p>
            <a:fld id="{3FEFCAF1-6404-E34E-8C55-31475CA0CB4C}" type="slidenum">
              <a:rPr lang="en-US" smtClean="0"/>
              <a:pPr/>
              <a:t>‹#›</a:t>
            </a:fld>
            <a:endParaRPr lang="en-US" dirty="0"/>
          </a:p>
        </p:txBody>
      </p:sp>
      <p:sp>
        <p:nvSpPr>
          <p:cNvPr id="5" name="Text Placeholder 4">
            <a:extLst>
              <a:ext uri="{FF2B5EF4-FFF2-40B4-BE49-F238E27FC236}">
                <a16:creationId xmlns:a16="http://schemas.microsoft.com/office/drawing/2014/main" id="{BCC58857-C60A-334F-99DC-0BDAF0F9C4BC}"/>
              </a:ext>
            </a:extLst>
          </p:cNvPr>
          <p:cNvSpPr>
            <a:spLocks noGrp="1"/>
          </p:cNvSpPr>
          <p:nvPr>
            <p:ph type="body" sz="quarter" idx="18" hasCustomPrompt="1"/>
          </p:nvPr>
        </p:nvSpPr>
        <p:spPr>
          <a:xfrm>
            <a:off x="461963" y="1248828"/>
            <a:ext cx="9144000" cy="355600"/>
          </a:xfrm>
        </p:spPr>
        <p:txBody>
          <a:bodyPr lIns="0" tIns="0" rIns="0" bIns="0" anchor="t">
            <a:normAutofit/>
          </a:bodyPr>
          <a:lstStyle>
            <a:lvl1pPr marL="0" indent="0">
              <a:buNone/>
              <a:defRPr sz="1800"/>
            </a:lvl1pPr>
          </a:lstStyle>
          <a:p>
            <a:pPr lvl="0"/>
            <a:r>
              <a:rPr lang="en-US" dirty="0"/>
              <a:t>Click to edit subtitle</a:t>
            </a:r>
          </a:p>
        </p:txBody>
      </p:sp>
      <p:sp>
        <p:nvSpPr>
          <p:cNvPr id="26" name="Content1">
            <a:extLst>
              <a:ext uri="{FF2B5EF4-FFF2-40B4-BE49-F238E27FC236}">
                <a16:creationId xmlns:a16="http://schemas.microsoft.com/office/drawing/2014/main" id="{FF867276-BF0C-0646-BDFF-B60CEEBD7E88}"/>
              </a:ext>
            </a:extLst>
          </p:cNvPr>
          <p:cNvSpPr>
            <a:spLocks noGrp="1"/>
          </p:cNvSpPr>
          <p:nvPr>
            <p:ph idx="10"/>
          </p:nvPr>
        </p:nvSpPr>
        <p:spPr>
          <a:xfrm>
            <a:off x="461623" y="2513565"/>
            <a:ext cx="4462272" cy="1965960"/>
          </a:xfrm>
        </p:spPr>
        <p:txBody>
          <a:bodyPr>
            <a:normAutofit/>
          </a:bodyPr>
          <a:lstStyle>
            <a:lvl1pPr>
              <a:spcBef>
                <a:spcPts val="500"/>
              </a:spcBef>
              <a:defRPr sz="1600" b="0" i="0">
                <a:solidFill>
                  <a:schemeClr val="tx1"/>
                </a:solidFill>
                <a:latin typeface="Garamond" panose="02020404030301010803" pitchFamily="18" charset="0"/>
              </a:defRPr>
            </a:lvl1pPr>
            <a:lvl2pPr>
              <a:spcBef>
                <a:spcPts val="500"/>
              </a:spcBef>
              <a:defRPr sz="1600" b="0" i="0">
                <a:solidFill>
                  <a:schemeClr val="tx1"/>
                </a:solidFill>
                <a:latin typeface="Garamond" panose="02020404030301010803" pitchFamily="18" charset="0"/>
              </a:defRPr>
            </a:lvl2pPr>
            <a:lvl3pPr>
              <a:spcBef>
                <a:spcPts val="500"/>
              </a:spcBef>
              <a:defRPr sz="1600" b="0" i="0">
                <a:solidFill>
                  <a:schemeClr val="tx1"/>
                </a:solidFill>
                <a:latin typeface="Garamond" panose="02020404030301010803" pitchFamily="18" charset="0"/>
              </a:defRPr>
            </a:lvl3pPr>
            <a:lvl4pPr>
              <a:spcBef>
                <a:spcPts val="500"/>
              </a:spcBef>
              <a:defRPr sz="1600" b="0" i="0">
                <a:solidFill>
                  <a:schemeClr val="tx1"/>
                </a:solidFill>
                <a:latin typeface="Garamond" panose="02020404030301010803" pitchFamily="18" charset="0"/>
              </a:defRPr>
            </a:lvl4pPr>
            <a:lvl5pPr>
              <a:spcBef>
                <a:spcPts val="500"/>
              </a:spcBef>
              <a:defRPr sz="1600" b="0" i="0">
                <a:solidFill>
                  <a:schemeClr val="tx1"/>
                </a:solidFill>
                <a:latin typeface="Garamond" panose="02020404030301010803" pitchFamily="18" charset="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7" name="Content2">
            <a:extLst>
              <a:ext uri="{FF2B5EF4-FFF2-40B4-BE49-F238E27FC236}">
                <a16:creationId xmlns:a16="http://schemas.microsoft.com/office/drawing/2014/main" id="{AF342DA6-5680-9948-A594-8C6BE02E2EA3}"/>
              </a:ext>
            </a:extLst>
          </p:cNvPr>
          <p:cNvSpPr>
            <a:spLocks noGrp="1"/>
          </p:cNvSpPr>
          <p:nvPr>
            <p:ph sz="quarter" idx="11"/>
          </p:nvPr>
        </p:nvSpPr>
        <p:spPr>
          <a:xfrm>
            <a:off x="461623" y="5019191"/>
            <a:ext cx="4462272" cy="1965960"/>
          </a:xfrm>
          <a:prstGeom prst="rect">
            <a:avLst/>
          </a:prstGeom>
        </p:spPr>
        <p:txBody>
          <a:bodyPr>
            <a:normAutofit/>
          </a:bodyPr>
          <a:lstStyle>
            <a:lvl1pPr>
              <a:spcBef>
                <a:spcPts val="500"/>
              </a:spcBef>
              <a:defRPr sz="1600" b="0" i="0">
                <a:solidFill>
                  <a:schemeClr val="tx1"/>
                </a:solidFill>
                <a:latin typeface="Garamond" panose="02020404030301010803" pitchFamily="18" charset="0"/>
              </a:defRPr>
            </a:lvl1pPr>
            <a:lvl2pPr>
              <a:spcBef>
                <a:spcPts val="500"/>
              </a:spcBef>
              <a:defRPr sz="1600" b="0" i="0">
                <a:solidFill>
                  <a:schemeClr val="tx1"/>
                </a:solidFill>
                <a:latin typeface="Garamond" panose="02020404030301010803" pitchFamily="18" charset="0"/>
              </a:defRPr>
            </a:lvl2pPr>
            <a:lvl3pPr>
              <a:spcBef>
                <a:spcPts val="500"/>
              </a:spcBef>
              <a:defRPr sz="1600" b="0" i="0">
                <a:solidFill>
                  <a:schemeClr val="tx1"/>
                </a:solidFill>
                <a:latin typeface="Garamond" panose="02020404030301010803" pitchFamily="18" charset="0"/>
              </a:defRPr>
            </a:lvl3pPr>
            <a:lvl4pPr>
              <a:spcBef>
                <a:spcPts val="500"/>
              </a:spcBef>
              <a:defRPr sz="1600" b="0" i="0">
                <a:solidFill>
                  <a:schemeClr val="tx1"/>
                </a:solidFill>
                <a:latin typeface="Garamond" panose="02020404030301010803" pitchFamily="18" charset="0"/>
              </a:defRPr>
            </a:lvl4pPr>
            <a:lvl5pPr>
              <a:spcBef>
                <a:spcPts val="500"/>
              </a:spcBef>
              <a:defRPr sz="1600" b="0" i="0">
                <a:solidFill>
                  <a:schemeClr val="tx1"/>
                </a:solidFill>
                <a:latin typeface="Garamond" panose="02020404030301010803" pitchFamily="18" charset="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28" name="Content3">
            <a:extLst>
              <a:ext uri="{FF2B5EF4-FFF2-40B4-BE49-F238E27FC236}">
                <a16:creationId xmlns:a16="http://schemas.microsoft.com/office/drawing/2014/main" id="{C7644719-F620-F641-93B5-5345713BC0B6}"/>
              </a:ext>
            </a:extLst>
          </p:cNvPr>
          <p:cNvSpPr>
            <a:spLocks noGrp="1"/>
          </p:cNvSpPr>
          <p:nvPr>
            <p:ph sz="quarter" idx="12"/>
          </p:nvPr>
        </p:nvSpPr>
        <p:spPr>
          <a:xfrm>
            <a:off x="5152651" y="2512346"/>
            <a:ext cx="4464119" cy="1965960"/>
          </a:xfrm>
          <a:prstGeom prst="rect">
            <a:avLst/>
          </a:prstGeom>
        </p:spPr>
        <p:txBody>
          <a:bodyPr>
            <a:normAutofit/>
          </a:bodyPr>
          <a:lstStyle>
            <a:lvl1pPr>
              <a:spcBef>
                <a:spcPts val="500"/>
              </a:spcBef>
              <a:defRPr sz="1600" b="0" i="0">
                <a:solidFill>
                  <a:schemeClr val="tx1"/>
                </a:solidFill>
                <a:latin typeface="Garamond" panose="02020404030301010803" pitchFamily="18" charset="0"/>
              </a:defRPr>
            </a:lvl1pPr>
            <a:lvl2pPr>
              <a:spcBef>
                <a:spcPts val="500"/>
              </a:spcBef>
              <a:defRPr sz="1600" b="0" i="0">
                <a:solidFill>
                  <a:schemeClr val="tx1"/>
                </a:solidFill>
                <a:latin typeface="Garamond" panose="02020404030301010803" pitchFamily="18" charset="0"/>
              </a:defRPr>
            </a:lvl2pPr>
            <a:lvl3pPr>
              <a:spcBef>
                <a:spcPts val="500"/>
              </a:spcBef>
              <a:defRPr sz="1600" b="0" i="0">
                <a:solidFill>
                  <a:schemeClr val="tx1"/>
                </a:solidFill>
                <a:latin typeface="Garamond" panose="02020404030301010803" pitchFamily="18" charset="0"/>
              </a:defRPr>
            </a:lvl3pPr>
            <a:lvl4pPr>
              <a:spcBef>
                <a:spcPts val="500"/>
              </a:spcBef>
              <a:defRPr sz="1600" b="0" i="0">
                <a:solidFill>
                  <a:schemeClr val="tx1"/>
                </a:solidFill>
                <a:latin typeface="Garamond" panose="02020404030301010803" pitchFamily="18" charset="0"/>
              </a:defRPr>
            </a:lvl4pPr>
            <a:lvl5pPr>
              <a:spcBef>
                <a:spcPts val="500"/>
              </a:spcBef>
              <a:defRPr sz="1600" b="0" i="0">
                <a:solidFill>
                  <a:schemeClr val="tx1"/>
                </a:solidFill>
                <a:latin typeface="Garamond" panose="02020404030301010803" pitchFamily="18" charset="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29" name="Content4">
            <a:extLst>
              <a:ext uri="{FF2B5EF4-FFF2-40B4-BE49-F238E27FC236}">
                <a16:creationId xmlns:a16="http://schemas.microsoft.com/office/drawing/2014/main" id="{AC79F4F4-2130-EB45-92F0-E091F543461D}"/>
              </a:ext>
            </a:extLst>
          </p:cNvPr>
          <p:cNvSpPr>
            <a:spLocks noGrp="1"/>
          </p:cNvSpPr>
          <p:nvPr>
            <p:ph sz="quarter" idx="13"/>
          </p:nvPr>
        </p:nvSpPr>
        <p:spPr>
          <a:xfrm>
            <a:off x="5152651" y="5019191"/>
            <a:ext cx="4462272" cy="1965960"/>
          </a:xfrm>
          <a:prstGeom prst="rect">
            <a:avLst/>
          </a:prstGeom>
        </p:spPr>
        <p:txBody>
          <a:bodyPr>
            <a:normAutofit/>
          </a:bodyPr>
          <a:lstStyle>
            <a:lvl1pPr>
              <a:spcBef>
                <a:spcPts val="500"/>
              </a:spcBef>
              <a:defRPr sz="1600" b="0" i="0">
                <a:solidFill>
                  <a:schemeClr val="tx1"/>
                </a:solidFill>
                <a:latin typeface="Garamond" panose="02020404030301010803" pitchFamily="18" charset="0"/>
              </a:defRPr>
            </a:lvl1pPr>
            <a:lvl2pPr>
              <a:spcBef>
                <a:spcPts val="500"/>
              </a:spcBef>
              <a:defRPr sz="1600" b="0" i="0">
                <a:solidFill>
                  <a:schemeClr val="tx1"/>
                </a:solidFill>
                <a:latin typeface="Garamond" panose="02020404030301010803" pitchFamily="18" charset="0"/>
              </a:defRPr>
            </a:lvl2pPr>
            <a:lvl3pPr>
              <a:spcBef>
                <a:spcPts val="500"/>
              </a:spcBef>
              <a:defRPr sz="1600" b="0" i="0">
                <a:solidFill>
                  <a:schemeClr val="tx1"/>
                </a:solidFill>
                <a:latin typeface="Garamond" panose="02020404030301010803" pitchFamily="18" charset="0"/>
              </a:defRPr>
            </a:lvl3pPr>
            <a:lvl4pPr>
              <a:spcBef>
                <a:spcPts val="500"/>
              </a:spcBef>
              <a:defRPr sz="1600" b="0" i="0">
                <a:solidFill>
                  <a:schemeClr val="tx1"/>
                </a:solidFill>
                <a:latin typeface="Garamond" panose="02020404030301010803" pitchFamily="18" charset="0"/>
              </a:defRPr>
            </a:lvl4pPr>
            <a:lvl5pPr>
              <a:spcBef>
                <a:spcPts val="500"/>
              </a:spcBef>
              <a:defRPr sz="1600" b="0" i="0">
                <a:solidFill>
                  <a:schemeClr val="tx1"/>
                </a:solidFill>
                <a:latin typeface="Garamond" panose="02020404030301010803" pitchFamily="18" charset="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30" name="Content1">
            <a:extLst>
              <a:ext uri="{FF2B5EF4-FFF2-40B4-BE49-F238E27FC236}">
                <a16:creationId xmlns:a16="http://schemas.microsoft.com/office/drawing/2014/main" id="{E7752EB6-E402-3D43-9B90-2AAE6DB66545}"/>
              </a:ext>
            </a:extLst>
          </p:cNvPr>
          <p:cNvSpPr>
            <a:spLocks noGrp="1"/>
          </p:cNvSpPr>
          <p:nvPr>
            <p:ph idx="19" hasCustomPrompt="1"/>
          </p:nvPr>
        </p:nvSpPr>
        <p:spPr>
          <a:xfrm>
            <a:off x="461623" y="2187176"/>
            <a:ext cx="4462272" cy="304337"/>
          </a:xfrm>
          <a:solidFill>
            <a:srgbClr val="00396B"/>
          </a:solidFill>
          <a:ln>
            <a:noFill/>
          </a:ln>
        </p:spPr>
        <p:txBody>
          <a:bodyPr lIns="0" tIns="0" rIns="0" bIns="0" anchor="ctr">
            <a:normAutofit/>
          </a:bodyPr>
          <a:lstStyle>
            <a:lvl1pPr marL="0" indent="0" algn="ctr">
              <a:buNone/>
              <a:defRPr sz="1600" b="0" i="0">
                <a:solidFill>
                  <a:schemeClr val="bg1"/>
                </a:solidFill>
                <a:latin typeface="Garamond" panose="02020404030301010803" pitchFamily="18" charset="0"/>
              </a:defRPr>
            </a:lvl1pPr>
            <a:lvl2pPr marL="502920" indent="0">
              <a:buNone/>
              <a:defRPr sz="1600" b="0" i="0">
                <a:solidFill>
                  <a:schemeClr val="tx1"/>
                </a:solidFill>
                <a:latin typeface="Garamond" panose="02020404030301010803" pitchFamily="18" charset="0"/>
              </a:defRPr>
            </a:lvl2pPr>
            <a:lvl3pPr>
              <a:defRPr sz="1600" b="0" i="0">
                <a:solidFill>
                  <a:schemeClr val="tx1"/>
                </a:solidFill>
                <a:latin typeface="Garamond" panose="02020404030301010803" pitchFamily="18" charset="0"/>
              </a:defRPr>
            </a:lvl3pPr>
            <a:lvl4pPr>
              <a:defRPr sz="1600" b="0" i="0">
                <a:solidFill>
                  <a:schemeClr val="tx1"/>
                </a:solidFill>
                <a:latin typeface="Garamond" panose="02020404030301010803" pitchFamily="18" charset="0"/>
              </a:defRPr>
            </a:lvl4pPr>
            <a:lvl5pPr>
              <a:defRPr sz="1600" b="0" i="0">
                <a:solidFill>
                  <a:schemeClr val="tx1"/>
                </a:solidFill>
                <a:latin typeface="Garamond" panose="02020404030301010803" pitchFamily="18" charset="0"/>
              </a:defRPr>
            </a:lvl5pPr>
          </a:lstStyle>
          <a:p>
            <a:pPr lvl="0"/>
            <a:r>
              <a:rPr lang="en-US" dirty="0"/>
              <a:t>Click to edit subsection title</a:t>
            </a:r>
          </a:p>
        </p:txBody>
      </p:sp>
      <p:sp>
        <p:nvSpPr>
          <p:cNvPr id="31" name="Content1">
            <a:extLst>
              <a:ext uri="{FF2B5EF4-FFF2-40B4-BE49-F238E27FC236}">
                <a16:creationId xmlns:a16="http://schemas.microsoft.com/office/drawing/2014/main" id="{E098FDFD-3CD1-1F43-91C4-9FC02217C9A9}"/>
              </a:ext>
            </a:extLst>
          </p:cNvPr>
          <p:cNvSpPr>
            <a:spLocks noGrp="1"/>
          </p:cNvSpPr>
          <p:nvPr>
            <p:ph idx="20" hasCustomPrompt="1"/>
          </p:nvPr>
        </p:nvSpPr>
        <p:spPr>
          <a:xfrm>
            <a:off x="5152651" y="2187175"/>
            <a:ext cx="4462272" cy="304337"/>
          </a:xfrm>
          <a:solidFill>
            <a:srgbClr val="00396B"/>
          </a:solidFill>
          <a:ln>
            <a:noFill/>
          </a:ln>
        </p:spPr>
        <p:txBody>
          <a:bodyPr lIns="0" tIns="0" rIns="0" bIns="0" anchor="ctr">
            <a:normAutofit/>
          </a:bodyPr>
          <a:lstStyle>
            <a:lvl1pPr marL="0" indent="0" algn="ctr">
              <a:buNone/>
              <a:defRPr sz="1600" b="0" i="0">
                <a:solidFill>
                  <a:schemeClr val="bg1"/>
                </a:solidFill>
                <a:latin typeface="Garamond" panose="02020404030301010803" pitchFamily="18" charset="0"/>
              </a:defRPr>
            </a:lvl1pPr>
            <a:lvl2pPr marL="502920" indent="0">
              <a:buNone/>
              <a:defRPr sz="1600" b="0" i="0">
                <a:solidFill>
                  <a:schemeClr val="tx1"/>
                </a:solidFill>
                <a:latin typeface="Garamond" panose="02020404030301010803" pitchFamily="18" charset="0"/>
              </a:defRPr>
            </a:lvl2pPr>
            <a:lvl3pPr>
              <a:defRPr sz="1600" b="0" i="0">
                <a:solidFill>
                  <a:schemeClr val="tx1"/>
                </a:solidFill>
                <a:latin typeface="Garamond" panose="02020404030301010803" pitchFamily="18" charset="0"/>
              </a:defRPr>
            </a:lvl3pPr>
            <a:lvl4pPr>
              <a:defRPr sz="1600" b="0" i="0">
                <a:solidFill>
                  <a:schemeClr val="tx1"/>
                </a:solidFill>
                <a:latin typeface="Garamond" panose="02020404030301010803" pitchFamily="18" charset="0"/>
              </a:defRPr>
            </a:lvl4pPr>
            <a:lvl5pPr>
              <a:defRPr sz="1600" b="0" i="0">
                <a:solidFill>
                  <a:schemeClr val="tx1"/>
                </a:solidFill>
                <a:latin typeface="Garamond" panose="02020404030301010803" pitchFamily="18" charset="0"/>
              </a:defRPr>
            </a:lvl5pPr>
          </a:lstStyle>
          <a:p>
            <a:pPr lvl="0"/>
            <a:r>
              <a:rPr lang="en-US" dirty="0"/>
              <a:t>Click to edit subsection title</a:t>
            </a:r>
          </a:p>
        </p:txBody>
      </p:sp>
      <p:sp>
        <p:nvSpPr>
          <p:cNvPr id="33" name="Content1">
            <a:extLst>
              <a:ext uri="{FF2B5EF4-FFF2-40B4-BE49-F238E27FC236}">
                <a16:creationId xmlns:a16="http://schemas.microsoft.com/office/drawing/2014/main" id="{5773192E-4590-E142-831E-64A04DD2F344}"/>
              </a:ext>
            </a:extLst>
          </p:cNvPr>
          <p:cNvSpPr>
            <a:spLocks noGrp="1"/>
          </p:cNvSpPr>
          <p:nvPr>
            <p:ph idx="21" hasCustomPrompt="1"/>
          </p:nvPr>
        </p:nvSpPr>
        <p:spPr>
          <a:xfrm>
            <a:off x="461623" y="4693895"/>
            <a:ext cx="4462272" cy="304337"/>
          </a:xfrm>
          <a:solidFill>
            <a:srgbClr val="00396B"/>
          </a:solidFill>
          <a:ln>
            <a:noFill/>
          </a:ln>
        </p:spPr>
        <p:txBody>
          <a:bodyPr lIns="0" tIns="0" rIns="0" bIns="0" anchor="ctr">
            <a:normAutofit/>
          </a:bodyPr>
          <a:lstStyle>
            <a:lvl1pPr marL="0" marR="0" indent="0" algn="ctr" defTabSz="1005840" rtl="0" eaLnBrk="1" fontAlgn="auto" latinLnBrk="0" hangingPunct="1">
              <a:lnSpc>
                <a:spcPct val="90000"/>
              </a:lnSpc>
              <a:spcBef>
                <a:spcPts val="1100"/>
              </a:spcBef>
              <a:spcAft>
                <a:spcPts val="0"/>
              </a:spcAft>
              <a:buClr>
                <a:srgbClr val="710F32"/>
              </a:buClr>
              <a:buSzPct val="90000"/>
              <a:buFont typeface="Wingdings" pitchFamily="2" charset="2"/>
              <a:buNone/>
              <a:tabLst/>
              <a:defRPr sz="1600" b="0" i="0">
                <a:solidFill>
                  <a:schemeClr val="bg1"/>
                </a:solidFill>
                <a:latin typeface="Garamond" panose="02020404030301010803" pitchFamily="18" charset="0"/>
              </a:defRPr>
            </a:lvl1pPr>
            <a:lvl2pPr marL="502920" indent="0">
              <a:buNone/>
              <a:defRPr sz="1600" b="0" i="0">
                <a:solidFill>
                  <a:schemeClr val="tx1"/>
                </a:solidFill>
                <a:latin typeface="Garamond" panose="02020404030301010803" pitchFamily="18" charset="0"/>
              </a:defRPr>
            </a:lvl2pPr>
            <a:lvl3pPr>
              <a:defRPr sz="1600" b="0" i="0">
                <a:solidFill>
                  <a:schemeClr val="tx1"/>
                </a:solidFill>
                <a:latin typeface="Garamond" panose="02020404030301010803" pitchFamily="18" charset="0"/>
              </a:defRPr>
            </a:lvl3pPr>
            <a:lvl4pPr>
              <a:defRPr sz="1600" b="0" i="0">
                <a:solidFill>
                  <a:schemeClr val="tx1"/>
                </a:solidFill>
                <a:latin typeface="Garamond" panose="02020404030301010803" pitchFamily="18" charset="0"/>
              </a:defRPr>
            </a:lvl4pPr>
            <a:lvl5pPr>
              <a:defRPr sz="1600" b="0" i="0">
                <a:solidFill>
                  <a:schemeClr val="tx1"/>
                </a:solidFill>
                <a:latin typeface="Garamond" panose="02020404030301010803" pitchFamily="18" charset="0"/>
              </a:defRPr>
            </a:lvl5pPr>
          </a:lstStyle>
          <a:p>
            <a:pPr marL="0" marR="0" lvl="0" indent="0" algn="ctr" defTabSz="1005840" rtl="0" eaLnBrk="1" fontAlgn="auto" latinLnBrk="0" hangingPunct="1">
              <a:lnSpc>
                <a:spcPct val="90000"/>
              </a:lnSpc>
              <a:spcBef>
                <a:spcPts val="1100"/>
              </a:spcBef>
              <a:spcAft>
                <a:spcPts val="0"/>
              </a:spcAft>
              <a:buClr>
                <a:srgbClr val="710F32"/>
              </a:buClr>
              <a:buSzPct val="90000"/>
              <a:buFont typeface="Wingdings" pitchFamily="2" charset="2"/>
              <a:buNone/>
              <a:tabLst/>
              <a:defRPr/>
            </a:pPr>
            <a:r>
              <a:rPr lang="en-US" dirty="0"/>
              <a:t>Click to edit subsection title</a:t>
            </a:r>
          </a:p>
        </p:txBody>
      </p:sp>
      <p:sp>
        <p:nvSpPr>
          <p:cNvPr id="35" name="Content1">
            <a:extLst>
              <a:ext uri="{FF2B5EF4-FFF2-40B4-BE49-F238E27FC236}">
                <a16:creationId xmlns:a16="http://schemas.microsoft.com/office/drawing/2014/main" id="{7BDC082E-DC2D-C743-9D6A-1A99A532C5AF}"/>
              </a:ext>
            </a:extLst>
          </p:cNvPr>
          <p:cNvSpPr>
            <a:spLocks noGrp="1"/>
          </p:cNvSpPr>
          <p:nvPr>
            <p:ph idx="22" hasCustomPrompt="1"/>
          </p:nvPr>
        </p:nvSpPr>
        <p:spPr>
          <a:xfrm>
            <a:off x="5152651" y="4693895"/>
            <a:ext cx="4463745" cy="301752"/>
          </a:xfrm>
          <a:solidFill>
            <a:srgbClr val="00396B"/>
          </a:solidFill>
          <a:ln>
            <a:noFill/>
          </a:ln>
        </p:spPr>
        <p:txBody>
          <a:bodyPr lIns="0" tIns="0" rIns="0" bIns="0" anchor="ctr">
            <a:normAutofit/>
          </a:bodyPr>
          <a:lstStyle>
            <a:lvl1pPr marL="0" marR="0" indent="0" algn="ctr" defTabSz="1005840" rtl="0" eaLnBrk="1" fontAlgn="auto" latinLnBrk="0" hangingPunct="1">
              <a:lnSpc>
                <a:spcPct val="90000"/>
              </a:lnSpc>
              <a:spcBef>
                <a:spcPts val="1100"/>
              </a:spcBef>
              <a:spcAft>
                <a:spcPts val="0"/>
              </a:spcAft>
              <a:buClr>
                <a:srgbClr val="710F32"/>
              </a:buClr>
              <a:buSzPct val="90000"/>
              <a:buFont typeface="Wingdings" pitchFamily="2" charset="2"/>
              <a:buNone/>
              <a:tabLst/>
              <a:defRPr sz="1600" b="0" i="0">
                <a:solidFill>
                  <a:schemeClr val="bg1"/>
                </a:solidFill>
                <a:latin typeface="Garamond" panose="02020404030301010803" pitchFamily="18" charset="0"/>
              </a:defRPr>
            </a:lvl1pPr>
            <a:lvl2pPr marL="502920" indent="0">
              <a:buNone/>
              <a:defRPr sz="1600" b="0" i="0">
                <a:solidFill>
                  <a:schemeClr val="tx1"/>
                </a:solidFill>
                <a:latin typeface="Garamond" panose="02020404030301010803" pitchFamily="18" charset="0"/>
              </a:defRPr>
            </a:lvl2pPr>
            <a:lvl3pPr>
              <a:defRPr sz="1600" b="0" i="0">
                <a:solidFill>
                  <a:schemeClr val="tx1"/>
                </a:solidFill>
                <a:latin typeface="Garamond" panose="02020404030301010803" pitchFamily="18" charset="0"/>
              </a:defRPr>
            </a:lvl3pPr>
            <a:lvl4pPr>
              <a:defRPr sz="1600" b="0" i="0">
                <a:solidFill>
                  <a:schemeClr val="tx1"/>
                </a:solidFill>
                <a:latin typeface="Garamond" panose="02020404030301010803" pitchFamily="18" charset="0"/>
              </a:defRPr>
            </a:lvl4pPr>
            <a:lvl5pPr>
              <a:defRPr sz="1600" b="0" i="0">
                <a:solidFill>
                  <a:schemeClr val="tx1"/>
                </a:solidFill>
                <a:latin typeface="Garamond" panose="02020404030301010803" pitchFamily="18" charset="0"/>
              </a:defRPr>
            </a:lvl5pPr>
          </a:lstStyle>
          <a:p>
            <a:pPr marL="0" marR="0" lvl="0" indent="0" algn="ctr" defTabSz="1005840" rtl="0" eaLnBrk="1" fontAlgn="auto" latinLnBrk="0" hangingPunct="1">
              <a:lnSpc>
                <a:spcPct val="90000"/>
              </a:lnSpc>
              <a:spcBef>
                <a:spcPts val="1100"/>
              </a:spcBef>
              <a:spcAft>
                <a:spcPts val="0"/>
              </a:spcAft>
              <a:buClr>
                <a:srgbClr val="710F32"/>
              </a:buClr>
              <a:buSzPct val="90000"/>
              <a:buFont typeface="Wingdings" pitchFamily="2" charset="2"/>
              <a:buNone/>
              <a:tabLst/>
              <a:defRPr/>
            </a:pPr>
            <a:r>
              <a:rPr lang="en-US" dirty="0"/>
              <a:t>Click to edit subsection title</a:t>
            </a:r>
          </a:p>
        </p:txBody>
      </p:sp>
      <p:sp>
        <p:nvSpPr>
          <p:cNvPr id="36" name="Content1">
            <a:extLst>
              <a:ext uri="{FF2B5EF4-FFF2-40B4-BE49-F238E27FC236}">
                <a16:creationId xmlns:a16="http://schemas.microsoft.com/office/drawing/2014/main" id="{D4F542BD-083B-AA4A-A713-0D569A1EA597}"/>
              </a:ext>
            </a:extLst>
          </p:cNvPr>
          <p:cNvSpPr>
            <a:spLocks noGrp="1"/>
          </p:cNvSpPr>
          <p:nvPr>
            <p:ph idx="23" hasCustomPrompt="1"/>
          </p:nvPr>
        </p:nvSpPr>
        <p:spPr>
          <a:xfrm>
            <a:off x="461623" y="1805744"/>
            <a:ext cx="4462272" cy="304337"/>
          </a:xfrm>
          <a:solidFill>
            <a:srgbClr val="1E1F49"/>
          </a:solidFill>
          <a:ln>
            <a:noFill/>
          </a:ln>
        </p:spPr>
        <p:txBody>
          <a:bodyPr lIns="0" tIns="0" rIns="0" bIns="0" anchor="ctr">
            <a:normAutofit/>
          </a:bodyPr>
          <a:lstStyle>
            <a:lvl1pPr marL="0" indent="0" algn="ctr">
              <a:buNone/>
              <a:defRPr sz="1600" b="0" i="0">
                <a:solidFill>
                  <a:schemeClr val="bg1"/>
                </a:solidFill>
                <a:latin typeface="Garamond" panose="02020404030301010803" pitchFamily="18" charset="0"/>
              </a:defRPr>
            </a:lvl1pPr>
            <a:lvl2pPr marL="502920" indent="0">
              <a:buNone/>
              <a:defRPr sz="1600" b="0" i="0">
                <a:solidFill>
                  <a:schemeClr val="tx1"/>
                </a:solidFill>
                <a:latin typeface="Garamond" panose="02020404030301010803" pitchFamily="18" charset="0"/>
              </a:defRPr>
            </a:lvl2pPr>
            <a:lvl3pPr>
              <a:defRPr sz="1600" b="0" i="0">
                <a:solidFill>
                  <a:schemeClr val="tx1"/>
                </a:solidFill>
                <a:latin typeface="Garamond" panose="02020404030301010803" pitchFamily="18" charset="0"/>
              </a:defRPr>
            </a:lvl3pPr>
            <a:lvl4pPr>
              <a:defRPr sz="1600" b="0" i="0">
                <a:solidFill>
                  <a:schemeClr val="tx1"/>
                </a:solidFill>
                <a:latin typeface="Garamond" panose="02020404030301010803" pitchFamily="18" charset="0"/>
              </a:defRPr>
            </a:lvl4pPr>
            <a:lvl5pPr>
              <a:defRPr sz="1600" b="0" i="0">
                <a:solidFill>
                  <a:schemeClr val="tx1"/>
                </a:solidFill>
                <a:latin typeface="Garamond" panose="02020404030301010803" pitchFamily="18" charset="0"/>
              </a:defRPr>
            </a:lvl5pPr>
          </a:lstStyle>
          <a:p>
            <a:pPr lvl="0"/>
            <a:r>
              <a:rPr lang="en-US" dirty="0"/>
              <a:t>Click to edit section title</a:t>
            </a:r>
          </a:p>
        </p:txBody>
      </p:sp>
      <p:sp>
        <p:nvSpPr>
          <p:cNvPr id="37" name="Content1">
            <a:extLst>
              <a:ext uri="{FF2B5EF4-FFF2-40B4-BE49-F238E27FC236}">
                <a16:creationId xmlns:a16="http://schemas.microsoft.com/office/drawing/2014/main" id="{B086464C-FC55-5442-A136-981E295417E3}"/>
              </a:ext>
            </a:extLst>
          </p:cNvPr>
          <p:cNvSpPr>
            <a:spLocks noGrp="1"/>
          </p:cNvSpPr>
          <p:nvPr>
            <p:ph idx="24" hasCustomPrompt="1"/>
          </p:nvPr>
        </p:nvSpPr>
        <p:spPr>
          <a:xfrm>
            <a:off x="5152651" y="1805743"/>
            <a:ext cx="4462272" cy="304337"/>
          </a:xfrm>
          <a:solidFill>
            <a:srgbClr val="1E1F49"/>
          </a:solidFill>
          <a:ln>
            <a:noFill/>
          </a:ln>
        </p:spPr>
        <p:txBody>
          <a:bodyPr lIns="0" tIns="0" rIns="0" bIns="0" anchor="ctr">
            <a:normAutofit/>
          </a:bodyPr>
          <a:lstStyle>
            <a:lvl1pPr marL="0" indent="0" algn="ctr">
              <a:buNone/>
              <a:defRPr sz="1600" b="0" i="0">
                <a:solidFill>
                  <a:schemeClr val="bg1"/>
                </a:solidFill>
                <a:latin typeface="Garamond" panose="02020404030301010803" pitchFamily="18" charset="0"/>
              </a:defRPr>
            </a:lvl1pPr>
            <a:lvl2pPr marL="502920" indent="0">
              <a:buNone/>
              <a:defRPr sz="1600" b="0" i="0">
                <a:solidFill>
                  <a:schemeClr val="tx1"/>
                </a:solidFill>
                <a:latin typeface="Garamond" panose="02020404030301010803" pitchFamily="18" charset="0"/>
              </a:defRPr>
            </a:lvl2pPr>
            <a:lvl3pPr>
              <a:defRPr sz="1600" b="0" i="0">
                <a:solidFill>
                  <a:schemeClr val="tx1"/>
                </a:solidFill>
                <a:latin typeface="Garamond" panose="02020404030301010803" pitchFamily="18" charset="0"/>
              </a:defRPr>
            </a:lvl3pPr>
            <a:lvl4pPr>
              <a:defRPr sz="1600" b="0" i="0">
                <a:solidFill>
                  <a:schemeClr val="tx1"/>
                </a:solidFill>
                <a:latin typeface="Garamond" panose="02020404030301010803" pitchFamily="18" charset="0"/>
              </a:defRPr>
            </a:lvl4pPr>
            <a:lvl5pPr>
              <a:defRPr sz="1600" b="0" i="0">
                <a:solidFill>
                  <a:schemeClr val="tx1"/>
                </a:solidFill>
                <a:latin typeface="Garamond" panose="02020404030301010803" pitchFamily="18" charset="0"/>
              </a:defRPr>
            </a:lvl5pPr>
          </a:lstStyle>
          <a:p>
            <a:pPr lvl="0"/>
            <a:r>
              <a:rPr lang="en-US" dirty="0"/>
              <a:t>Click to edit section title</a:t>
            </a:r>
          </a:p>
        </p:txBody>
      </p:sp>
    </p:spTree>
    <p:extLst>
      <p:ext uri="{BB962C8B-B14F-4D97-AF65-F5344CB8AC3E}">
        <p14:creationId xmlns:p14="http://schemas.microsoft.com/office/powerpoint/2010/main" val="2462748608"/>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2 x 3">
    <p:spTree>
      <p:nvGrpSpPr>
        <p:cNvPr id="1" name=""/>
        <p:cNvGrpSpPr/>
        <p:nvPr/>
      </p:nvGrpSpPr>
      <p:grpSpPr>
        <a:xfrm>
          <a:off x="0" y="0"/>
          <a:ext cx="0" cy="0"/>
          <a:chOff x="0" y="0"/>
          <a:chExt cx="0" cy="0"/>
        </a:xfrm>
      </p:grpSpPr>
      <p:sp>
        <p:nvSpPr>
          <p:cNvPr id="2" name="Title 1"/>
          <p:cNvSpPr>
            <a:spLocks noGrp="1"/>
          </p:cNvSpPr>
          <p:nvPr>
            <p:ph type="title"/>
          </p:nvPr>
        </p:nvSpPr>
        <p:spPr>
          <a:xfrm>
            <a:off x="461623" y="365467"/>
            <a:ext cx="9144000" cy="731520"/>
          </a:xfrm>
        </p:spPr>
        <p:txBody>
          <a:bodyPr lIns="0" tIns="0" rIns="0" bIns="0" anchor="b">
            <a:noAutofit/>
          </a:bodyPr>
          <a:lstStyle>
            <a:lvl1pPr algn="l">
              <a:defRPr sz="2800"/>
            </a:lvl1pPr>
          </a:lstStyle>
          <a:p>
            <a:r>
              <a:rPr lang="en-US"/>
              <a:t>Click to edit Master title style</a:t>
            </a:r>
            <a:endParaRPr lang="en-US" dirty="0"/>
          </a:p>
        </p:txBody>
      </p:sp>
      <p:sp>
        <p:nvSpPr>
          <p:cNvPr id="7" name="Rectangle 6">
            <a:extLst>
              <a:ext uri="{FF2B5EF4-FFF2-40B4-BE49-F238E27FC236}">
                <a16:creationId xmlns:a16="http://schemas.microsoft.com/office/drawing/2014/main" id="{2646B5E7-46FE-9147-90FD-86B4FD3EF191}"/>
              </a:ext>
            </a:extLst>
          </p:cNvPr>
          <p:cNvSpPr/>
          <p:nvPr userDrawn="1"/>
        </p:nvSpPr>
        <p:spPr>
          <a:xfrm>
            <a:off x="461623" y="1144853"/>
            <a:ext cx="9144000" cy="0"/>
          </a:xfrm>
          <a:prstGeom prst="rect">
            <a:avLst/>
          </a:prstGeom>
          <a:solidFill>
            <a:srgbClr val="00396B"/>
          </a:solidFill>
          <a:ln w="38100">
            <a:solidFill>
              <a:srgbClr val="00396B"/>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l"/>
            <a:endParaRPr lang="en-US" sz="1600" dirty="0"/>
          </a:p>
        </p:txBody>
      </p:sp>
      <p:sp>
        <p:nvSpPr>
          <p:cNvPr id="8" name="Rectangle 7">
            <a:extLst>
              <a:ext uri="{FF2B5EF4-FFF2-40B4-BE49-F238E27FC236}">
                <a16:creationId xmlns:a16="http://schemas.microsoft.com/office/drawing/2014/main" id="{60AC43C3-41D9-9C4F-B8B0-DA592026F312}"/>
              </a:ext>
            </a:extLst>
          </p:cNvPr>
          <p:cNvSpPr/>
          <p:nvPr userDrawn="1"/>
        </p:nvSpPr>
        <p:spPr>
          <a:xfrm>
            <a:off x="298219" y="780099"/>
            <a:ext cx="140429" cy="905826"/>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Rectangle 8">
            <a:extLst>
              <a:ext uri="{FF2B5EF4-FFF2-40B4-BE49-F238E27FC236}">
                <a16:creationId xmlns:a16="http://schemas.microsoft.com/office/drawing/2014/main" id="{F0F01F0F-0C02-0349-8EC7-9C1A12E678A6}"/>
              </a:ext>
            </a:extLst>
          </p:cNvPr>
          <p:cNvSpPr/>
          <p:nvPr userDrawn="1"/>
        </p:nvSpPr>
        <p:spPr>
          <a:xfrm>
            <a:off x="9614923" y="780099"/>
            <a:ext cx="135052" cy="689926"/>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C5F8A2F7-AF6E-8B47-BFCE-0F05ED9722E2}"/>
              </a:ext>
            </a:extLst>
          </p:cNvPr>
          <p:cNvSpPr/>
          <p:nvPr userDrawn="1"/>
        </p:nvSpPr>
        <p:spPr>
          <a:xfrm>
            <a:off x="461623" y="7105266"/>
            <a:ext cx="9144000" cy="0"/>
          </a:xfrm>
          <a:prstGeom prst="rect">
            <a:avLst/>
          </a:prstGeom>
          <a:solidFill>
            <a:srgbClr val="00396B"/>
          </a:solidFill>
          <a:ln w="19050">
            <a:solidFill>
              <a:srgbClr val="00396B"/>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l"/>
            <a:endParaRPr lang="en-US" sz="1600" dirty="0"/>
          </a:p>
        </p:txBody>
      </p:sp>
      <p:sp>
        <p:nvSpPr>
          <p:cNvPr id="15" name="Rectangle 14">
            <a:extLst>
              <a:ext uri="{FF2B5EF4-FFF2-40B4-BE49-F238E27FC236}">
                <a16:creationId xmlns:a16="http://schemas.microsoft.com/office/drawing/2014/main" id="{7E704648-A2D3-CF47-A418-6C3DA12F0E1F}"/>
              </a:ext>
            </a:extLst>
          </p:cNvPr>
          <p:cNvSpPr/>
          <p:nvPr userDrawn="1"/>
        </p:nvSpPr>
        <p:spPr>
          <a:xfrm>
            <a:off x="306772" y="6986085"/>
            <a:ext cx="135052" cy="270588"/>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id="{306910E1-718B-9148-82CB-2C98644C11FB}"/>
              </a:ext>
            </a:extLst>
          </p:cNvPr>
          <p:cNvSpPr/>
          <p:nvPr userDrawn="1"/>
        </p:nvSpPr>
        <p:spPr>
          <a:xfrm>
            <a:off x="9614923" y="6986085"/>
            <a:ext cx="135052" cy="270588"/>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2" name="Slide Number Placeholder 31">
            <a:extLst>
              <a:ext uri="{FF2B5EF4-FFF2-40B4-BE49-F238E27FC236}">
                <a16:creationId xmlns:a16="http://schemas.microsoft.com/office/drawing/2014/main" id="{92A52980-2613-2347-B25E-DCB831E65E90}"/>
              </a:ext>
            </a:extLst>
          </p:cNvPr>
          <p:cNvSpPr>
            <a:spLocks noGrp="1"/>
          </p:cNvSpPr>
          <p:nvPr>
            <p:ph type="sldNum" sz="quarter" idx="17"/>
          </p:nvPr>
        </p:nvSpPr>
        <p:spPr>
          <a:xfrm>
            <a:off x="9216483" y="7201198"/>
            <a:ext cx="389140" cy="413808"/>
          </a:xfrm>
          <a:prstGeom prst="rect">
            <a:avLst/>
          </a:prstGeom>
        </p:spPr>
        <p:txBody>
          <a:bodyPr lIns="0" tIns="0" rIns="0" bIns="0" anchor="ctr"/>
          <a:lstStyle>
            <a:lvl1pPr>
              <a:defRPr sz="1200">
                <a:latin typeface="Garamond" panose="02020404030301010803" pitchFamily="18" charset="0"/>
              </a:defRPr>
            </a:lvl1pPr>
          </a:lstStyle>
          <a:p>
            <a:fld id="{3FEFCAF1-6404-E34E-8C55-31475CA0CB4C}" type="slidenum">
              <a:rPr lang="en-US" smtClean="0"/>
              <a:pPr/>
              <a:t>‹#›</a:t>
            </a:fld>
            <a:endParaRPr lang="en-US" dirty="0"/>
          </a:p>
        </p:txBody>
      </p:sp>
      <p:sp>
        <p:nvSpPr>
          <p:cNvPr id="5" name="Text Placeholder 4">
            <a:extLst>
              <a:ext uri="{FF2B5EF4-FFF2-40B4-BE49-F238E27FC236}">
                <a16:creationId xmlns:a16="http://schemas.microsoft.com/office/drawing/2014/main" id="{BCC58857-C60A-334F-99DC-0BDAF0F9C4BC}"/>
              </a:ext>
            </a:extLst>
          </p:cNvPr>
          <p:cNvSpPr>
            <a:spLocks noGrp="1"/>
          </p:cNvSpPr>
          <p:nvPr>
            <p:ph type="body" sz="quarter" idx="18" hasCustomPrompt="1"/>
          </p:nvPr>
        </p:nvSpPr>
        <p:spPr>
          <a:xfrm>
            <a:off x="461963" y="1248828"/>
            <a:ext cx="9144000" cy="355600"/>
          </a:xfrm>
        </p:spPr>
        <p:txBody>
          <a:bodyPr lIns="0" tIns="0" rIns="0" bIns="0" anchor="t">
            <a:normAutofit/>
          </a:bodyPr>
          <a:lstStyle>
            <a:lvl1pPr marL="0" indent="0">
              <a:buNone/>
              <a:defRPr sz="1800"/>
            </a:lvl1pPr>
          </a:lstStyle>
          <a:p>
            <a:pPr lvl="0"/>
            <a:r>
              <a:rPr lang="en-US" dirty="0"/>
              <a:t>Click to edit subtitle</a:t>
            </a:r>
          </a:p>
        </p:txBody>
      </p:sp>
      <p:sp>
        <p:nvSpPr>
          <p:cNvPr id="13" name="Content1">
            <a:extLst>
              <a:ext uri="{FF2B5EF4-FFF2-40B4-BE49-F238E27FC236}">
                <a16:creationId xmlns:a16="http://schemas.microsoft.com/office/drawing/2014/main" id="{D46044D0-78E9-9B42-B3E1-4B17267FF4C5}"/>
              </a:ext>
            </a:extLst>
          </p:cNvPr>
          <p:cNvSpPr>
            <a:spLocks noGrp="1"/>
          </p:cNvSpPr>
          <p:nvPr>
            <p:ph idx="10"/>
          </p:nvPr>
        </p:nvSpPr>
        <p:spPr>
          <a:xfrm>
            <a:off x="461623" y="2227815"/>
            <a:ext cx="2898648" cy="1965960"/>
          </a:xfrm>
        </p:spPr>
        <p:txBody>
          <a:bodyPr>
            <a:normAutofit/>
          </a:bodyPr>
          <a:lstStyle>
            <a:lvl1pPr>
              <a:spcBef>
                <a:spcPts val="500"/>
              </a:spcBef>
              <a:defRPr sz="1600" b="0" i="0">
                <a:solidFill>
                  <a:schemeClr val="tx1"/>
                </a:solidFill>
                <a:latin typeface="Garamond" panose="02020404030301010803" pitchFamily="18" charset="0"/>
              </a:defRPr>
            </a:lvl1pPr>
            <a:lvl2pPr>
              <a:spcBef>
                <a:spcPts val="500"/>
              </a:spcBef>
              <a:defRPr sz="1600" b="0" i="0">
                <a:solidFill>
                  <a:schemeClr val="tx1"/>
                </a:solidFill>
                <a:latin typeface="Garamond" panose="02020404030301010803" pitchFamily="18" charset="0"/>
              </a:defRPr>
            </a:lvl2pPr>
            <a:lvl3pPr>
              <a:spcBef>
                <a:spcPts val="500"/>
              </a:spcBef>
              <a:defRPr sz="1600" b="0" i="0">
                <a:solidFill>
                  <a:schemeClr val="tx1"/>
                </a:solidFill>
                <a:latin typeface="Garamond" panose="02020404030301010803" pitchFamily="18" charset="0"/>
              </a:defRPr>
            </a:lvl3pPr>
            <a:lvl4pPr>
              <a:spcBef>
                <a:spcPts val="500"/>
              </a:spcBef>
              <a:defRPr sz="1600" b="0" i="0">
                <a:solidFill>
                  <a:schemeClr val="tx1"/>
                </a:solidFill>
                <a:latin typeface="Garamond" panose="02020404030301010803" pitchFamily="18" charset="0"/>
              </a:defRPr>
            </a:lvl4pPr>
            <a:lvl5pPr>
              <a:spcBef>
                <a:spcPts val="500"/>
              </a:spcBef>
              <a:defRPr sz="1600" b="0" i="0">
                <a:solidFill>
                  <a:schemeClr val="tx1"/>
                </a:solidFill>
                <a:latin typeface="Garamond" panose="02020404030301010803" pitchFamily="18" charset="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8" name="Content3">
            <a:extLst>
              <a:ext uri="{FF2B5EF4-FFF2-40B4-BE49-F238E27FC236}">
                <a16:creationId xmlns:a16="http://schemas.microsoft.com/office/drawing/2014/main" id="{57A3F90F-8AEC-8140-88CE-384C3628EA4D}"/>
              </a:ext>
            </a:extLst>
          </p:cNvPr>
          <p:cNvSpPr>
            <a:spLocks noGrp="1"/>
          </p:cNvSpPr>
          <p:nvPr>
            <p:ph sz="quarter" idx="12"/>
          </p:nvPr>
        </p:nvSpPr>
        <p:spPr>
          <a:xfrm>
            <a:off x="3584300" y="2226596"/>
            <a:ext cx="2898648" cy="1965960"/>
          </a:xfrm>
          <a:prstGeom prst="rect">
            <a:avLst/>
          </a:prstGeom>
        </p:spPr>
        <p:txBody>
          <a:bodyPr>
            <a:normAutofit/>
          </a:bodyPr>
          <a:lstStyle>
            <a:lvl1pPr>
              <a:spcBef>
                <a:spcPts val="500"/>
              </a:spcBef>
              <a:defRPr sz="1600" b="0" i="0">
                <a:solidFill>
                  <a:schemeClr val="tx1"/>
                </a:solidFill>
                <a:latin typeface="Garamond" panose="02020404030301010803" pitchFamily="18" charset="0"/>
              </a:defRPr>
            </a:lvl1pPr>
            <a:lvl2pPr>
              <a:spcBef>
                <a:spcPts val="500"/>
              </a:spcBef>
              <a:defRPr sz="1600" b="0" i="0">
                <a:solidFill>
                  <a:schemeClr val="tx1"/>
                </a:solidFill>
                <a:latin typeface="Garamond" panose="02020404030301010803" pitchFamily="18" charset="0"/>
              </a:defRPr>
            </a:lvl2pPr>
            <a:lvl3pPr>
              <a:spcBef>
                <a:spcPts val="500"/>
              </a:spcBef>
              <a:defRPr sz="1600" b="0" i="0">
                <a:solidFill>
                  <a:schemeClr val="tx1"/>
                </a:solidFill>
                <a:latin typeface="Garamond" panose="02020404030301010803" pitchFamily="18" charset="0"/>
              </a:defRPr>
            </a:lvl3pPr>
            <a:lvl4pPr>
              <a:spcBef>
                <a:spcPts val="500"/>
              </a:spcBef>
              <a:defRPr sz="1600" b="0" i="0">
                <a:solidFill>
                  <a:schemeClr val="tx1"/>
                </a:solidFill>
                <a:latin typeface="Garamond" panose="02020404030301010803" pitchFamily="18" charset="0"/>
              </a:defRPr>
            </a:lvl4pPr>
            <a:lvl5pPr>
              <a:spcBef>
                <a:spcPts val="500"/>
              </a:spcBef>
              <a:defRPr sz="1600" b="0" i="0">
                <a:solidFill>
                  <a:schemeClr val="tx1"/>
                </a:solidFill>
                <a:latin typeface="Garamond" panose="02020404030301010803" pitchFamily="18" charset="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20" name="Content1">
            <a:extLst>
              <a:ext uri="{FF2B5EF4-FFF2-40B4-BE49-F238E27FC236}">
                <a16:creationId xmlns:a16="http://schemas.microsoft.com/office/drawing/2014/main" id="{EB63E8DE-D5EE-D94E-9B89-329C49D42128}"/>
              </a:ext>
            </a:extLst>
          </p:cNvPr>
          <p:cNvSpPr>
            <a:spLocks noGrp="1"/>
          </p:cNvSpPr>
          <p:nvPr>
            <p:ph idx="19" hasCustomPrompt="1"/>
          </p:nvPr>
        </p:nvSpPr>
        <p:spPr>
          <a:xfrm>
            <a:off x="461623" y="1901426"/>
            <a:ext cx="2898648" cy="304337"/>
          </a:xfrm>
          <a:solidFill>
            <a:srgbClr val="1E1F49"/>
          </a:solidFill>
          <a:ln>
            <a:noFill/>
          </a:ln>
        </p:spPr>
        <p:txBody>
          <a:bodyPr lIns="0" tIns="0" rIns="0" bIns="0" anchor="ctr">
            <a:normAutofit/>
          </a:bodyPr>
          <a:lstStyle>
            <a:lvl1pPr marL="0" marR="0" indent="0" algn="ctr" defTabSz="1005840" rtl="0" eaLnBrk="1" fontAlgn="auto" latinLnBrk="0" hangingPunct="1">
              <a:lnSpc>
                <a:spcPct val="90000"/>
              </a:lnSpc>
              <a:spcBef>
                <a:spcPts val="1100"/>
              </a:spcBef>
              <a:spcAft>
                <a:spcPts val="0"/>
              </a:spcAft>
              <a:buClr>
                <a:srgbClr val="710F32"/>
              </a:buClr>
              <a:buSzPct val="90000"/>
              <a:buFont typeface="Wingdings" pitchFamily="2" charset="2"/>
              <a:buNone/>
              <a:tabLst/>
              <a:defRPr sz="1600" b="0" i="0">
                <a:solidFill>
                  <a:schemeClr val="bg1"/>
                </a:solidFill>
                <a:latin typeface="Garamond" panose="02020404030301010803" pitchFamily="18" charset="0"/>
              </a:defRPr>
            </a:lvl1pPr>
            <a:lvl2pPr marL="502920" indent="0">
              <a:buNone/>
              <a:defRPr sz="1600" b="0" i="0">
                <a:solidFill>
                  <a:schemeClr val="tx1"/>
                </a:solidFill>
                <a:latin typeface="Garamond" panose="02020404030301010803" pitchFamily="18" charset="0"/>
              </a:defRPr>
            </a:lvl2pPr>
            <a:lvl3pPr>
              <a:defRPr sz="1600" b="0" i="0">
                <a:solidFill>
                  <a:schemeClr val="tx1"/>
                </a:solidFill>
                <a:latin typeface="Garamond" panose="02020404030301010803" pitchFamily="18" charset="0"/>
              </a:defRPr>
            </a:lvl3pPr>
            <a:lvl4pPr>
              <a:defRPr sz="1600" b="0" i="0">
                <a:solidFill>
                  <a:schemeClr val="tx1"/>
                </a:solidFill>
                <a:latin typeface="Garamond" panose="02020404030301010803" pitchFamily="18" charset="0"/>
              </a:defRPr>
            </a:lvl4pPr>
            <a:lvl5pPr>
              <a:defRPr sz="1600" b="0" i="0">
                <a:solidFill>
                  <a:schemeClr val="tx1"/>
                </a:solidFill>
                <a:latin typeface="Garamond" panose="02020404030301010803" pitchFamily="18" charset="0"/>
              </a:defRPr>
            </a:lvl5pPr>
          </a:lstStyle>
          <a:p>
            <a:pPr lvl="0"/>
            <a:r>
              <a:rPr lang="en-US" dirty="0"/>
              <a:t>Click to edit section title</a:t>
            </a:r>
          </a:p>
        </p:txBody>
      </p:sp>
      <p:sp>
        <p:nvSpPr>
          <p:cNvPr id="21" name="Content1">
            <a:extLst>
              <a:ext uri="{FF2B5EF4-FFF2-40B4-BE49-F238E27FC236}">
                <a16:creationId xmlns:a16="http://schemas.microsoft.com/office/drawing/2014/main" id="{8767744D-A52A-2E44-86CA-B80571845821}"/>
              </a:ext>
            </a:extLst>
          </p:cNvPr>
          <p:cNvSpPr>
            <a:spLocks noGrp="1"/>
          </p:cNvSpPr>
          <p:nvPr>
            <p:ph idx="20" hasCustomPrompt="1"/>
          </p:nvPr>
        </p:nvSpPr>
        <p:spPr>
          <a:xfrm>
            <a:off x="3584299" y="1901425"/>
            <a:ext cx="2898648" cy="304337"/>
          </a:xfrm>
          <a:solidFill>
            <a:srgbClr val="00396B"/>
          </a:solidFill>
          <a:ln>
            <a:noFill/>
          </a:ln>
        </p:spPr>
        <p:txBody>
          <a:bodyPr lIns="0" tIns="0" rIns="0" bIns="0" anchor="ctr">
            <a:normAutofit/>
          </a:bodyPr>
          <a:lstStyle>
            <a:lvl1pPr marL="0" marR="0" indent="0" algn="ctr" defTabSz="1005840" rtl="0" eaLnBrk="1" fontAlgn="auto" latinLnBrk="0" hangingPunct="1">
              <a:lnSpc>
                <a:spcPct val="90000"/>
              </a:lnSpc>
              <a:spcBef>
                <a:spcPts val="1100"/>
              </a:spcBef>
              <a:spcAft>
                <a:spcPts val="0"/>
              </a:spcAft>
              <a:buClr>
                <a:srgbClr val="710F32"/>
              </a:buClr>
              <a:buSzPct val="90000"/>
              <a:buFont typeface="Wingdings" pitchFamily="2" charset="2"/>
              <a:buNone/>
              <a:tabLst/>
              <a:defRPr sz="1600" b="0" i="0">
                <a:solidFill>
                  <a:schemeClr val="bg1"/>
                </a:solidFill>
                <a:latin typeface="Garamond" panose="02020404030301010803" pitchFamily="18" charset="0"/>
              </a:defRPr>
            </a:lvl1pPr>
            <a:lvl2pPr marL="502920" indent="0">
              <a:buNone/>
              <a:defRPr sz="1600" b="0" i="0">
                <a:solidFill>
                  <a:schemeClr val="tx1"/>
                </a:solidFill>
                <a:latin typeface="Garamond" panose="02020404030301010803" pitchFamily="18" charset="0"/>
              </a:defRPr>
            </a:lvl2pPr>
            <a:lvl3pPr>
              <a:defRPr sz="1600" b="0" i="0">
                <a:solidFill>
                  <a:schemeClr val="tx1"/>
                </a:solidFill>
                <a:latin typeface="Garamond" panose="02020404030301010803" pitchFamily="18" charset="0"/>
              </a:defRPr>
            </a:lvl3pPr>
            <a:lvl4pPr>
              <a:defRPr sz="1600" b="0" i="0">
                <a:solidFill>
                  <a:schemeClr val="tx1"/>
                </a:solidFill>
                <a:latin typeface="Garamond" panose="02020404030301010803" pitchFamily="18" charset="0"/>
              </a:defRPr>
            </a:lvl4pPr>
            <a:lvl5pPr>
              <a:defRPr sz="1600" b="0" i="0">
                <a:solidFill>
                  <a:schemeClr val="tx1"/>
                </a:solidFill>
                <a:latin typeface="Garamond" panose="02020404030301010803" pitchFamily="18" charset="0"/>
              </a:defRPr>
            </a:lvl5pPr>
          </a:lstStyle>
          <a:p>
            <a:pPr lvl="0"/>
            <a:r>
              <a:rPr lang="en-US" dirty="0"/>
              <a:t>Click to edit section title</a:t>
            </a:r>
          </a:p>
        </p:txBody>
      </p:sp>
      <p:sp>
        <p:nvSpPr>
          <p:cNvPr id="26" name="Content1">
            <a:extLst>
              <a:ext uri="{FF2B5EF4-FFF2-40B4-BE49-F238E27FC236}">
                <a16:creationId xmlns:a16="http://schemas.microsoft.com/office/drawing/2014/main" id="{9394FD49-5EE9-E848-94A6-52105AF44519}"/>
              </a:ext>
            </a:extLst>
          </p:cNvPr>
          <p:cNvSpPr>
            <a:spLocks noGrp="1"/>
          </p:cNvSpPr>
          <p:nvPr>
            <p:ph idx="23" hasCustomPrompt="1"/>
          </p:nvPr>
        </p:nvSpPr>
        <p:spPr>
          <a:xfrm>
            <a:off x="6714926" y="1901425"/>
            <a:ext cx="2898648" cy="304337"/>
          </a:xfrm>
          <a:solidFill>
            <a:srgbClr val="005EB4"/>
          </a:solidFill>
          <a:ln>
            <a:noFill/>
          </a:ln>
        </p:spPr>
        <p:txBody>
          <a:bodyPr lIns="0" tIns="0" rIns="0" bIns="0" anchor="ctr">
            <a:normAutofit/>
          </a:bodyPr>
          <a:lstStyle>
            <a:lvl1pPr marL="0" marR="0" indent="0" algn="ctr" defTabSz="1005840" rtl="0" eaLnBrk="1" fontAlgn="auto" latinLnBrk="0" hangingPunct="1">
              <a:lnSpc>
                <a:spcPct val="90000"/>
              </a:lnSpc>
              <a:spcBef>
                <a:spcPts val="1100"/>
              </a:spcBef>
              <a:spcAft>
                <a:spcPts val="0"/>
              </a:spcAft>
              <a:buClr>
                <a:srgbClr val="710F32"/>
              </a:buClr>
              <a:buSzPct val="90000"/>
              <a:buFont typeface="Wingdings" pitchFamily="2" charset="2"/>
              <a:buNone/>
              <a:tabLst/>
              <a:defRPr sz="1600" b="0" i="0">
                <a:solidFill>
                  <a:schemeClr val="bg1"/>
                </a:solidFill>
                <a:latin typeface="Garamond" panose="02020404030301010803" pitchFamily="18" charset="0"/>
              </a:defRPr>
            </a:lvl1pPr>
            <a:lvl2pPr marL="502920" indent="0">
              <a:buNone/>
              <a:defRPr sz="1600" b="0" i="0">
                <a:solidFill>
                  <a:schemeClr val="tx1"/>
                </a:solidFill>
                <a:latin typeface="Garamond" panose="02020404030301010803" pitchFamily="18" charset="0"/>
              </a:defRPr>
            </a:lvl2pPr>
            <a:lvl3pPr>
              <a:defRPr sz="1600" b="0" i="0">
                <a:solidFill>
                  <a:schemeClr val="tx1"/>
                </a:solidFill>
                <a:latin typeface="Garamond" panose="02020404030301010803" pitchFamily="18" charset="0"/>
              </a:defRPr>
            </a:lvl3pPr>
            <a:lvl4pPr>
              <a:defRPr sz="1600" b="0" i="0">
                <a:solidFill>
                  <a:schemeClr val="tx1"/>
                </a:solidFill>
                <a:latin typeface="Garamond" panose="02020404030301010803" pitchFamily="18" charset="0"/>
              </a:defRPr>
            </a:lvl4pPr>
            <a:lvl5pPr>
              <a:defRPr sz="1600" b="0" i="0">
                <a:solidFill>
                  <a:schemeClr val="tx1"/>
                </a:solidFill>
                <a:latin typeface="Garamond" panose="02020404030301010803" pitchFamily="18" charset="0"/>
              </a:defRPr>
            </a:lvl5pPr>
          </a:lstStyle>
          <a:p>
            <a:pPr lvl="0"/>
            <a:r>
              <a:rPr lang="en-US" dirty="0"/>
              <a:t>Click to edit section title</a:t>
            </a:r>
          </a:p>
        </p:txBody>
      </p:sp>
      <p:sp>
        <p:nvSpPr>
          <p:cNvPr id="27" name="Content3">
            <a:extLst>
              <a:ext uri="{FF2B5EF4-FFF2-40B4-BE49-F238E27FC236}">
                <a16:creationId xmlns:a16="http://schemas.microsoft.com/office/drawing/2014/main" id="{B4FBDBC6-E5E9-C248-8E68-6BF99BC52A25}"/>
              </a:ext>
            </a:extLst>
          </p:cNvPr>
          <p:cNvSpPr>
            <a:spLocks noGrp="1"/>
          </p:cNvSpPr>
          <p:nvPr>
            <p:ph sz="quarter" idx="24"/>
          </p:nvPr>
        </p:nvSpPr>
        <p:spPr>
          <a:xfrm>
            <a:off x="6716275" y="2226596"/>
            <a:ext cx="2898648" cy="1965960"/>
          </a:xfrm>
          <a:prstGeom prst="rect">
            <a:avLst/>
          </a:prstGeom>
        </p:spPr>
        <p:txBody>
          <a:bodyPr>
            <a:normAutofit/>
          </a:bodyPr>
          <a:lstStyle>
            <a:lvl1pPr>
              <a:spcBef>
                <a:spcPts val="500"/>
              </a:spcBef>
              <a:defRPr sz="1600" b="0" i="0">
                <a:solidFill>
                  <a:schemeClr val="tx1"/>
                </a:solidFill>
                <a:latin typeface="Garamond" panose="02020404030301010803" pitchFamily="18" charset="0"/>
              </a:defRPr>
            </a:lvl1pPr>
            <a:lvl2pPr>
              <a:spcBef>
                <a:spcPts val="500"/>
              </a:spcBef>
              <a:defRPr sz="1600" b="0" i="0">
                <a:solidFill>
                  <a:schemeClr val="tx1"/>
                </a:solidFill>
                <a:latin typeface="Garamond" panose="02020404030301010803" pitchFamily="18" charset="0"/>
              </a:defRPr>
            </a:lvl2pPr>
            <a:lvl3pPr>
              <a:spcBef>
                <a:spcPts val="500"/>
              </a:spcBef>
              <a:defRPr sz="1600" b="0" i="0">
                <a:solidFill>
                  <a:schemeClr val="tx1"/>
                </a:solidFill>
                <a:latin typeface="Garamond" panose="02020404030301010803" pitchFamily="18" charset="0"/>
              </a:defRPr>
            </a:lvl3pPr>
            <a:lvl4pPr>
              <a:spcBef>
                <a:spcPts val="500"/>
              </a:spcBef>
              <a:defRPr sz="1600" b="0" i="0">
                <a:solidFill>
                  <a:schemeClr val="tx1"/>
                </a:solidFill>
                <a:latin typeface="Garamond" panose="02020404030301010803" pitchFamily="18" charset="0"/>
              </a:defRPr>
            </a:lvl4pPr>
            <a:lvl5pPr>
              <a:spcBef>
                <a:spcPts val="500"/>
              </a:spcBef>
              <a:defRPr sz="1600" b="0" i="0">
                <a:solidFill>
                  <a:schemeClr val="tx1"/>
                </a:solidFill>
                <a:latin typeface="Garamond" panose="02020404030301010803" pitchFamily="18" charset="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37" name="Content1">
            <a:extLst>
              <a:ext uri="{FF2B5EF4-FFF2-40B4-BE49-F238E27FC236}">
                <a16:creationId xmlns:a16="http://schemas.microsoft.com/office/drawing/2014/main" id="{C3ED0295-ED28-C345-868D-1CC67885260E}"/>
              </a:ext>
            </a:extLst>
          </p:cNvPr>
          <p:cNvSpPr>
            <a:spLocks noGrp="1"/>
          </p:cNvSpPr>
          <p:nvPr>
            <p:ph idx="25"/>
          </p:nvPr>
        </p:nvSpPr>
        <p:spPr>
          <a:xfrm>
            <a:off x="461623" y="4734059"/>
            <a:ext cx="2898648" cy="1965960"/>
          </a:xfrm>
        </p:spPr>
        <p:txBody>
          <a:bodyPr>
            <a:normAutofit/>
          </a:bodyPr>
          <a:lstStyle>
            <a:lvl1pPr>
              <a:spcBef>
                <a:spcPts val="500"/>
              </a:spcBef>
              <a:defRPr sz="1600" b="0" i="0">
                <a:solidFill>
                  <a:schemeClr val="tx1"/>
                </a:solidFill>
                <a:latin typeface="Garamond" panose="02020404030301010803" pitchFamily="18" charset="0"/>
              </a:defRPr>
            </a:lvl1pPr>
            <a:lvl2pPr>
              <a:spcBef>
                <a:spcPts val="500"/>
              </a:spcBef>
              <a:defRPr sz="1600" b="0" i="0">
                <a:solidFill>
                  <a:schemeClr val="tx1"/>
                </a:solidFill>
                <a:latin typeface="Garamond" panose="02020404030301010803" pitchFamily="18" charset="0"/>
              </a:defRPr>
            </a:lvl2pPr>
            <a:lvl3pPr>
              <a:spcBef>
                <a:spcPts val="500"/>
              </a:spcBef>
              <a:defRPr sz="1600" b="0" i="0">
                <a:solidFill>
                  <a:schemeClr val="tx1"/>
                </a:solidFill>
                <a:latin typeface="Garamond" panose="02020404030301010803" pitchFamily="18" charset="0"/>
              </a:defRPr>
            </a:lvl3pPr>
            <a:lvl4pPr>
              <a:spcBef>
                <a:spcPts val="500"/>
              </a:spcBef>
              <a:defRPr sz="1600" b="0" i="0">
                <a:solidFill>
                  <a:schemeClr val="tx1"/>
                </a:solidFill>
                <a:latin typeface="Garamond" panose="02020404030301010803" pitchFamily="18" charset="0"/>
              </a:defRPr>
            </a:lvl4pPr>
            <a:lvl5pPr>
              <a:spcBef>
                <a:spcPts val="500"/>
              </a:spcBef>
              <a:defRPr sz="1600" b="0" i="0">
                <a:solidFill>
                  <a:schemeClr val="tx1"/>
                </a:solidFill>
                <a:latin typeface="Garamond" panose="02020404030301010803" pitchFamily="18" charset="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38" name="Content3">
            <a:extLst>
              <a:ext uri="{FF2B5EF4-FFF2-40B4-BE49-F238E27FC236}">
                <a16:creationId xmlns:a16="http://schemas.microsoft.com/office/drawing/2014/main" id="{01366733-25C7-AB45-8A9A-8475E20F9EC1}"/>
              </a:ext>
            </a:extLst>
          </p:cNvPr>
          <p:cNvSpPr>
            <a:spLocks noGrp="1"/>
          </p:cNvSpPr>
          <p:nvPr>
            <p:ph sz="quarter" idx="26"/>
          </p:nvPr>
        </p:nvSpPr>
        <p:spPr>
          <a:xfrm>
            <a:off x="3584300" y="4732840"/>
            <a:ext cx="2898648" cy="1965960"/>
          </a:xfrm>
          <a:prstGeom prst="rect">
            <a:avLst/>
          </a:prstGeom>
        </p:spPr>
        <p:txBody>
          <a:bodyPr>
            <a:normAutofit/>
          </a:bodyPr>
          <a:lstStyle>
            <a:lvl1pPr>
              <a:spcBef>
                <a:spcPts val="500"/>
              </a:spcBef>
              <a:defRPr sz="1600" b="0" i="0">
                <a:solidFill>
                  <a:schemeClr val="tx1"/>
                </a:solidFill>
                <a:latin typeface="Garamond" panose="02020404030301010803" pitchFamily="18" charset="0"/>
              </a:defRPr>
            </a:lvl1pPr>
            <a:lvl2pPr>
              <a:spcBef>
                <a:spcPts val="500"/>
              </a:spcBef>
              <a:defRPr sz="1600" b="0" i="0">
                <a:solidFill>
                  <a:schemeClr val="tx1"/>
                </a:solidFill>
                <a:latin typeface="Garamond" panose="02020404030301010803" pitchFamily="18" charset="0"/>
              </a:defRPr>
            </a:lvl2pPr>
            <a:lvl3pPr>
              <a:spcBef>
                <a:spcPts val="500"/>
              </a:spcBef>
              <a:defRPr sz="1600" b="0" i="0">
                <a:solidFill>
                  <a:schemeClr val="tx1"/>
                </a:solidFill>
                <a:latin typeface="Garamond" panose="02020404030301010803" pitchFamily="18" charset="0"/>
              </a:defRPr>
            </a:lvl3pPr>
            <a:lvl4pPr>
              <a:spcBef>
                <a:spcPts val="500"/>
              </a:spcBef>
              <a:defRPr sz="1600" b="0" i="0">
                <a:solidFill>
                  <a:schemeClr val="tx1"/>
                </a:solidFill>
                <a:latin typeface="Garamond" panose="02020404030301010803" pitchFamily="18" charset="0"/>
              </a:defRPr>
            </a:lvl4pPr>
            <a:lvl5pPr>
              <a:spcBef>
                <a:spcPts val="500"/>
              </a:spcBef>
              <a:defRPr sz="1600" b="0" i="0">
                <a:solidFill>
                  <a:schemeClr val="tx1"/>
                </a:solidFill>
                <a:latin typeface="Garamond" panose="02020404030301010803" pitchFamily="18" charset="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39" name="Content1">
            <a:extLst>
              <a:ext uri="{FF2B5EF4-FFF2-40B4-BE49-F238E27FC236}">
                <a16:creationId xmlns:a16="http://schemas.microsoft.com/office/drawing/2014/main" id="{1A4535CC-C7F3-2F41-88F5-5D871A045AEC}"/>
              </a:ext>
            </a:extLst>
          </p:cNvPr>
          <p:cNvSpPr>
            <a:spLocks noGrp="1"/>
          </p:cNvSpPr>
          <p:nvPr>
            <p:ph idx="27" hasCustomPrompt="1"/>
          </p:nvPr>
        </p:nvSpPr>
        <p:spPr>
          <a:xfrm>
            <a:off x="461623" y="4407670"/>
            <a:ext cx="2898648" cy="304337"/>
          </a:xfrm>
          <a:solidFill>
            <a:srgbClr val="1E1F49"/>
          </a:solidFill>
          <a:ln>
            <a:noFill/>
          </a:ln>
        </p:spPr>
        <p:txBody>
          <a:bodyPr lIns="0" tIns="0" rIns="0" bIns="0" anchor="ctr">
            <a:normAutofit/>
          </a:bodyPr>
          <a:lstStyle>
            <a:lvl1pPr marL="0" marR="0" indent="0" algn="ctr" defTabSz="1005840" rtl="0" eaLnBrk="1" fontAlgn="auto" latinLnBrk="0" hangingPunct="1">
              <a:lnSpc>
                <a:spcPct val="90000"/>
              </a:lnSpc>
              <a:spcBef>
                <a:spcPts val="1100"/>
              </a:spcBef>
              <a:spcAft>
                <a:spcPts val="0"/>
              </a:spcAft>
              <a:buClr>
                <a:srgbClr val="710F32"/>
              </a:buClr>
              <a:buSzPct val="90000"/>
              <a:buFont typeface="Wingdings" pitchFamily="2" charset="2"/>
              <a:buNone/>
              <a:tabLst/>
              <a:defRPr sz="1600" b="0" i="0">
                <a:solidFill>
                  <a:schemeClr val="bg1"/>
                </a:solidFill>
                <a:latin typeface="Garamond" panose="02020404030301010803" pitchFamily="18" charset="0"/>
              </a:defRPr>
            </a:lvl1pPr>
            <a:lvl2pPr marL="502920" indent="0">
              <a:buNone/>
              <a:defRPr sz="1600" b="0" i="0">
                <a:solidFill>
                  <a:schemeClr val="tx1"/>
                </a:solidFill>
                <a:latin typeface="Garamond" panose="02020404030301010803" pitchFamily="18" charset="0"/>
              </a:defRPr>
            </a:lvl2pPr>
            <a:lvl3pPr>
              <a:defRPr sz="1600" b="0" i="0">
                <a:solidFill>
                  <a:schemeClr val="tx1"/>
                </a:solidFill>
                <a:latin typeface="Garamond" panose="02020404030301010803" pitchFamily="18" charset="0"/>
              </a:defRPr>
            </a:lvl3pPr>
            <a:lvl4pPr>
              <a:defRPr sz="1600" b="0" i="0">
                <a:solidFill>
                  <a:schemeClr val="tx1"/>
                </a:solidFill>
                <a:latin typeface="Garamond" panose="02020404030301010803" pitchFamily="18" charset="0"/>
              </a:defRPr>
            </a:lvl4pPr>
            <a:lvl5pPr>
              <a:defRPr sz="1600" b="0" i="0">
                <a:solidFill>
                  <a:schemeClr val="tx1"/>
                </a:solidFill>
                <a:latin typeface="Garamond" panose="02020404030301010803" pitchFamily="18" charset="0"/>
              </a:defRPr>
            </a:lvl5pPr>
          </a:lstStyle>
          <a:p>
            <a:pPr lvl="0"/>
            <a:r>
              <a:rPr lang="en-US" dirty="0"/>
              <a:t>Click to edit section title</a:t>
            </a:r>
          </a:p>
        </p:txBody>
      </p:sp>
      <p:sp>
        <p:nvSpPr>
          <p:cNvPr id="40" name="Content1">
            <a:extLst>
              <a:ext uri="{FF2B5EF4-FFF2-40B4-BE49-F238E27FC236}">
                <a16:creationId xmlns:a16="http://schemas.microsoft.com/office/drawing/2014/main" id="{D1CCFEEC-3B29-2C43-99C0-A8C4A6CE3359}"/>
              </a:ext>
            </a:extLst>
          </p:cNvPr>
          <p:cNvSpPr>
            <a:spLocks noGrp="1"/>
          </p:cNvSpPr>
          <p:nvPr>
            <p:ph idx="28" hasCustomPrompt="1"/>
          </p:nvPr>
        </p:nvSpPr>
        <p:spPr>
          <a:xfrm>
            <a:off x="3584299" y="4407669"/>
            <a:ext cx="2898648" cy="304337"/>
          </a:xfrm>
          <a:solidFill>
            <a:srgbClr val="00396B"/>
          </a:solidFill>
          <a:ln>
            <a:noFill/>
          </a:ln>
        </p:spPr>
        <p:txBody>
          <a:bodyPr lIns="0" tIns="0" rIns="0" bIns="0" anchor="ctr">
            <a:normAutofit/>
          </a:bodyPr>
          <a:lstStyle>
            <a:lvl1pPr marL="0" marR="0" indent="0" algn="ctr" defTabSz="1005840" rtl="0" eaLnBrk="1" fontAlgn="auto" latinLnBrk="0" hangingPunct="1">
              <a:lnSpc>
                <a:spcPct val="90000"/>
              </a:lnSpc>
              <a:spcBef>
                <a:spcPts val="1100"/>
              </a:spcBef>
              <a:spcAft>
                <a:spcPts val="0"/>
              </a:spcAft>
              <a:buClr>
                <a:srgbClr val="710F32"/>
              </a:buClr>
              <a:buSzPct val="90000"/>
              <a:buFont typeface="Wingdings" pitchFamily="2" charset="2"/>
              <a:buNone/>
              <a:tabLst/>
              <a:defRPr sz="1600" b="0" i="0">
                <a:solidFill>
                  <a:schemeClr val="bg1"/>
                </a:solidFill>
                <a:latin typeface="Garamond" panose="02020404030301010803" pitchFamily="18" charset="0"/>
              </a:defRPr>
            </a:lvl1pPr>
            <a:lvl2pPr marL="502920" indent="0">
              <a:buNone/>
              <a:defRPr sz="1600" b="0" i="0">
                <a:solidFill>
                  <a:schemeClr val="tx1"/>
                </a:solidFill>
                <a:latin typeface="Garamond" panose="02020404030301010803" pitchFamily="18" charset="0"/>
              </a:defRPr>
            </a:lvl2pPr>
            <a:lvl3pPr>
              <a:defRPr sz="1600" b="0" i="0">
                <a:solidFill>
                  <a:schemeClr val="tx1"/>
                </a:solidFill>
                <a:latin typeface="Garamond" panose="02020404030301010803" pitchFamily="18" charset="0"/>
              </a:defRPr>
            </a:lvl3pPr>
            <a:lvl4pPr>
              <a:defRPr sz="1600" b="0" i="0">
                <a:solidFill>
                  <a:schemeClr val="tx1"/>
                </a:solidFill>
                <a:latin typeface="Garamond" panose="02020404030301010803" pitchFamily="18" charset="0"/>
              </a:defRPr>
            </a:lvl4pPr>
            <a:lvl5pPr>
              <a:defRPr sz="1600" b="0" i="0">
                <a:solidFill>
                  <a:schemeClr val="tx1"/>
                </a:solidFill>
                <a:latin typeface="Garamond" panose="02020404030301010803" pitchFamily="18" charset="0"/>
              </a:defRPr>
            </a:lvl5pPr>
          </a:lstStyle>
          <a:p>
            <a:pPr lvl="0"/>
            <a:r>
              <a:rPr lang="en-US" dirty="0"/>
              <a:t>Click to edit section title</a:t>
            </a:r>
          </a:p>
        </p:txBody>
      </p:sp>
      <p:sp>
        <p:nvSpPr>
          <p:cNvPr id="41" name="Content1">
            <a:extLst>
              <a:ext uri="{FF2B5EF4-FFF2-40B4-BE49-F238E27FC236}">
                <a16:creationId xmlns:a16="http://schemas.microsoft.com/office/drawing/2014/main" id="{BE981788-A31D-7D46-85FE-EBDE797C4C7A}"/>
              </a:ext>
            </a:extLst>
          </p:cNvPr>
          <p:cNvSpPr>
            <a:spLocks noGrp="1"/>
          </p:cNvSpPr>
          <p:nvPr>
            <p:ph idx="29" hasCustomPrompt="1"/>
          </p:nvPr>
        </p:nvSpPr>
        <p:spPr>
          <a:xfrm>
            <a:off x="6714926" y="4407669"/>
            <a:ext cx="2898648" cy="304337"/>
          </a:xfrm>
          <a:solidFill>
            <a:srgbClr val="005EB4"/>
          </a:solidFill>
          <a:ln>
            <a:noFill/>
          </a:ln>
        </p:spPr>
        <p:txBody>
          <a:bodyPr lIns="0" tIns="0" rIns="0" bIns="0" anchor="ctr">
            <a:normAutofit/>
          </a:bodyPr>
          <a:lstStyle>
            <a:lvl1pPr marL="0" marR="0" indent="0" algn="ctr" defTabSz="1005840" rtl="0" eaLnBrk="1" fontAlgn="auto" latinLnBrk="0" hangingPunct="1">
              <a:lnSpc>
                <a:spcPct val="90000"/>
              </a:lnSpc>
              <a:spcBef>
                <a:spcPts val="1100"/>
              </a:spcBef>
              <a:spcAft>
                <a:spcPts val="0"/>
              </a:spcAft>
              <a:buClr>
                <a:srgbClr val="710F32"/>
              </a:buClr>
              <a:buSzPct val="90000"/>
              <a:buFont typeface="Wingdings" pitchFamily="2" charset="2"/>
              <a:buNone/>
              <a:tabLst/>
              <a:defRPr sz="1600" b="0" i="0">
                <a:solidFill>
                  <a:schemeClr val="bg1"/>
                </a:solidFill>
                <a:latin typeface="Garamond" panose="02020404030301010803" pitchFamily="18" charset="0"/>
              </a:defRPr>
            </a:lvl1pPr>
            <a:lvl2pPr marL="502920" indent="0">
              <a:buNone/>
              <a:defRPr sz="1600" b="0" i="0">
                <a:solidFill>
                  <a:schemeClr val="tx1"/>
                </a:solidFill>
                <a:latin typeface="Garamond" panose="02020404030301010803" pitchFamily="18" charset="0"/>
              </a:defRPr>
            </a:lvl2pPr>
            <a:lvl3pPr>
              <a:defRPr sz="1600" b="0" i="0">
                <a:solidFill>
                  <a:schemeClr val="tx1"/>
                </a:solidFill>
                <a:latin typeface="Garamond" panose="02020404030301010803" pitchFamily="18" charset="0"/>
              </a:defRPr>
            </a:lvl3pPr>
            <a:lvl4pPr>
              <a:defRPr sz="1600" b="0" i="0">
                <a:solidFill>
                  <a:schemeClr val="tx1"/>
                </a:solidFill>
                <a:latin typeface="Garamond" panose="02020404030301010803" pitchFamily="18" charset="0"/>
              </a:defRPr>
            </a:lvl4pPr>
            <a:lvl5pPr>
              <a:defRPr sz="1600" b="0" i="0">
                <a:solidFill>
                  <a:schemeClr val="tx1"/>
                </a:solidFill>
                <a:latin typeface="Garamond" panose="02020404030301010803" pitchFamily="18" charset="0"/>
              </a:defRPr>
            </a:lvl5pPr>
          </a:lstStyle>
          <a:p>
            <a:pPr lvl="0"/>
            <a:r>
              <a:rPr lang="en-US" dirty="0"/>
              <a:t>Click to edit section title</a:t>
            </a:r>
          </a:p>
        </p:txBody>
      </p:sp>
      <p:sp>
        <p:nvSpPr>
          <p:cNvPr id="42" name="Content3">
            <a:extLst>
              <a:ext uri="{FF2B5EF4-FFF2-40B4-BE49-F238E27FC236}">
                <a16:creationId xmlns:a16="http://schemas.microsoft.com/office/drawing/2014/main" id="{C9EFB73F-C39B-A440-AAF3-82D82E61AE64}"/>
              </a:ext>
            </a:extLst>
          </p:cNvPr>
          <p:cNvSpPr>
            <a:spLocks noGrp="1"/>
          </p:cNvSpPr>
          <p:nvPr>
            <p:ph sz="quarter" idx="30"/>
          </p:nvPr>
        </p:nvSpPr>
        <p:spPr>
          <a:xfrm>
            <a:off x="6716275" y="4732840"/>
            <a:ext cx="2898648" cy="1965960"/>
          </a:xfrm>
          <a:prstGeom prst="rect">
            <a:avLst/>
          </a:prstGeom>
        </p:spPr>
        <p:txBody>
          <a:bodyPr>
            <a:normAutofit/>
          </a:bodyPr>
          <a:lstStyle>
            <a:lvl1pPr>
              <a:spcBef>
                <a:spcPts val="500"/>
              </a:spcBef>
              <a:defRPr sz="1600" b="0" i="0">
                <a:solidFill>
                  <a:schemeClr val="tx1"/>
                </a:solidFill>
                <a:latin typeface="Garamond" panose="02020404030301010803" pitchFamily="18" charset="0"/>
              </a:defRPr>
            </a:lvl1pPr>
            <a:lvl2pPr>
              <a:spcBef>
                <a:spcPts val="500"/>
              </a:spcBef>
              <a:defRPr sz="1600" b="0" i="0">
                <a:solidFill>
                  <a:schemeClr val="tx1"/>
                </a:solidFill>
                <a:latin typeface="Garamond" panose="02020404030301010803" pitchFamily="18" charset="0"/>
              </a:defRPr>
            </a:lvl2pPr>
            <a:lvl3pPr>
              <a:spcBef>
                <a:spcPts val="500"/>
              </a:spcBef>
              <a:defRPr sz="1600" b="0" i="0">
                <a:solidFill>
                  <a:schemeClr val="tx1"/>
                </a:solidFill>
                <a:latin typeface="Garamond" panose="02020404030301010803" pitchFamily="18" charset="0"/>
              </a:defRPr>
            </a:lvl3pPr>
            <a:lvl4pPr>
              <a:spcBef>
                <a:spcPts val="500"/>
              </a:spcBef>
              <a:defRPr sz="1600" b="0" i="0">
                <a:solidFill>
                  <a:schemeClr val="tx1"/>
                </a:solidFill>
                <a:latin typeface="Garamond" panose="02020404030301010803" pitchFamily="18" charset="0"/>
              </a:defRPr>
            </a:lvl4pPr>
            <a:lvl5pPr>
              <a:spcBef>
                <a:spcPts val="500"/>
              </a:spcBef>
              <a:defRPr sz="1600" b="0" i="0">
                <a:solidFill>
                  <a:schemeClr val="tx1"/>
                </a:solidFill>
                <a:latin typeface="Garamond" panose="02020404030301010803" pitchFamily="18" charset="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1125394211"/>
      </p:ext>
    </p:extLst>
  </p:cSld>
  <p:clrMapOvr>
    <a:masterClrMapping/>
  </p:clrMapOvr>
  <p:extLst>
    <p:ext uri="{DCECCB84-F9BA-43D5-87BE-67443E8EF086}">
      <p15:sldGuideLst xmlns:p15="http://schemas.microsoft.com/office/powerpoint/2012/main">
        <p15:guide id="1" orient="horz" pos="2448" userDrawn="1">
          <p15:clr>
            <a:srgbClr val="FBAE40"/>
          </p15:clr>
        </p15:guide>
        <p15:guide id="2" pos="3168" userDrawn="1">
          <p15:clr>
            <a:srgbClr val="FBAE40"/>
          </p15:clr>
        </p15:guide>
      </p15:sldGuideLst>
    </p:ext>
  </p:extLst>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2 x 4">
    <p:spTree>
      <p:nvGrpSpPr>
        <p:cNvPr id="1" name=""/>
        <p:cNvGrpSpPr/>
        <p:nvPr/>
      </p:nvGrpSpPr>
      <p:grpSpPr>
        <a:xfrm>
          <a:off x="0" y="0"/>
          <a:ext cx="0" cy="0"/>
          <a:chOff x="0" y="0"/>
          <a:chExt cx="0" cy="0"/>
        </a:xfrm>
      </p:grpSpPr>
      <p:sp>
        <p:nvSpPr>
          <p:cNvPr id="2" name="Title 1"/>
          <p:cNvSpPr>
            <a:spLocks noGrp="1"/>
          </p:cNvSpPr>
          <p:nvPr>
            <p:ph type="title"/>
          </p:nvPr>
        </p:nvSpPr>
        <p:spPr>
          <a:xfrm>
            <a:off x="461623" y="365467"/>
            <a:ext cx="9144000" cy="731520"/>
          </a:xfrm>
        </p:spPr>
        <p:txBody>
          <a:bodyPr lIns="0" tIns="0" rIns="0" bIns="0" anchor="b">
            <a:noAutofit/>
          </a:bodyPr>
          <a:lstStyle>
            <a:lvl1pPr algn="l">
              <a:defRPr sz="2800"/>
            </a:lvl1pPr>
          </a:lstStyle>
          <a:p>
            <a:r>
              <a:rPr lang="en-US"/>
              <a:t>Click to edit Master title style</a:t>
            </a:r>
            <a:endParaRPr lang="en-US" dirty="0"/>
          </a:p>
        </p:txBody>
      </p:sp>
      <p:sp>
        <p:nvSpPr>
          <p:cNvPr id="7" name="Rectangle 6">
            <a:extLst>
              <a:ext uri="{FF2B5EF4-FFF2-40B4-BE49-F238E27FC236}">
                <a16:creationId xmlns:a16="http://schemas.microsoft.com/office/drawing/2014/main" id="{2646B5E7-46FE-9147-90FD-86B4FD3EF191}"/>
              </a:ext>
            </a:extLst>
          </p:cNvPr>
          <p:cNvSpPr/>
          <p:nvPr userDrawn="1"/>
        </p:nvSpPr>
        <p:spPr>
          <a:xfrm>
            <a:off x="461623" y="1144853"/>
            <a:ext cx="9144000" cy="0"/>
          </a:xfrm>
          <a:prstGeom prst="rect">
            <a:avLst/>
          </a:prstGeom>
          <a:solidFill>
            <a:srgbClr val="00396B"/>
          </a:solidFill>
          <a:ln w="38100">
            <a:solidFill>
              <a:srgbClr val="00396B"/>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l"/>
            <a:endParaRPr lang="en-US" sz="1600" dirty="0"/>
          </a:p>
        </p:txBody>
      </p:sp>
      <p:sp>
        <p:nvSpPr>
          <p:cNvPr id="8" name="Rectangle 7">
            <a:extLst>
              <a:ext uri="{FF2B5EF4-FFF2-40B4-BE49-F238E27FC236}">
                <a16:creationId xmlns:a16="http://schemas.microsoft.com/office/drawing/2014/main" id="{60AC43C3-41D9-9C4F-B8B0-DA592026F312}"/>
              </a:ext>
            </a:extLst>
          </p:cNvPr>
          <p:cNvSpPr/>
          <p:nvPr userDrawn="1"/>
        </p:nvSpPr>
        <p:spPr>
          <a:xfrm>
            <a:off x="298219" y="780099"/>
            <a:ext cx="140429" cy="905826"/>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Rectangle 8">
            <a:extLst>
              <a:ext uri="{FF2B5EF4-FFF2-40B4-BE49-F238E27FC236}">
                <a16:creationId xmlns:a16="http://schemas.microsoft.com/office/drawing/2014/main" id="{F0F01F0F-0C02-0349-8EC7-9C1A12E678A6}"/>
              </a:ext>
            </a:extLst>
          </p:cNvPr>
          <p:cNvSpPr/>
          <p:nvPr userDrawn="1"/>
        </p:nvSpPr>
        <p:spPr>
          <a:xfrm>
            <a:off x="9614923" y="780099"/>
            <a:ext cx="135052" cy="689926"/>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C5F8A2F7-AF6E-8B47-BFCE-0F05ED9722E2}"/>
              </a:ext>
            </a:extLst>
          </p:cNvPr>
          <p:cNvSpPr/>
          <p:nvPr userDrawn="1"/>
        </p:nvSpPr>
        <p:spPr>
          <a:xfrm>
            <a:off x="461623" y="7105266"/>
            <a:ext cx="9144000" cy="0"/>
          </a:xfrm>
          <a:prstGeom prst="rect">
            <a:avLst/>
          </a:prstGeom>
          <a:solidFill>
            <a:srgbClr val="00396B"/>
          </a:solidFill>
          <a:ln w="19050">
            <a:solidFill>
              <a:srgbClr val="00396B"/>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l"/>
            <a:endParaRPr lang="en-US" sz="1600" dirty="0"/>
          </a:p>
        </p:txBody>
      </p:sp>
      <p:sp>
        <p:nvSpPr>
          <p:cNvPr id="15" name="Rectangle 14">
            <a:extLst>
              <a:ext uri="{FF2B5EF4-FFF2-40B4-BE49-F238E27FC236}">
                <a16:creationId xmlns:a16="http://schemas.microsoft.com/office/drawing/2014/main" id="{7E704648-A2D3-CF47-A418-6C3DA12F0E1F}"/>
              </a:ext>
            </a:extLst>
          </p:cNvPr>
          <p:cNvSpPr/>
          <p:nvPr userDrawn="1"/>
        </p:nvSpPr>
        <p:spPr>
          <a:xfrm>
            <a:off x="306772" y="6986085"/>
            <a:ext cx="135052" cy="270588"/>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id="{306910E1-718B-9148-82CB-2C98644C11FB}"/>
              </a:ext>
            </a:extLst>
          </p:cNvPr>
          <p:cNvSpPr/>
          <p:nvPr userDrawn="1"/>
        </p:nvSpPr>
        <p:spPr>
          <a:xfrm>
            <a:off x="9614923" y="6986085"/>
            <a:ext cx="135052" cy="270588"/>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2" name="Slide Number Placeholder 31">
            <a:extLst>
              <a:ext uri="{FF2B5EF4-FFF2-40B4-BE49-F238E27FC236}">
                <a16:creationId xmlns:a16="http://schemas.microsoft.com/office/drawing/2014/main" id="{92A52980-2613-2347-B25E-DCB831E65E90}"/>
              </a:ext>
            </a:extLst>
          </p:cNvPr>
          <p:cNvSpPr>
            <a:spLocks noGrp="1"/>
          </p:cNvSpPr>
          <p:nvPr>
            <p:ph type="sldNum" sz="quarter" idx="17"/>
          </p:nvPr>
        </p:nvSpPr>
        <p:spPr>
          <a:xfrm>
            <a:off x="9216483" y="7201198"/>
            <a:ext cx="389140" cy="413808"/>
          </a:xfrm>
          <a:prstGeom prst="rect">
            <a:avLst/>
          </a:prstGeom>
        </p:spPr>
        <p:txBody>
          <a:bodyPr lIns="0" tIns="0" rIns="0" bIns="0" anchor="ctr"/>
          <a:lstStyle>
            <a:lvl1pPr>
              <a:defRPr sz="1200">
                <a:latin typeface="Garamond" panose="02020404030301010803" pitchFamily="18" charset="0"/>
              </a:defRPr>
            </a:lvl1pPr>
          </a:lstStyle>
          <a:p>
            <a:fld id="{3FEFCAF1-6404-E34E-8C55-31475CA0CB4C}" type="slidenum">
              <a:rPr lang="en-US" smtClean="0"/>
              <a:pPr/>
              <a:t>‹#›</a:t>
            </a:fld>
            <a:endParaRPr lang="en-US" dirty="0"/>
          </a:p>
        </p:txBody>
      </p:sp>
      <p:sp>
        <p:nvSpPr>
          <p:cNvPr id="5" name="Text Placeholder 4">
            <a:extLst>
              <a:ext uri="{FF2B5EF4-FFF2-40B4-BE49-F238E27FC236}">
                <a16:creationId xmlns:a16="http://schemas.microsoft.com/office/drawing/2014/main" id="{BCC58857-C60A-334F-99DC-0BDAF0F9C4BC}"/>
              </a:ext>
            </a:extLst>
          </p:cNvPr>
          <p:cNvSpPr>
            <a:spLocks noGrp="1"/>
          </p:cNvSpPr>
          <p:nvPr>
            <p:ph type="body" sz="quarter" idx="18" hasCustomPrompt="1"/>
          </p:nvPr>
        </p:nvSpPr>
        <p:spPr>
          <a:xfrm>
            <a:off x="461963" y="1248828"/>
            <a:ext cx="9144000" cy="355600"/>
          </a:xfrm>
        </p:spPr>
        <p:txBody>
          <a:bodyPr lIns="0" tIns="0" rIns="0" bIns="0" anchor="t">
            <a:normAutofit/>
          </a:bodyPr>
          <a:lstStyle>
            <a:lvl1pPr marL="0" indent="0">
              <a:buNone/>
              <a:defRPr sz="1800"/>
            </a:lvl1pPr>
          </a:lstStyle>
          <a:p>
            <a:pPr lvl="0"/>
            <a:r>
              <a:rPr lang="en-US" dirty="0"/>
              <a:t>Click to edit subtitle</a:t>
            </a:r>
          </a:p>
        </p:txBody>
      </p:sp>
      <p:sp>
        <p:nvSpPr>
          <p:cNvPr id="13" name="Content1">
            <a:extLst>
              <a:ext uri="{FF2B5EF4-FFF2-40B4-BE49-F238E27FC236}">
                <a16:creationId xmlns:a16="http://schemas.microsoft.com/office/drawing/2014/main" id="{D46044D0-78E9-9B42-B3E1-4B17267FF4C5}"/>
              </a:ext>
            </a:extLst>
          </p:cNvPr>
          <p:cNvSpPr>
            <a:spLocks noGrp="1"/>
          </p:cNvSpPr>
          <p:nvPr>
            <p:ph idx="10" hasCustomPrompt="1"/>
          </p:nvPr>
        </p:nvSpPr>
        <p:spPr>
          <a:xfrm>
            <a:off x="461623" y="2227815"/>
            <a:ext cx="2121408" cy="1965960"/>
          </a:xfrm>
        </p:spPr>
        <p:txBody>
          <a:bodyPr>
            <a:normAutofit/>
          </a:bodyPr>
          <a:lstStyle>
            <a:lvl1pPr marL="285750" indent="-285750">
              <a:buFont typeface="Wingdings" pitchFamily="2" charset="2"/>
              <a:buChar char="§"/>
              <a:defRPr sz="1600" b="0" i="0">
                <a:solidFill>
                  <a:schemeClr val="tx1"/>
                </a:solidFill>
                <a:latin typeface="Garamond" panose="02020404030301010803" pitchFamily="18" charset="0"/>
              </a:defRPr>
            </a:lvl1pPr>
            <a:lvl2pPr>
              <a:defRPr sz="1600" b="0" i="0">
                <a:solidFill>
                  <a:schemeClr val="tx1"/>
                </a:solidFill>
                <a:latin typeface="Garamond" panose="02020404030301010803" pitchFamily="18" charset="0"/>
              </a:defRPr>
            </a:lvl2pPr>
            <a:lvl3pPr>
              <a:defRPr sz="1600" b="0" i="0">
                <a:solidFill>
                  <a:schemeClr val="tx1"/>
                </a:solidFill>
                <a:latin typeface="Garamond" panose="02020404030301010803" pitchFamily="18" charset="0"/>
              </a:defRPr>
            </a:lvl3pPr>
            <a:lvl4pPr>
              <a:defRPr sz="1600" b="0" i="0">
                <a:solidFill>
                  <a:schemeClr val="tx1"/>
                </a:solidFill>
                <a:latin typeface="Garamond" panose="02020404030301010803" pitchFamily="18" charset="0"/>
              </a:defRPr>
            </a:lvl4pPr>
            <a:lvl5pPr>
              <a:defRPr sz="1600" b="0" i="0">
                <a:solidFill>
                  <a:schemeClr val="tx1"/>
                </a:solidFill>
                <a:latin typeface="Garamond" panose="02020404030301010803" pitchFamily="18" charset="0"/>
              </a:defRPr>
            </a:lvl5pPr>
          </a:lstStyle>
          <a:p>
            <a:pPr lvl="0"/>
            <a:r>
              <a:rPr lang="en-US" dirty="0"/>
              <a:t>Add chart here</a:t>
            </a:r>
          </a:p>
          <a:p>
            <a:pPr lvl="1"/>
            <a:r>
              <a:rPr lang="en-US" dirty="0"/>
              <a:t>Add chart here</a:t>
            </a:r>
          </a:p>
          <a:p>
            <a:pPr lvl="2"/>
            <a:r>
              <a:rPr lang="en-US" dirty="0"/>
              <a:t>Add chart here</a:t>
            </a:r>
          </a:p>
        </p:txBody>
      </p:sp>
      <p:sp>
        <p:nvSpPr>
          <p:cNvPr id="18" name="Content3">
            <a:extLst>
              <a:ext uri="{FF2B5EF4-FFF2-40B4-BE49-F238E27FC236}">
                <a16:creationId xmlns:a16="http://schemas.microsoft.com/office/drawing/2014/main" id="{57A3F90F-8AEC-8140-88CE-384C3628EA4D}"/>
              </a:ext>
            </a:extLst>
          </p:cNvPr>
          <p:cNvSpPr>
            <a:spLocks noGrp="1"/>
          </p:cNvSpPr>
          <p:nvPr>
            <p:ph sz="quarter" idx="12" hasCustomPrompt="1"/>
          </p:nvPr>
        </p:nvSpPr>
        <p:spPr>
          <a:xfrm>
            <a:off x="5152652" y="2226596"/>
            <a:ext cx="2121408" cy="1965960"/>
          </a:xfrm>
          <a:prstGeom prst="rect">
            <a:avLst/>
          </a:prstGeom>
        </p:spPr>
        <p:txBody>
          <a:bodyPr>
            <a:normAutofit/>
          </a:bodyPr>
          <a:lstStyle>
            <a:lvl1pPr marL="285750" indent="-285750">
              <a:buFont typeface="Wingdings" pitchFamily="2" charset="2"/>
              <a:buChar char="§"/>
              <a:defRPr sz="1600" b="0" i="0">
                <a:solidFill>
                  <a:schemeClr val="tx1"/>
                </a:solidFill>
                <a:latin typeface="Garamond" panose="02020404030301010803" pitchFamily="18" charset="0"/>
              </a:defRPr>
            </a:lvl1pPr>
            <a:lvl2pPr>
              <a:defRPr sz="1600" b="0" i="0">
                <a:solidFill>
                  <a:schemeClr val="tx1"/>
                </a:solidFill>
                <a:latin typeface="Garamond" panose="02020404030301010803" pitchFamily="18" charset="0"/>
              </a:defRPr>
            </a:lvl2pPr>
            <a:lvl3pPr>
              <a:defRPr sz="1600" b="0" i="0">
                <a:solidFill>
                  <a:schemeClr val="tx1"/>
                </a:solidFill>
                <a:latin typeface="Garamond" panose="02020404030301010803" pitchFamily="18" charset="0"/>
              </a:defRPr>
            </a:lvl3pPr>
            <a:lvl4pPr>
              <a:defRPr sz="1600" b="0" i="0">
                <a:solidFill>
                  <a:schemeClr val="tx1"/>
                </a:solidFill>
                <a:latin typeface="Garamond" panose="02020404030301010803" pitchFamily="18" charset="0"/>
              </a:defRPr>
            </a:lvl4pPr>
            <a:lvl5pPr>
              <a:defRPr sz="1600" b="0" i="0">
                <a:solidFill>
                  <a:schemeClr val="tx1"/>
                </a:solidFill>
                <a:latin typeface="Garamond" panose="02020404030301010803" pitchFamily="18" charset="0"/>
              </a:defRPr>
            </a:lvl5pPr>
          </a:lstStyle>
          <a:p>
            <a:pPr lvl="0"/>
            <a:r>
              <a:rPr lang="en-US" dirty="0"/>
              <a:t>Chart here</a:t>
            </a:r>
          </a:p>
        </p:txBody>
      </p:sp>
      <p:sp>
        <p:nvSpPr>
          <p:cNvPr id="20" name="Content1">
            <a:extLst>
              <a:ext uri="{FF2B5EF4-FFF2-40B4-BE49-F238E27FC236}">
                <a16:creationId xmlns:a16="http://schemas.microsoft.com/office/drawing/2014/main" id="{EB63E8DE-D5EE-D94E-9B89-329C49D42128}"/>
              </a:ext>
            </a:extLst>
          </p:cNvPr>
          <p:cNvSpPr>
            <a:spLocks noGrp="1"/>
          </p:cNvSpPr>
          <p:nvPr>
            <p:ph idx="19" hasCustomPrompt="1"/>
          </p:nvPr>
        </p:nvSpPr>
        <p:spPr>
          <a:xfrm>
            <a:off x="461623" y="1901426"/>
            <a:ext cx="2121408" cy="304337"/>
          </a:xfrm>
          <a:solidFill>
            <a:schemeClr val="tx1"/>
          </a:solidFill>
          <a:ln>
            <a:noFill/>
          </a:ln>
        </p:spPr>
        <p:txBody>
          <a:bodyPr lIns="0" tIns="0" rIns="0" bIns="0" anchor="ctr">
            <a:normAutofit/>
          </a:bodyPr>
          <a:lstStyle>
            <a:lvl1pPr marL="0" marR="0" indent="0" algn="ctr" defTabSz="1005840" rtl="0" eaLnBrk="1" fontAlgn="auto" latinLnBrk="0" hangingPunct="1">
              <a:lnSpc>
                <a:spcPct val="90000"/>
              </a:lnSpc>
              <a:spcBef>
                <a:spcPts val="1100"/>
              </a:spcBef>
              <a:spcAft>
                <a:spcPts val="0"/>
              </a:spcAft>
              <a:buClr>
                <a:srgbClr val="710F32"/>
              </a:buClr>
              <a:buSzPct val="90000"/>
              <a:buFont typeface="Wingdings" pitchFamily="2" charset="2"/>
              <a:buNone/>
              <a:tabLst/>
              <a:defRPr sz="1600" b="0" i="0">
                <a:solidFill>
                  <a:schemeClr val="bg1"/>
                </a:solidFill>
                <a:latin typeface="Garamond" panose="02020404030301010803" pitchFamily="18" charset="0"/>
              </a:defRPr>
            </a:lvl1pPr>
            <a:lvl2pPr marL="502920" indent="0">
              <a:buNone/>
              <a:defRPr sz="1600" b="0" i="0">
                <a:solidFill>
                  <a:schemeClr val="tx1"/>
                </a:solidFill>
                <a:latin typeface="Garamond" panose="02020404030301010803" pitchFamily="18" charset="0"/>
              </a:defRPr>
            </a:lvl2pPr>
            <a:lvl3pPr>
              <a:defRPr sz="1600" b="0" i="0">
                <a:solidFill>
                  <a:schemeClr val="tx1"/>
                </a:solidFill>
                <a:latin typeface="Garamond" panose="02020404030301010803" pitchFamily="18" charset="0"/>
              </a:defRPr>
            </a:lvl3pPr>
            <a:lvl4pPr>
              <a:defRPr sz="1600" b="0" i="0">
                <a:solidFill>
                  <a:schemeClr val="tx1"/>
                </a:solidFill>
                <a:latin typeface="Garamond" panose="02020404030301010803" pitchFamily="18" charset="0"/>
              </a:defRPr>
            </a:lvl4pPr>
            <a:lvl5pPr>
              <a:defRPr sz="1600" b="0" i="0">
                <a:solidFill>
                  <a:schemeClr val="tx1"/>
                </a:solidFill>
                <a:latin typeface="Garamond" panose="02020404030301010803" pitchFamily="18" charset="0"/>
              </a:defRPr>
            </a:lvl5pPr>
          </a:lstStyle>
          <a:p>
            <a:pPr lvl="0"/>
            <a:r>
              <a:rPr lang="en-US" dirty="0"/>
              <a:t>Click to edit section title</a:t>
            </a:r>
          </a:p>
        </p:txBody>
      </p:sp>
      <p:sp>
        <p:nvSpPr>
          <p:cNvPr id="24" name="Content1">
            <a:extLst>
              <a:ext uri="{FF2B5EF4-FFF2-40B4-BE49-F238E27FC236}">
                <a16:creationId xmlns:a16="http://schemas.microsoft.com/office/drawing/2014/main" id="{44F731CF-35F9-2B48-819B-45EF5A4BAA3D}"/>
              </a:ext>
            </a:extLst>
          </p:cNvPr>
          <p:cNvSpPr>
            <a:spLocks noGrp="1"/>
          </p:cNvSpPr>
          <p:nvPr>
            <p:ph idx="23" hasCustomPrompt="1"/>
          </p:nvPr>
        </p:nvSpPr>
        <p:spPr>
          <a:xfrm>
            <a:off x="2807137" y="1901424"/>
            <a:ext cx="2121408" cy="304337"/>
          </a:xfrm>
          <a:solidFill>
            <a:srgbClr val="1E1F49"/>
          </a:solidFill>
          <a:ln>
            <a:noFill/>
          </a:ln>
        </p:spPr>
        <p:txBody>
          <a:bodyPr lIns="0" tIns="0" rIns="0" bIns="0" anchor="ctr">
            <a:normAutofit/>
          </a:bodyPr>
          <a:lstStyle>
            <a:lvl1pPr marL="0" marR="0" indent="0" algn="ctr" defTabSz="1005840" rtl="0" eaLnBrk="1" fontAlgn="auto" latinLnBrk="0" hangingPunct="1">
              <a:lnSpc>
                <a:spcPct val="90000"/>
              </a:lnSpc>
              <a:spcBef>
                <a:spcPts val="1100"/>
              </a:spcBef>
              <a:spcAft>
                <a:spcPts val="0"/>
              </a:spcAft>
              <a:buClr>
                <a:srgbClr val="710F32"/>
              </a:buClr>
              <a:buSzPct val="90000"/>
              <a:buFont typeface="Wingdings" pitchFamily="2" charset="2"/>
              <a:buNone/>
              <a:tabLst/>
              <a:defRPr sz="1600" b="0" i="0">
                <a:solidFill>
                  <a:schemeClr val="bg1"/>
                </a:solidFill>
                <a:latin typeface="Garamond" panose="02020404030301010803" pitchFamily="18" charset="0"/>
              </a:defRPr>
            </a:lvl1pPr>
            <a:lvl2pPr marL="502920" indent="0">
              <a:buNone/>
              <a:defRPr sz="1600" b="0" i="0">
                <a:solidFill>
                  <a:schemeClr val="tx1"/>
                </a:solidFill>
                <a:latin typeface="Garamond" panose="02020404030301010803" pitchFamily="18" charset="0"/>
              </a:defRPr>
            </a:lvl2pPr>
            <a:lvl3pPr>
              <a:defRPr sz="1600" b="0" i="0">
                <a:solidFill>
                  <a:schemeClr val="tx1"/>
                </a:solidFill>
                <a:latin typeface="Garamond" panose="02020404030301010803" pitchFamily="18" charset="0"/>
              </a:defRPr>
            </a:lvl3pPr>
            <a:lvl4pPr>
              <a:defRPr sz="1600" b="0" i="0">
                <a:solidFill>
                  <a:schemeClr val="tx1"/>
                </a:solidFill>
                <a:latin typeface="Garamond" panose="02020404030301010803" pitchFamily="18" charset="0"/>
              </a:defRPr>
            </a:lvl4pPr>
            <a:lvl5pPr>
              <a:defRPr sz="1600" b="0" i="0">
                <a:solidFill>
                  <a:schemeClr val="tx1"/>
                </a:solidFill>
                <a:latin typeface="Garamond" panose="02020404030301010803" pitchFamily="18" charset="0"/>
              </a:defRPr>
            </a:lvl5pPr>
          </a:lstStyle>
          <a:p>
            <a:pPr lvl="0"/>
            <a:r>
              <a:rPr lang="en-US" dirty="0"/>
              <a:t>Click to edit section title</a:t>
            </a:r>
          </a:p>
        </p:txBody>
      </p:sp>
      <p:sp>
        <p:nvSpPr>
          <p:cNvPr id="25" name="Content1">
            <a:extLst>
              <a:ext uri="{FF2B5EF4-FFF2-40B4-BE49-F238E27FC236}">
                <a16:creationId xmlns:a16="http://schemas.microsoft.com/office/drawing/2014/main" id="{7ADDB810-E6F1-CA47-A3B0-36295AA25CEB}"/>
              </a:ext>
            </a:extLst>
          </p:cNvPr>
          <p:cNvSpPr>
            <a:spLocks noGrp="1"/>
          </p:cNvSpPr>
          <p:nvPr>
            <p:ph idx="24" hasCustomPrompt="1"/>
          </p:nvPr>
        </p:nvSpPr>
        <p:spPr>
          <a:xfrm>
            <a:off x="5152651" y="1899689"/>
            <a:ext cx="2121408" cy="304337"/>
          </a:xfrm>
          <a:solidFill>
            <a:srgbClr val="00396B"/>
          </a:solidFill>
          <a:ln>
            <a:noFill/>
          </a:ln>
        </p:spPr>
        <p:txBody>
          <a:bodyPr lIns="0" tIns="0" rIns="0" bIns="0" anchor="ctr">
            <a:normAutofit/>
          </a:bodyPr>
          <a:lstStyle>
            <a:lvl1pPr marL="0" marR="0" indent="0" algn="ctr" defTabSz="1005840" rtl="0" eaLnBrk="1" fontAlgn="auto" latinLnBrk="0" hangingPunct="1">
              <a:lnSpc>
                <a:spcPct val="90000"/>
              </a:lnSpc>
              <a:spcBef>
                <a:spcPts val="1100"/>
              </a:spcBef>
              <a:spcAft>
                <a:spcPts val="0"/>
              </a:spcAft>
              <a:buClr>
                <a:srgbClr val="710F32"/>
              </a:buClr>
              <a:buSzPct val="90000"/>
              <a:buFont typeface="Wingdings" pitchFamily="2" charset="2"/>
              <a:buNone/>
              <a:tabLst/>
              <a:defRPr sz="1600" b="0" i="0">
                <a:solidFill>
                  <a:schemeClr val="bg1"/>
                </a:solidFill>
                <a:latin typeface="Garamond" panose="02020404030301010803" pitchFamily="18" charset="0"/>
              </a:defRPr>
            </a:lvl1pPr>
            <a:lvl2pPr marL="502920" indent="0">
              <a:buNone/>
              <a:defRPr sz="1600" b="0" i="0">
                <a:solidFill>
                  <a:schemeClr val="tx1"/>
                </a:solidFill>
                <a:latin typeface="Garamond" panose="02020404030301010803" pitchFamily="18" charset="0"/>
              </a:defRPr>
            </a:lvl2pPr>
            <a:lvl3pPr>
              <a:defRPr sz="1600" b="0" i="0">
                <a:solidFill>
                  <a:schemeClr val="tx1"/>
                </a:solidFill>
                <a:latin typeface="Garamond" panose="02020404030301010803" pitchFamily="18" charset="0"/>
              </a:defRPr>
            </a:lvl3pPr>
            <a:lvl4pPr>
              <a:defRPr sz="1600" b="0" i="0">
                <a:solidFill>
                  <a:schemeClr val="tx1"/>
                </a:solidFill>
                <a:latin typeface="Garamond" panose="02020404030301010803" pitchFamily="18" charset="0"/>
              </a:defRPr>
            </a:lvl4pPr>
            <a:lvl5pPr>
              <a:defRPr sz="1600" b="0" i="0">
                <a:solidFill>
                  <a:schemeClr val="tx1"/>
                </a:solidFill>
                <a:latin typeface="Garamond" panose="02020404030301010803" pitchFamily="18" charset="0"/>
              </a:defRPr>
            </a:lvl5pPr>
          </a:lstStyle>
          <a:p>
            <a:pPr lvl="0"/>
            <a:r>
              <a:rPr lang="en-US" dirty="0"/>
              <a:t>Click to edit section title</a:t>
            </a:r>
          </a:p>
        </p:txBody>
      </p:sp>
      <p:sp>
        <p:nvSpPr>
          <p:cNvPr id="26" name="Content1">
            <a:extLst>
              <a:ext uri="{FF2B5EF4-FFF2-40B4-BE49-F238E27FC236}">
                <a16:creationId xmlns:a16="http://schemas.microsoft.com/office/drawing/2014/main" id="{92FEF82B-E779-874F-8FB1-7569920B76DE}"/>
              </a:ext>
            </a:extLst>
          </p:cNvPr>
          <p:cNvSpPr>
            <a:spLocks noGrp="1"/>
          </p:cNvSpPr>
          <p:nvPr>
            <p:ph idx="25" hasCustomPrompt="1"/>
          </p:nvPr>
        </p:nvSpPr>
        <p:spPr>
          <a:xfrm>
            <a:off x="7498165" y="1899687"/>
            <a:ext cx="2121408" cy="304337"/>
          </a:xfrm>
          <a:solidFill>
            <a:srgbClr val="005EB4"/>
          </a:solidFill>
          <a:ln>
            <a:noFill/>
          </a:ln>
        </p:spPr>
        <p:txBody>
          <a:bodyPr lIns="0" tIns="0" rIns="0" bIns="0" anchor="ctr">
            <a:normAutofit/>
          </a:bodyPr>
          <a:lstStyle>
            <a:lvl1pPr marL="0" marR="0" indent="0" algn="ctr" defTabSz="1005840" rtl="0" eaLnBrk="1" fontAlgn="auto" latinLnBrk="0" hangingPunct="1">
              <a:lnSpc>
                <a:spcPct val="90000"/>
              </a:lnSpc>
              <a:spcBef>
                <a:spcPts val="1100"/>
              </a:spcBef>
              <a:spcAft>
                <a:spcPts val="0"/>
              </a:spcAft>
              <a:buClr>
                <a:srgbClr val="710F32"/>
              </a:buClr>
              <a:buSzPct val="90000"/>
              <a:buFont typeface="Wingdings" pitchFamily="2" charset="2"/>
              <a:buNone/>
              <a:tabLst/>
              <a:defRPr sz="1600" b="0" i="0">
                <a:solidFill>
                  <a:schemeClr val="bg1"/>
                </a:solidFill>
                <a:latin typeface="Garamond" panose="02020404030301010803" pitchFamily="18" charset="0"/>
              </a:defRPr>
            </a:lvl1pPr>
            <a:lvl2pPr marL="502920" indent="0">
              <a:buNone/>
              <a:defRPr sz="1600" b="0" i="0">
                <a:solidFill>
                  <a:schemeClr val="tx1"/>
                </a:solidFill>
                <a:latin typeface="Garamond" panose="02020404030301010803" pitchFamily="18" charset="0"/>
              </a:defRPr>
            </a:lvl2pPr>
            <a:lvl3pPr>
              <a:defRPr sz="1600" b="0" i="0">
                <a:solidFill>
                  <a:schemeClr val="tx1"/>
                </a:solidFill>
                <a:latin typeface="Garamond" panose="02020404030301010803" pitchFamily="18" charset="0"/>
              </a:defRPr>
            </a:lvl3pPr>
            <a:lvl4pPr>
              <a:defRPr sz="1600" b="0" i="0">
                <a:solidFill>
                  <a:schemeClr val="tx1"/>
                </a:solidFill>
                <a:latin typeface="Garamond" panose="02020404030301010803" pitchFamily="18" charset="0"/>
              </a:defRPr>
            </a:lvl4pPr>
            <a:lvl5pPr>
              <a:defRPr sz="1600" b="0" i="0">
                <a:solidFill>
                  <a:schemeClr val="tx1"/>
                </a:solidFill>
                <a:latin typeface="Garamond" panose="02020404030301010803" pitchFamily="18" charset="0"/>
              </a:defRPr>
            </a:lvl5pPr>
          </a:lstStyle>
          <a:p>
            <a:pPr lvl="0"/>
            <a:r>
              <a:rPr lang="en-US" dirty="0"/>
              <a:t>Click to edit section title</a:t>
            </a:r>
          </a:p>
        </p:txBody>
      </p:sp>
      <p:sp>
        <p:nvSpPr>
          <p:cNvPr id="27" name="Content1">
            <a:extLst>
              <a:ext uri="{FF2B5EF4-FFF2-40B4-BE49-F238E27FC236}">
                <a16:creationId xmlns:a16="http://schemas.microsoft.com/office/drawing/2014/main" id="{51FB4C79-0A5E-1242-9A1B-3FAA6014B7C5}"/>
              </a:ext>
            </a:extLst>
          </p:cNvPr>
          <p:cNvSpPr>
            <a:spLocks noGrp="1"/>
          </p:cNvSpPr>
          <p:nvPr>
            <p:ph idx="26" hasCustomPrompt="1"/>
          </p:nvPr>
        </p:nvSpPr>
        <p:spPr>
          <a:xfrm>
            <a:off x="2802487" y="2229196"/>
            <a:ext cx="2121408" cy="1965960"/>
          </a:xfrm>
        </p:spPr>
        <p:txBody>
          <a:bodyPr>
            <a:normAutofit/>
          </a:bodyPr>
          <a:lstStyle>
            <a:lvl1pPr marL="285750" indent="-285750">
              <a:buFont typeface="Wingdings" pitchFamily="2" charset="2"/>
              <a:buChar char="§"/>
              <a:defRPr sz="1600" b="0" i="0">
                <a:solidFill>
                  <a:schemeClr val="tx1"/>
                </a:solidFill>
                <a:latin typeface="Garamond" panose="02020404030301010803" pitchFamily="18" charset="0"/>
              </a:defRPr>
            </a:lvl1pPr>
            <a:lvl2pPr>
              <a:defRPr sz="1600" b="0" i="0">
                <a:solidFill>
                  <a:schemeClr val="tx1"/>
                </a:solidFill>
                <a:latin typeface="Garamond" panose="02020404030301010803" pitchFamily="18" charset="0"/>
              </a:defRPr>
            </a:lvl2pPr>
            <a:lvl3pPr>
              <a:defRPr sz="1600" b="0" i="0">
                <a:solidFill>
                  <a:schemeClr val="tx1"/>
                </a:solidFill>
                <a:latin typeface="Garamond" panose="02020404030301010803" pitchFamily="18" charset="0"/>
              </a:defRPr>
            </a:lvl3pPr>
            <a:lvl4pPr>
              <a:defRPr sz="1600" b="0" i="0">
                <a:solidFill>
                  <a:schemeClr val="tx1"/>
                </a:solidFill>
                <a:latin typeface="Garamond" panose="02020404030301010803" pitchFamily="18" charset="0"/>
              </a:defRPr>
            </a:lvl4pPr>
            <a:lvl5pPr>
              <a:defRPr sz="1600" b="0" i="0">
                <a:solidFill>
                  <a:schemeClr val="tx1"/>
                </a:solidFill>
                <a:latin typeface="Garamond" panose="02020404030301010803" pitchFamily="18" charset="0"/>
              </a:defRPr>
            </a:lvl5pPr>
          </a:lstStyle>
          <a:p>
            <a:pPr lvl="0"/>
            <a:r>
              <a:rPr lang="en-US" dirty="0"/>
              <a:t>Add chart here</a:t>
            </a:r>
          </a:p>
          <a:p>
            <a:pPr lvl="1"/>
            <a:r>
              <a:rPr lang="en-US" dirty="0"/>
              <a:t>Add chart here</a:t>
            </a:r>
          </a:p>
          <a:p>
            <a:pPr lvl="2"/>
            <a:r>
              <a:rPr lang="en-US" dirty="0"/>
              <a:t>Add chart here</a:t>
            </a:r>
          </a:p>
        </p:txBody>
      </p:sp>
      <p:sp>
        <p:nvSpPr>
          <p:cNvPr id="28" name="Content3">
            <a:extLst>
              <a:ext uri="{FF2B5EF4-FFF2-40B4-BE49-F238E27FC236}">
                <a16:creationId xmlns:a16="http://schemas.microsoft.com/office/drawing/2014/main" id="{40F87FBB-1149-164A-ABF7-B3233CD5A9F5}"/>
              </a:ext>
            </a:extLst>
          </p:cNvPr>
          <p:cNvSpPr>
            <a:spLocks noGrp="1"/>
          </p:cNvSpPr>
          <p:nvPr>
            <p:ph sz="quarter" idx="27" hasCustomPrompt="1"/>
          </p:nvPr>
        </p:nvSpPr>
        <p:spPr>
          <a:xfrm>
            <a:off x="7493515" y="2229196"/>
            <a:ext cx="2121408" cy="1965960"/>
          </a:xfrm>
          <a:prstGeom prst="rect">
            <a:avLst/>
          </a:prstGeom>
        </p:spPr>
        <p:txBody>
          <a:bodyPr>
            <a:normAutofit/>
          </a:bodyPr>
          <a:lstStyle>
            <a:lvl1pPr marL="285750" indent="-285750">
              <a:buFont typeface="Wingdings" pitchFamily="2" charset="2"/>
              <a:buChar char="§"/>
              <a:defRPr sz="1600" b="0" i="0">
                <a:solidFill>
                  <a:schemeClr val="tx1"/>
                </a:solidFill>
                <a:latin typeface="Garamond" panose="02020404030301010803" pitchFamily="18" charset="0"/>
              </a:defRPr>
            </a:lvl1pPr>
            <a:lvl2pPr>
              <a:defRPr sz="1600" b="0" i="0">
                <a:solidFill>
                  <a:schemeClr val="tx1"/>
                </a:solidFill>
                <a:latin typeface="Garamond" panose="02020404030301010803" pitchFamily="18" charset="0"/>
              </a:defRPr>
            </a:lvl2pPr>
            <a:lvl3pPr>
              <a:defRPr sz="1600" b="0" i="0">
                <a:solidFill>
                  <a:schemeClr val="tx1"/>
                </a:solidFill>
                <a:latin typeface="Garamond" panose="02020404030301010803" pitchFamily="18" charset="0"/>
              </a:defRPr>
            </a:lvl3pPr>
            <a:lvl4pPr>
              <a:defRPr sz="1600" b="0" i="0">
                <a:solidFill>
                  <a:schemeClr val="tx1"/>
                </a:solidFill>
                <a:latin typeface="Garamond" panose="02020404030301010803" pitchFamily="18" charset="0"/>
              </a:defRPr>
            </a:lvl4pPr>
            <a:lvl5pPr>
              <a:defRPr sz="1600" b="0" i="0">
                <a:solidFill>
                  <a:schemeClr val="tx1"/>
                </a:solidFill>
                <a:latin typeface="Garamond" panose="02020404030301010803" pitchFamily="18" charset="0"/>
              </a:defRPr>
            </a:lvl5pPr>
          </a:lstStyle>
          <a:p>
            <a:pPr lvl="0"/>
            <a:r>
              <a:rPr lang="en-US" dirty="0"/>
              <a:t>Chart here</a:t>
            </a:r>
          </a:p>
        </p:txBody>
      </p:sp>
      <p:sp>
        <p:nvSpPr>
          <p:cNvPr id="29" name="Content1">
            <a:extLst>
              <a:ext uri="{FF2B5EF4-FFF2-40B4-BE49-F238E27FC236}">
                <a16:creationId xmlns:a16="http://schemas.microsoft.com/office/drawing/2014/main" id="{A1EA02D0-65E6-D743-B070-C5D99405D939}"/>
              </a:ext>
            </a:extLst>
          </p:cNvPr>
          <p:cNvSpPr>
            <a:spLocks noGrp="1"/>
          </p:cNvSpPr>
          <p:nvPr>
            <p:ph idx="28" hasCustomPrompt="1"/>
          </p:nvPr>
        </p:nvSpPr>
        <p:spPr>
          <a:xfrm>
            <a:off x="461623" y="4736031"/>
            <a:ext cx="2121408" cy="1965960"/>
          </a:xfrm>
        </p:spPr>
        <p:txBody>
          <a:bodyPr>
            <a:normAutofit/>
          </a:bodyPr>
          <a:lstStyle>
            <a:lvl1pPr marL="0" indent="0">
              <a:buNone/>
              <a:defRPr sz="1600" b="0" i="0">
                <a:solidFill>
                  <a:schemeClr val="tx1"/>
                </a:solidFill>
                <a:latin typeface="Garamond" panose="02020404030301010803" pitchFamily="18" charset="0"/>
              </a:defRPr>
            </a:lvl1pPr>
            <a:lvl2pPr>
              <a:defRPr sz="1600" b="0" i="0">
                <a:solidFill>
                  <a:schemeClr val="tx1"/>
                </a:solidFill>
                <a:latin typeface="Garamond" panose="02020404030301010803" pitchFamily="18" charset="0"/>
              </a:defRPr>
            </a:lvl2pPr>
            <a:lvl3pPr>
              <a:defRPr sz="1600" b="0" i="0">
                <a:solidFill>
                  <a:schemeClr val="tx1"/>
                </a:solidFill>
                <a:latin typeface="Garamond" panose="02020404030301010803" pitchFamily="18" charset="0"/>
              </a:defRPr>
            </a:lvl3pPr>
            <a:lvl4pPr>
              <a:defRPr sz="1600" b="0" i="0">
                <a:solidFill>
                  <a:schemeClr val="tx1"/>
                </a:solidFill>
                <a:latin typeface="Garamond" panose="02020404030301010803" pitchFamily="18" charset="0"/>
              </a:defRPr>
            </a:lvl4pPr>
            <a:lvl5pPr>
              <a:defRPr sz="1600" b="0" i="0">
                <a:solidFill>
                  <a:schemeClr val="tx1"/>
                </a:solidFill>
                <a:latin typeface="Garamond" panose="02020404030301010803" pitchFamily="18" charset="0"/>
              </a:defRPr>
            </a:lvl5pPr>
          </a:lstStyle>
          <a:p>
            <a:pPr lvl="0"/>
            <a:r>
              <a:rPr lang="en-US" dirty="0"/>
              <a:t>Chart here</a:t>
            </a:r>
          </a:p>
        </p:txBody>
      </p:sp>
      <p:sp>
        <p:nvSpPr>
          <p:cNvPr id="30" name="Content3">
            <a:extLst>
              <a:ext uri="{FF2B5EF4-FFF2-40B4-BE49-F238E27FC236}">
                <a16:creationId xmlns:a16="http://schemas.microsoft.com/office/drawing/2014/main" id="{95973866-0E5A-224C-AD04-5B7E7DBAB33D}"/>
              </a:ext>
            </a:extLst>
          </p:cNvPr>
          <p:cNvSpPr>
            <a:spLocks noGrp="1"/>
          </p:cNvSpPr>
          <p:nvPr>
            <p:ph sz="quarter" idx="29" hasCustomPrompt="1"/>
          </p:nvPr>
        </p:nvSpPr>
        <p:spPr>
          <a:xfrm>
            <a:off x="5152652" y="4734812"/>
            <a:ext cx="2121408" cy="1965960"/>
          </a:xfrm>
          <a:prstGeom prst="rect">
            <a:avLst/>
          </a:prstGeom>
        </p:spPr>
        <p:txBody>
          <a:bodyPr>
            <a:normAutofit/>
          </a:bodyPr>
          <a:lstStyle>
            <a:lvl1pPr marL="0" indent="0">
              <a:buNone/>
              <a:defRPr sz="1600" b="0" i="0">
                <a:solidFill>
                  <a:schemeClr val="tx1"/>
                </a:solidFill>
                <a:latin typeface="Garamond" panose="02020404030301010803" pitchFamily="18" charset="0"/>
              </a:defRPr>
            </a:lvl1pPr>
            <a:lvl2pPr>
              <a:defRPr sz="1600" b="0" i="0">
                <a:solidFill>
                  <a:schemeClr val="tx1"/>
                </a:solidFill>
                <a:latin typeface="Garamond" panose="02020404030301010803" pitchFamily="18" charset="0"/>
              </a:defRPr>
            </a:lvl2pPr>
            <a:lvl3pPr>
              <a:defRPr sz="1600" b="0" i="0">
                <a:solidFill>
                  <a:schemeClr val="tx1"/>
                </a:solidFill>
                <a:latin typeface="Garamond" panose="02020404030301010803" pitchFamily="18" charset="0"/>
              </a:defRPr>
            </a:lvl3pPr>
            <a:lvl4pPr>
              <a:defRPr sz="1600" b="0" i="0">
                <a:solidFill>
                  <a:schemeClr val="tx1"/>
                </a:solidFill>
                <a:latin typeface="Garamond" panose="02020404030301010803" pitchFamily="18" charset="0"/>
              </a:defRPr>
            </a:lvl4pPr>
            <a:lvl5pPr>
              <a:defRPr sz="1600" b="0" i="0">
                <a:solidFill>
                  <a:schemeClr val="tx1"/>
                </a:solidFill>
                <a:latin typeface="Garamond" panose="02020404030301010803" pitchFamily="18" charset="0"/>
              </a:defRPr>
            </a:lvl5pPr>
          </a:lstStyle>
          <a:p>
            <a:pPr lvl="0"/>
            <a:r>
              <a:rPr lang="en-US" dirty="0"/>
              <a:t>Chart here</a:t>
            </a:r>
          </a:p>
        </p:txBody>
      </p:sp>
      <p:sp>
        <p:nvSpPr>
          <p:cNvPr id="31" name="Content1">
            <a:extLst>
              <a:ext uri="{FF2B5EF4-FFF2-40B4-BE49-F238E27FC236}">
                <a16:creationId xmlns:a16="http://schemas.microsoft.com/office/drawing/2014/main" id="{E6592396-A9B9-8E48-A78D-7745759E34BF}"/>
              </a:ext>
            </a:extLst>
          </p:cNvPr>
          <p:cNvSpPr>
            <a:spLocks noGrp="1"/>
          </p:cNvSpPr>
          <p:nvPr>
            <p:ph idx="30" hasCustomPrompt="1"/>
          </p:nvPr>
        </p:nvSpPr>
        <p:spPr>
          <a:xfrm>
            <a:off x="461623" y="4409642"/>
            <a:ext cx="2121408" cy="304337"/>
          </a:xfrm>
          <a:solidFill>
            <a:schemeClr val="tx1"/>
          </a:solidFill>
          <a:ln>
            <a:solidFill>
              <a:srgbClr val="710F32"/>
            </a:solidFill>
          </a:ln>
        </p:spPr>
        <p:txBody>
          <a:bodyPr lIns="0" tIns="0" rIns="0" bIns="0" anchor="ctr">
            <a:normAutofit/>
          </a:bodyPr>
          <a:lstStyle>
            <a:lvl1pPr marL="0" marR="0" indent="0" algn="ctr" defTabSz="1005840" rtl="0" eaLnBrk="1" fontAlgn="auto" latinLnBrk="0" hangingPunct="1">
              <a:lnSpc>
                <a:spcPct val="90000"/>
              </a:lnSpc>
              <a:spcBef>
                <a:spcPts val="1100"/>
              </a:spcBef>
              <a:spcAft>
                <a:spcPts val="0"/>
              </a:spcAft>
              <a:buClr>
                <a:srgbClr val="710F32"/>
              </a:buClr>
              <a:buSzPct val="90000"/>
              <a:buFont typeface="Wingdings" pitchFamily="2" charset="2"/>
              <a:buNone/>
              <a:tabLst/>
              <a:defRPr sz="1600" b="0" i="0">
                <a:solidFill>
                  <a:schemeClr val="bg1"/>
                </a:solidFill>
                <a:latin typeface="Garamond" panose="02020404030301010803" pitchFamily="18" charset="0"/>
              </a:defRPr>
            </a:lvl1pPr>
            <a:lvl2pPr marL="502920" indent="0">
              <a:buNone/>
              <a:defRPr sz="1600" b="0" i="0">
                <a:solidFill>
                  <a:schemeClr val="tx1"/>
                </a:solidFill>
                <a:latin typeface="Garamond" panose="02020404030301010803" pitchFamily="18" charset="0"/>
              </a:defRPr>
            </a:lvl2pPr>
            <a:lvl3pPr>
              <a:defRPr sz="1600" b="0" i="0">
                <a:solidFill>
                  <a:schemeClr val="tx1"/>
                </a:solidFill>
                <a:latin typeface="Garamond" panose="02020404030301010803" pitchFamily="18" charset="0"/>
              </a:defRPr>
            </a:lvl3pPr>
            <a:lvl4pPr>
              <a:defRPr sz="1600" b="0" i="0">
                <a:solidFill>
                  <a:schemeClr val="tx1"/>
                </a:solidFill>
                <a:latin typeface="Garamond" panose="02020404030301010803" pitchFamily="18" charset="0"/>
              </a:defRPr>
            </a:lvl4pPr>
            <a:lvl5pPr>
              <a:defRPr sz="1600" b="0" i="0">
                <a:solidFill>
                  <a:schemeClr val="tx1"/>
                </a:solidFill>
                <a:latin typeface="Garamond" panose="02020404030301010803" pitchFamily="18" charset="0"/>
              </a:defRPr>
            </a:lvl5pPr>
          </a:lstStyle>
          <a:p>
            <a:pPr lvl="0"/>
            <a:r>
              <a:rPr lang="en-US" dirty="0"/>
              <a:t>Click to edit section title</a:t>
            </a:r>
          </a:p>
        </p:txBody>
      </p:sp>
      <p:sp>
        <p:nvSpPr>
          <p:cNvPr id="33" name="Content1">
            <a:extLst>
              <a:ext uri="{FF2B5EF4-FFF2-40B4-BE49-F238E27FC236}">
                <a16:creationId xmlns:a16="http://schemas.microsoft.com/office/drawing/2014/main" id="{145E7EB6-8F92-6942-BEB6-5F56C079754A}"/>
              </a:ext>
            </a:extLst>
          </p:cNvPr>
          <p:cNvSpPr>
            <a:spLocks noGrp="1"/>
          </p:cNvSpPr>
          <p:nvPr>
            <p:ph idx="31" hasCustomPrompt="1"/>
          </p:nvPr>
        </p:nvSpPr>
        <p:spPr>
          <a:xfrm>
            <a:off x="2807137" y="4409640"/>
            <a:ext cx="2121408" cy="304337"/>
          </a:xfrm>
          <a:solidFill>
            <a:srgbClr val="1E1F49"/>
          </a:solidFill>
          <a:ln>
            <a:noFill/>
          </a:ln>
        </p:spPr>
        <p:txBody>
          <a:bodyPr lIns="0" tIns="0" rIns="0" bIns="0" anchor="ctr">
            <a:normAutofit/>
          </a:bodyPr>
          <a:lstStyle>
            <a:lvl1pPr marL="0" marR="0" indent="0" algn="ctr" defTabSz="1005840" rtl="0" eaLnBrk="1" fontAlgn="auto" latinLnBrk="0" hangingPunct="1">
              <a:lnSpc>
                <a:spcPct val="90000"/>
              </a:lnSpc>
              <a:spcBef>
                <a:spcPts val="1100"/>
              </a:spcBef>
              <a:spcAft>
                <a:spcPts val="0"/>
              </a:spcAft>
              <a:buClr>
                <a:srgbClr val="710F32"/>
              </a:buClr>
              <a:buSzPct val="90000"/>
              <a:buFont typeface="Wingdings" pitchFamily="2" charset="2"/>
              <a:buNone/>
              <a:tabLst/>
              <a:defRPr sz="1600" b="0" i="0">
                <a:solidFill>
                  <a:schemeClr val="bg1"/>
                </a:solidFill>
                <a:latin typeface="Garamond" panose="02020404030301010803" pitchFamily="18" charset="0"/>
              </a:defRPr>
            </a:lvl1pPr>
            <a:lvl2pPr marL="502920" indent="0">
              <a:buNone/>
              <a:defRPr sz="1600" b="0" i="0">
                <a:solidFill>
                  <a:schemeClr val="tx1"/>
                </a:solidFill>
                <a:latin typeface="Garamond" panose="02020404030301010803" pitchFamily="18" charset="0"/>
              </a:defRPr>
            </a:lvl2pPr>
            <a:lvl3pPr>
              <a:defRPr sz="1600" b="0" i="0">
                <a:solidFill>
                  <a:schemeClr val="tx1"/>
                </a:solidFill>
                <a:latin typeface="Garamond" panose="02020404030301010803" pitchFamily="18" charset="0"/>
              </a:defRPr>
            </a:lvl3pPr>
            <a:lvl4pPr>
              <a:defRPr sz="1600" b="0" i="0">
                <a:solidFill>
                  <a:schemeClr val="tx1"/>
                </a:solidFill>
                <a:latin typeface="Garamond" panose="02020404030301010803" pitchFamily="18" charset="0"/>
              </a:defRPr>
            </a:lvl4pPr>
            <a:lvl5pPr>
              <a:defRPr sz="1600" b="0" i="0">
                <a:solidFill>
                  <a:schemeClr val="tx1"/>
                </a:solidFill>
                <a:latin typeface="Garamond" panose="02020404030301010803" pitchFamily="18" charset="0"/>
              </a:defRPr>
            </a:lvl5pPr>
          </a:lstStyle>
          <a:p>
            <a:pPr lvl="0"/>
            <a:r>
              <a:rPr lang="en-US" dirty="0"/>
              <a:t>Click to edit section title</a:t>
            </a:r>
          </a:p>
        </p:txBody>
      </p:sp>
      <p:sp>
        <p:nvSpPr>
          <p:cNvPr id="35" name="Content1">
            <a:extLst>
              <a:ext uri="{FF2B5EF4-FFF2-40B4-BE49-F238E27FC236}">
                <a16:creationId xmlns:a16="http://schemas.microsoft.com/office/drawing/2014/main" id="{7E962E27-EFAF-A24D-BC6E-D7A5917656A9}"/>
              </a:ext>
            </a:extLst>
          </p:cNvPr>
          <p:cNvSpPr>
            <a:spLocks noGrp="1"/>
          </p:cNvSpPr>
          <p:nvPr>
            <p:ph idx="32" hasCustomPrompt="1"/>
          </p:nvPr>
        </p:nvSpPr>
        <p:spPr>
          <a:xfrm>
            <a:off x="5152651" y="4407905"/>
            <a:ext cx="2121408" cy="304337"/>
          </a:xfrm>
          <a:solidFill>
            <a:srgbClr val="00396B"/>
          </a:solidFill>
          <a:ln>
            <a:noFill/>
          </a:ln>
        </p:spPr>
        <p:txBody>
          <a:bodyPr lIns="0" tIns="0" rIns="0" bIns="0" anchor="ctr">
            <a:normAutofit/>
          </a:bodyPr>
          <a:lstStyle>
            <a:lvl1pPr marL="0" marR="0" indent="0" algn="ctr" defTabSz="1005840" rtl="0" eaLnBrk="1" fontAlgn="auto" latinLnBrk="0" hangingPunct="1">
              <a:lnSpc>
                <a:spcPct val="90000"/>
              </a:lnSpc>
              <a:spcBef>
                <a:spcPts val="1100"/>
              </a:spcBef>
              <a:spcAft>
                <a:spcPts val="0"/>
              </a:spcAft>
              <a:buClr>
                <a:srgbClr val="710F32"/>
              </a:buClr>
              <a:buSzPct val="90000"/>
              <a:buFont typeface="Wingdings" pitchFamily="2" charset="2"/>
              <a:buNone/>
              <a:tabLst/>
              <a:defRPr sz="1600" b="0" i="0">
                <a:solidFill>
                  <a:schemeClr val="bg1"/>
                </a:solidFill>
                <a:latin typeface="Garamond" panose="02020404030301010803" pitchFamily="18" charset="0"/>
              </a:defRPr>
            </a:lvl1pPr>
            <a:lvl2pPr marL="502920" indent="0">
              <a:buNone/>
              <a:defRPr sz="1600" b="0" i="0">
                <a:solidFill>
                  <a:schemeClr val="tx1"/>
                </a:solidFill>
                <a:latin typeface="Garamond" panose="02020404030301010803" pitchFamily="18" charset="0"/>
              </a:defRPr>
            </a:lvl2pPr>
            <a:lvl3pPr>
              <a:defRPr sz="1600" b="0" i="0">
                <a:solidFill>
                  <a:schemeClr val="tx1"/>
                </a:solidFill>
                <a:latin typeface="Garamond" panose="02020404030301010803" pitchFamily="18" charset="0"/>
              </a:defRPr>
            </a:lvl3pPr>
            <a:lvl4pPr>
              <a:defRPr sz="1600" b="0" i="0">
                <a:solidFill>
                  <a:schemeClr val="tx1"/>
                </a:solidFill>
                <a:latin typeface="Garamond" panose="02020404030301010803" pitchFamily="18" charset="0"/>
              </a:defRPr>
            </a:lvl4pPr>
            <a:lvl5pPr>
              <a:defRPr sz="1600" b="0" i="0">
                <a:solidFill>
                  <a:schemeClr val="tx1"/>
                </a:solidFill>
                <a:latin typeface="Garamond" panose="02020404030301010803" pitchFamily="18" charset="0"/>
              </a:defRPr>
            </a:lvl5pPr>
          </a:lstStyle>
          <a:p>
            <a:pPr lvl="0"/>
            <a:r>
              <a:rPr lang="en-US" dirty="0"/>
              <a:t>Click to edit section title</a:t>
            </a:r>
          </a:p>
        </p:txBody>
      </p:sp>
      <p:sp>
        <p:nvSpPr>
          <p:cNvPr id="36" name="Content1">
            <a:extLst>
              <a:ext uri="{FF2B5EF4-FFF2-40B4-BE49-F238E27FC236}">
                <a16:creationId xmlns:a16="http://schemas.microsoft.com/office/drawing/2014/main" id="{B8256BC7-54F8-264D-945F-1B9B0E8DD070}"/>
              </a:ext>
            </a:extLst>
          </p:cNvPr>
          <p:cNvSpPr>
            <a:spLocks noGrp="1"/>
          </p:cNvSpPr>
          <p:nvPr>
            <p:ph idx="33" hasCustomPrompt="1"/>
          </p:nvPr>
        </p:nvSpPr>
        <p:spPr>
          <a:xfrm>
            <a:off x="7498165" y="4407903"/>
            <a:ext cx="2121408" cy="304337"/>
          </a:xfrm>
          <a:solidFill>
            <a:srgbClr val="005EB4"/>
          </a:solidFill>
          <a:ln>
            <a:noFill/>
          </a:ln>
        </p:spPr>
        <p:txBody>
          <a:bodyPr lIns="0" tIns="0" rIns="0" bIns="0" anchor="ctr">
            <a:normAutofit/>
          </a:bodyPr>
          <a:lstStyle>
            <a:lvl1pPr marL="0" marR="0" indent="0" algn="ctr" defTabSz="1005840" rtl="0" eaLnBrk="1" fontAlgn="auto" latinLnBrk="0" hangingPunct="1">
              <a:lnSpc>
                <a:spcPct val="90000"/>
              </a:lnSpc>
              <a:spcBef>
                <a:spcPts val="1100"/>
              </a:spcBef>
              <a:spcAft>
                <a:spcPts val="0"/>
              </a:spcAft>
              <a:buClr>
                <a:srgbClr val="710F32"/>
              </a:buClr>
              <a:buSzPct val="90000"/>
              <a:buFont typeface="Wingdings" pitchFamily="2" charset="2"/>
              <a:buNone/>
              <a:tabLst/>
              <a:defRPr sz="1600" b="0" i="0">
                <a:solidFill>
                  <a:schemeClr val="bg1"/>
                </a:solidFill>
                <a:latin typeface="Garamond" panose="02020404030301010803" pitchFamily="18" charset="0"/>
              </a:defRPr>
            </a:lvl1pPr>
            <a:lvl2pPr marL="502920" indent="0">
              <a:buNone/>
              <a:defRPr sz="1600" b="0" i="0">
                <a:solidFill>
                  <a:schemeClr val="tx1"/>
                </a:solidFill>
                <a:latin typeface="Garamond" panose="02020404030301010803" pitchFamily="18" charset="0"/>
              </a:defRPr>
            </a:lvl2pPr>
            <a:lvl3pPr>
              <a:defRPr sz="1600" b="0" i="0">
                <a:solidFill>
                  <a:schemeClr val="tx1"/>
                </a:solidFill>
                <a:latin typeface="Garamond" panose="02020404030301010803" pitchFamily="18" charset="0"/>
              </a:defRPr>
            </a:lvl3pPr>
            <a:lvl4pPr>
              <a:defRPr sz="1600" b="0" i="0">
                <a:solidFill>
                  <a:schemeClr val="tx1"/>
                </a:solidFill>
                <a:latin typeface="Garamond" panose="02020404030301010803" pitchFamily="18" charset="0"/>
              </a:defRPr>
            </a:lvl4pPr>
            <a:lvl5pPr>
              <a:defRPr sz="1600" b="0" i="0">
                <a:solidFill>
                  <a:schemeClr val="tx1"/>
                </a:solidFill>
                <a:latin typeface="Garamond" panose="02020404030301010803" pitchFamily="18" charset="0"/>
              </a:defRPr>
            </a:lvl5pPr>
          </a:lstStyle>
          <a:p>
            <a:pPr lvl="0"/>
            <a:r>
              <a:rPr lang="en-US" dirty="0"/>
              <a:t>Click to edit section title</a:t>
            </a:r>
          </a:p>
        </p:txBody>
      </p:sp>
      <p:sp>
        <p:nvSpPr>
          <p:cNvPr id="37" name="Content1">
            <a:extLst>
              <a:ext uri="{FF2B5EF4-FFF2-40B4-BE49-F238E27FC236}">
                <a16:creationId xmlns:a16="http://schemas.microsoft.com/office/drawing/2014/main" id="{6F87DBDF-BBB9-D341-9F94-896E8837CCB0}"/>
              </a:ext>
            </a:extLst>
          </p:cNvPr>
          <p:cNvSpPr>
            <a:spLocks noGrp="1"/>
          </p:cNvSpPr>
          <p:nvPr>
            <p:ph idx="34" hasCustomPrompt="1"/>
          </p:nvPr>
        </p:nvSpPr>
        <p:spPr>
          <a:xfrm>
            <a:off x="2802487" y="4737412"/>
            <a:ext cx="2121408" cy="1965960"/>
          </a:xfrm>
        </p:spPr>
        <p:txBody>
          <a:bodyPr>
            <a:normAutofit/>
          </a:bodyPr>
          <a:lstStyle>
            <a:lvl1pPr marL="0" indent="0">
              <a:buNone/>
              <a:defRPr sz="1600" b="0" i="0">
                <a:solidFill>
                  <a:schemeClr val="tx1"/>
                </a:solidFill>
                <a:latin typeface="Garamond" panose="02020404030301010803" pitchFamily="18" charset="0"/>
              </a:defRPr>
            </a:lvl1pPr>
            <a:lvl2pPr>
              <a:defRPr sz="1600" b="0" i="0">
                <a:solidFill>
                  <a:schemeClr val="tx1"/>
                </a:solidFill>
                <a:latin typeface="Garamond" panose="02020404030301010803" pitchFamily="18" charset="0"/>
              </a:defRPr>
            </a:lvl2pPr>
            <a:lvl3pPr>
              <a:defRPr sz="1600" b="0" i="0">
                <a:solidFill>
                  <a:schemeClr val="tx1"/>
                </a:solidFill>
                <a:latin typeface="Garamond" panose="02020404030301010803" pitchFamily="18" charset="0"/>
              </a:defRPr>
            </a:lvl3pPr>
            <a:lvl4pPr>
              <a:defRPr sz="1600" b="0" i="0">
                <a:solidFill>
                  <a:schemeClr val="tx1"/>
                </a:solidFill>
                <a:latin typeface="Garamond" panose="02020404030301010803" pitchFamily="18" charset="0"/>
              </a:defRPr>
            </a:lvl4pPr>
            <a:lvl5pPr>
              <a:defRPr sz="1600" b="0" i="0">
                <a:solidFill>
                  <a:schemeClr val="tx1"/>
                </a:solidFill>
                <a:latin typeface="Garamond" panose="02020404030301010803" pitchFamily="18" charset="0"/>
              </a:defRPr>
            </a:lvl5pPr>
          </a:lstStyle>
          <a:p>
            <a:pPr lvl="0"/>
            <a:r>
              <a:rPr lang="en-US" dirty="0"/>
              <a:t>Chart here</a:t>
            </a:r>
          </a:p>
        </p:txBody>
      </p:sp>
      <p:sp>
        <p:nvSpPr>
          <p:cNvPr id="38" name="Content3">
            <a:extLst>
              <a:ext uri="{FF2B5EF4-FFF2-40B4-BE49-F238E27FC236}">
                <a16:creationId xmlns:a16="http://schemas.microsoft.com/office/drawing/2014/main" id="{D9684356-F3B8-6545-BC7F-A9848B72D503}"/>
              </a:ext>
            </a:extLst>
          </p:cNvPr>
          <p:cNvSpPr>
            <a:spLocks noGrp="1"/>
          </p:cNvSpPr>
          <p:nvPr>
            <p:ph sz="quarter" idx="35" hasCustomPrompt="1"/>
          </p:nvPr>
        </p:nvSpPr>
        <p:spPr>
          <a:xfrm>
            <a:off x="7493515" y="4737412"/>
            <a:ext cx="2121408" cy="1965960"/>
          </a:xfrm>
          <a:prstGeom prst="rect">
            <a:avLst/>
          </a:prstGeom>
        </p:spPr>
        <p:txBody>
          <a:bodyPr>
            <a:normAutofit/>
          </a:bodyPr>
          <a:lstStyle>
            <a:lvl1pPr marL="0" indent="0">
              <a:buNone/>
              <a:defRPr sz="1600" b="0" i="0">
                <a:solidFill>
                  <a:schemeClr val="tx1"/>
                </a:solidFill>
                <a:latin typeface="Garamond" panose="02020404030301010803" pitchFamily="18" charset="0"/>
              </a:defRPr>
            </a:lvl1pPr>
            <a:lvl2pPr>
              <a:defRPr sz="1600" b="0" i="0">
                <a:solidFill>
                  <a:schemeClr val="tx1"/>
                </a:solidFill>
                <a:latin typeface="Garamond" panose="02020404030301010803" pitchFamily="18" charset="0"/>
              </a:defRPr>
            </a:lvl2pPr>
            <a:lvl3pPr>
              <a:defRPr sz="1600" b="0" i="0">
                <a:solidFill>
                  <a:schemeClr val="tx1"/>
                </a:solidFill>
                <a:latin typeface="Garamond" panose="02020404030301010803" pitchFamily="18" charset="0"/>
              </a:defRPr>
            </a:lvl3pPr>
            <a:lvl4pPr>
              <a:defRPr sz="1600" b="0" i="0">
                <a:solidFill>
                  <a:schemeClr val="tx1"/>
                </a:solidFill>
                <a:latin typeface="Garamond" panose="02020404030301010803" pitchFamily="18" charset="0"/>
              </a:defRPr>
            </a:lvl4pPr>
            <a:lvl5pPr>
              <a:defRPr sz="1600" b="0" i="0">
                <a:solidFill>
                  <a:schemeClr val="tx1"/>
                </a:solidFill>
                <a:latin typeface="Garamond" panose="02020404030301010803" pitchFamily="18" charset="0"/>
              </a:defRPr>
            </a:lvl5pPr>
          </a:lstStyle>
          <a:p>
            <a:pPr lvl="0"/>
            <a:r>
              <a:rPr lang="en-US" dirty="0"/>
              <a:t>Chart here</a:t>
            </a:r>
          </a:p>
        </p:txBody>
      </p:sp>
    </p:spTree>
    <p:extLst>
      <p:ext uri="{BB962C8B-B14F-4D97-AF65-F5344CB8AC3E}">
        <p14:creationId xmlns:p14="http://schemas.microsoft.com/office/powerpoint/2010/main" val="3572541095"/>
      </p:ext>
    </p:extLst>
  </p:cSld>
  <p:clrMapOvr>
    <a:masterClrMapping/>
  </p:clrMapOvr>
  <p:extLst>
    <p:ext uri="{DCECCB84-F9BA-43D5-87BE-67443E8EF086}">
      <p15:sldGuideLst xmlns:p15="http://schemas.microsoft.com/office/powerpoint/2012/main">
        <p15:guide id="1" orient="horz" pos="2448">
          <p15:clr>
            <a:srgbClr val="FBAE40"/>
          </p15:clr>
        </p15:guide>
        <p15:guide id="2" pos="3168">
          <p15:clr>
            <a:srgbClr val="FBAE40"/>
          </p15:clr>
        </p15:guide>
      </p15:sldGuideLst>
    </p:ext>
  </p:extLst>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1_2 x 4">
    <p:spTree>
      <p:nvGrpSpPr>
        <p:cNvPr id="1" name=""/>
        <p:cNvGrpSpPr/>
        <p:nvPr/>
      </p:nvGrpSpPr>
      <p:grpSpPr>
        <a:xfrm>
          <a:off x="0" y="0"/>
          <a:ext cx="0" cy="0"/>
          <a:chOff x="0" y="0"/>
          <a:chExt cx="0" cy="0"/>
        </a:xfrm>
      </p:grpSpPr>
      <p:sp>
        <p:nvSpPr>
          <p:cNvPr id="2" name="Title 1"/>
          <p:cNvSpPr>
            <a:spLocks noGrp="1"/>
          </p:cNvSpPr>
          <p:nvPr>
            <p:ph type="title"/>
          </p:nvPr>
        </p:nvSpPr>
        <p:spPr>
          <a:xfrm>
            <a:off x="461623" y="365467"/>
            <a:ext cx="9144000" cy="731520"/>
          </a:xfrm>
        </p:spPr>
        <p:txBody>
          <a:bodyPr lIns="0" tIns="0" rIns="0" bIns="0" anchor="b">
            <a:noAutofit/>
          </a:bodyPr>
          <a:lstStyle>
            <a:lvl1pPr algn="l">
              <a:defRPr sz="2800"/>
            </a:lvl1pPr>
          </a:lstStyle>
          <a:p>
            <a:r>
              <a:rPr lang="en-US"/>
              <a:t>Click to edit Master title style</a:t>
            </a:r>
            <a:endParaRPr lang="en-US" dirty="0"/>
          </a:p>
        </p:txBody>
      </p:sp>
      <p:sp>
        <p:nvSpPr>
          <p:cNvPr id="7" name="Rectangle 6">
            <a:extLst>
              <a:ext uri="{FF2B5EF4-FFF2-40B4-BE49-F238E27FC236}">
                <a16:creationId xmlns:a16="http://schemas.microsoft.com/office/drawing/2014/main" id="{2646B5E7-46FE-9147-90FD-86B4FD3EF191}"/>
              </a:ext>
            </a:extLst>
          </p:cNvPr>
          <p:cNvSpPr/>
          <p:nvPr userDrawn="1"/>
        </p:nvSpPr>
        <p:spPr>
          <a:xfrm>
            <a:off x="461623" y="1144853"/>
            <a:ext cx="9144000" cy="0"/>
          </a:xfrm>
          <a:prstGeom prst="rect">
            <a:avLst/>
          </a:prstGeom>
          <a:solidFill>
            <a:srgbClr val="00396B"/>
          </a:solidFill>
          <a:ln w="38100">
            <a:solidFill>
              <a:srgbClr val="00396B"/>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l"/>
            <a:endParaRPr lang="en-US" sz="1600" dirty="0"/>
          </a:p>
        </p:txBody>
      </p:sp>
      <p:sp>
        <p:nvSpPr>
          <p:cNvPr id="8" name="Rectangle 7">
            <a:extLst>
              <a:ext uri="{FF2B5EF4-FFF2-40B4-BE49-F238E27FC236}">
                <a16:creationId xmlns:a16="http://schemas.microsoft.com/office/drawing/2014/main" id="{60AC43C3-41D9-9C4F-B8B0-DA592026F312}"/>
              </a:ext>
            </a:extLst>
          </p:cNvPr>
          <p:cNvSpPr/>
          <p:nvPr userDrawn="1"/>
        </p:nvSpPr>
        <p:spPr>
          <a:xfrm>
            <a:off x="298219" y="780099"/>
            <a:ext cx="140429" cy="905826"/>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Rectangle 8">
            <a:extLst>
              <a:ext uri="{FF2B5EF4-FFF2-40B4-BE49-F238E27FC236}">
                <a16:creationId xmlns:a16="http://schemas.microsoft.com/office/drawing/2014/main" id="{F0F01F0F-0C02-0349-8EC7-9C1A12E678A6}"/>
              </a:ext>
            </a:extLst>
          </p:cNvPr>
          <p:cNvSpPr/>
          <p:nvPr userDrawn="1"/>
        </p:nvSpPr>
        <p:spPr>
          <a:xfrm>
            <a:off x="9614923" y="780099"/>
            <a:ext cx="135052" cy="689926"/>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C5F8A2F7-AF6E-8B47-BFCE-0F05ED9722E2}"/>
              </a:ext>
            </a:extLst>
          </p:cNvPr>
          <p:cNvSpPr/>
          <p:nvPr userDrawn="1"/>
        </p:nvSpPr>
        <p:spPr>
          <a:xfrm>
            <a:off x="461623" y="7105266"/>
            <a:ext cx="9144000" cy="0"/>
          </a:xfrm>
          <a:prstGeom prst="rect">
            <a:avLst/>
          </a:prstGeom>
          <a:solidFill>
            <a:srgbClr val="00396B"/>
          </a:solidFill>
          <a:ln w="19050">
            <a:solidFill>
              <a:srgbClr val="00396B"/>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l"/>
            <a:endParaRPr lang="en-US" sz="1600" dirty="0"/>
          </a:p>
        </p:txBody>
      </p:sp>
      <p:sp>
        <p:nvSpPr>
          <p:cNvPr id="15" name="Rectangle 14">
            <a:extLst>
              <a:ext uri="{FF2B5EF4-FFF2-40B4-BE49-F238E27FC236}">
                <a16:creationId xmlns:a16="http://schemas.microsoft.com/office/drawing/2014/main" id="{7E704648-A2D3-CF47-A418-6C3DA12F0E1F}"/>
              </a:ext>
            </a:extLst>
          </p:cNvPr>
          <p:cNvSpPr/>
          <p:nvPr userDrawn="1"/>
        </p:nvSpPr>
        <p:spPr>
          <a:xfrm>
            <a:off x="306772" y="6986085"/>
            <a:ext cx="135052" cy="270588"/>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id="{306910E1-718B-9148-82CB-2C98644C11FB}"/>
              </a:ext>
            </a:extLst>
          </p:cNvPr>
          <p:cNvSpPr/>
          <p:nvPr userDrawn="1"/>
        </p:nvSpPr>
        <p:spPr>
          <a:xfrm>
            <a:off x="9614923" y="6986085"/>
            <a:ext cx="135052" cy="270588"/>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2" name="Slide Number Placeholder 31">
            <a:extLst>
              <a:ext uri="{FF2B5EF4-FFF2-40B4-BE49-F238E27FC236}">
                <a16:creationId xmlns:a16="http://schemas.microsoft.com/office/drawing/2014/main" id="{92A52980-2613-2347-B25E-DCB831E65E90}"/>
              </a:ext>
            </a:extLst>
          </p:cNvPr>
          <p:cNvSpPr>
            <a:spLocks noGrp="1"/>
          </p:cNvSpPr>
          <p:nvPr>
            <p:ph type="sldNum" sz="quarter" idx="17"/>
          </p:nvPr>
        </p:nvSpPr>
        <p:spPr>
          <a:xfrm>
            <a:off x="9216483" y="7201198"/>
            <a:ext cx="389140" cy="413808"/>
          </a:xfrm>
          <a:prstGeom prst="rect">
            <a:avLst/>
          </a:prstGeom>
        </p:spPr>
        <p:txBody>
          <a:bodyPr lIns="0" tIns="0" rIns="0" bIns="0" anchor="ctr"/>
          <a:lstStyle>
            <a:lvl1pPr>
              <a:defRPr sz="1200">
                <a:latin typeface="Garamond" panose="02020404030301010803" pitchFamily="18" charset="0"/>
              </a:defRPr>
            </a:lvl1pPr>
          </a:lstStyle>
          <a:p>
            <a:fld id="{3FEFCAF1-6404-E34E-8C55-31475CA0CB4C}" type="slidenum">
              <a:rPr lang="en-US" smtClean="0"/>
              <a:pPr/>
              <a:t>‹#›</a:t>
            </a:fld>
            <a:endParaRPr lang="en-US" dirty="0"/>
          </a:p>
        </p:txBody>
      </p:sp>
      <p:sp>
        <p:nvSpPr>
          <p:cNvPr id="5" name="Text Placeholder 4">
            <a:extLst>
              <a:ext uri="{FF2B5EF4-FFF2-40B4-BE49-F238E27FC236}">
                <a16:creationId xmlns:a16="http://schemas.microsoft.com/office/drawing/2014/main" id="{BCC58857-C60A-334F-99DC-0BDAF0F9C4BC}"/>
              </a:ext>
            </a:extLst>
          </p:cNvPr>
          <p:cNvSpPr>
            <a:spLocks noGrp="1"/>
          </p:cNvSpPr>
          <p:nvPr>
            <p:ph type="body" sz="quarter" idx="18" hasCustomPrompt="1"/>
          </p:nvPr>
        </p:nvSpPr>
        <p:spPr>
          <a:xfrm>
            <a:off x="461963" y="1248828"/>
            <a:ext cx="9144000" cy="355600"/>
          </a:xfrm>
        </p:spPr>
        <p:txBody>
          <a:bodyPr lIns="0" tIns="0" rIns="0" bIns="0" anchor="t">
            <a:normAutofit/>
          </a:bodyPr>
          <a:lstStyle>
            <a:lvl1pPr marL="0" indent="0">
              <a:buNone/>
              <a:defRPr sz="1800"/>
            </a:lvl1pPr>
          </a:lstStyle>
          <a:p>
            <a:pPr lvl="0"/>
            <a:r>
              <a:rPr lang="en-US" dirty="0"/>
              <a:t>Click to edit subtitle</a:t>
            </a:r>
          </a:p>
        </p:txBody>
      </p:sp>
      <p:sp>
        <p:nvSpPr>
          <p:cNvPr id="13" name="Content1">
            <a:extLst>
              <a:ext uri="{FF2B5EF4-FFF2-40B4-BE49-F238E27FC236}">
                <a16:creationId xmlns:a16="http://schemas.microsoft.com/office/drawing/2014/main" id="{D46044D0-78E9-9B42-B3E1-4B17267FF4C5}"/>
              </a:ext>
            </a:extLst>
          </p:cNvPr>
          <p:cNvSpPr>
            <a:spLocks noGrp="1"/>
          </p:cNvSpPr>
          <p:nvPr>
            <p:ph idx="10" hasCustomPrompt="1"/>
          </p:nvPr>
        </p:nvSpPr>
        <p:spPr>
          <a:xfrm>
            <a:off x="461623" y="2227815"/>
            <a:ext cx="2121408" cy="1965960"/>
          </a:xfrm>
        </p:spPr>
        <p:txBody>
          <a:bodyPr>
            <a:normAutofit/>
          </a:bodyPr>
          <a:lstStyle>
            <a:lvl1pPr marL="0" indent="0">
              <a:buNone/>
              <a:defRPr sz="1600" b="0" i="0">
                <a:solidFill>
                  <a:schemeClr val="tx1"/>
                </a:solidFill>
                <a:latin typeface="Garamond" panose="02020404030301010803" pitchFamily="18" charset="0"/>
              </a:defRPr>
            </a:lvl1pPr>
            <a:lvl2pPr>
              <a:defRPr sz="1600" b="0" i="0">
                <a:solidFill>
                  <a:schemeClr val="tx1"/>
                </a:solidFill>
                <a:latin typeface="Garamond" panose="02020404030301010803" pitchFamily="18" charset="0"/>
              </a:defRPr>
            </a:lvl2pPr>
            <a:lvl3pPr>
              <a:defRPr sz="1600" b="0" i="0">
                <a:solidFill>
                  <a:schemeClr val="tx1"/>
                </a:solidFill>
                <a:latin typeface="Garamond" panose="02020404030301010803" pitchFamily="18" charset="0"/>
              </a:defRPr>
            </a:lvl3pPr>
            <a:lvl4pPr>
              <a:defRPr sz="1600" b="0" i="0">
                <a:solidFill>
                  <a:schemeClr val="tx1"/>
                </a:solidFill>
                <a:latin typeface="Garamond" panose="02020404030301010803" pitchFamily="18" charset="0"/>
              </a:defRPr>
            </a:lvl4pPr>
            <a:lvl5pPr>
              <a:defRPr sz="1600" b="0" i="0">
                <a:solidFill>
                  <a:schemeClr val="tx1"/>
                </a:solidFill>
                <a:latin typeface="Garamond" panose="02020404030301010803" pitchFamily="18" charset="0"/>
              </a:defRPr>
            </a:lvl5pPr>
          </a:lstStyle>
          <a:p>
            <a:pPr lvl="0"/>
            <a:r>
              <a:rPr lang="en-US" dirty="0"/>
              <a:t>Chart here</a:t>
            </a:r>
          </a:p>
        </p:txBody>
      </p:sp>
      <p:sp>
        <p:nvSpPr>
          <p:cNvPr id="18" name="Content3">
            <a:extLst>
              <a:ext uri="{FF2B5EF4-FFF2-40B4-BE49-F238E27FC236}">
                <a16:creationId xmlns:a16="http://schemas.microsoft.com/office/drawing/2014/main" id="{57A3F90F-8AEC-8140-88CE-384C3628EA4D}"/>
              </a:ext>
            </a:extLst>
          </p:cNvPr>
          <p:cNvSpPr>
            <a:spLocks noGrp="1"/>
          </p:cNvSpPr>
          <p:nvPr>
            <p:ph sz="quarter" idx="12" hasCustomPrompt="1"/>
          </p:nvPr>
        </p:nvSpPr>
        <p:spPr>
          <a:xfrm>
            <a:off x="5152651" y="2226595"/>
            <a:ext cx="4462271" cy="4480560"/>
          </a:xfrm>
          <a:prstGeom prst="rect">
            <a:avLst/>
          </a:prstGeom>
        </p:spPr>
        <p:txBody>
          <a:bodyPr>
            <a:normAutofit/>
          </a:bodyPr>
          <a:lstStyle>
            <a:lvl1pPr>
              <a:defRPr sz="1600" b="0" i="0">
                <a:solidFill>
                  <a:schemeClr val="tx1"/>
                </a:solidFill>
                <a:latin typeface="Garamond" panose="02020404030301010803" pitchFamily="18" charset="0"/>
              </a:defRPr>
            </a:lvl1pPr>
            <a:lvl2pPr>
              <a:defRPr sz="1600" b="0" i="0">
                <a:solidFill>
                  <a:schemeClr val="tx1"/>
                </a:solidFill>
                <a:latin typeface="Garamond" panose="02020404030301010803" pitchFamily="18" charset="0"/>
              </a:defRPr>
            </a:lvl2pPr>
            <a:lvl3pPr>
              <a:defRPr sz="1600" b="0" i="0">
                <a:solidFill>
                  <a:schemeClr val="tx1"/>
                </a:solidFill>
                <a:latin typeface="Garamond" panose="02020404030301010803" pitchFamily="18" charset="0"/>
              </a:defRPr>
            </a:lvl3pPr>
            <a:lvl4pPr>
              <a:defRPr sz="1600" b="0" i="0">
                <a:solidFill>
                  <a:schemeClr val="tx1"/>
                </a:solidFill>
                <a:latin typeface="Garamond" panose="02020404030301010803" pitchFamily="18" charset="0"/>
              </a:defRPr>
            </a:lvl4pPr>
            <a:lvl5pPr>
              <a:defRPr sz="1600" b="0" i="0">
                <a:solidFill>
                  <a:schemeClr val="tx1"/>
                </a:solidFill>
                <a:latin typeface="Garamond" panose="02020404030301010803" pitchFamily="18" charset="0"/>
              </a:defRPr>
            </a:lvl5pPr>
          </a:lstStyle>
          <a:p>
            <a:pPr lvl="0"/>
            <a:r>
              <a:rPr lang="en-US" dirty="0"/>
              <a:t>Text here</a:t>
            </a:r>
          </a:p>
        </p:txBody>
      </p:sp>
      <p:sp>
        <p:nvSpPr>
          <p:cNvPr id="20" name="Content1">
            <a:extLst>
              <a:ext uri="{FF2B5EF4-FFF2-40B4-BE49-F238E27FC236}">
                <a16:creationId xmlns:a16="http://schemas.microsoft.com/office/drawing/2014/main" id="{EB63E8DE-D5EE-D94E-9B89-329C49D42128}"/>
              </a:ext>
            </a:extLst>
          </p:cNvPr>
          <p:cNvSpPr>
            <a:spLocks noGrp="1"/>
          </p:cNvSpPr>
          <p:nvPr>
            <p:ph idx="19" hasCustomPrompt="1"/>
          </p:nvPr>
        </p:nvSpPr>
        <p:spPr>
          <a:xfrm>
            <a:off x="461623" y="1901426"/>
            <a:ext cx="2121408" cy="304337"/>
          </a:xfrm>
          <a:solidFill>
            <a:srgbClr val="1E1F49"/>
          </a:solidFill>
          <a:ln>
            <a:noFill/>
          </a:ln>
        </p:spPr>
        <p:txBody>
          <a:bodyPr lIns="0" tIns="0" rIns="0" bIns="0" anchor="ctr">
            <a:normAutofit/>
          </a:bodyPr>
          <a:lstStyle>
            <a:lvl1pPr marL="0" marR="0" indent="0" algn="ctr" defTabSz="1005840" rtl="0" eaLnBrk="1" fontAlgn="auto" latinLnBrk="0" hangingPunct="1">
              <a:lnSpc>
                <a:spcPct val="90000"/>
              </a:lnSpc>
              <a:spcBef>
                <a:spcPts val="1100"/>
              </a:spcBef>
              <a:spcAft>
                <a:spcPts val="0"/>
              </a:spcAft>
              <a:buClr>
                <a:srgbClr val="710F32"/>
              </a:buClr>
              <a:buSzPct val="90000"/>
              <a:buFont typeface="Wingdings" pitchFamily="2" charset="2"/>
              <a:buNone/>
              <a:tabLst/>
              <a:defRPr sz="1600" b="0" i="0">
                <a:solidFill>
                  <a:schemeClr val="bg1"/>
                </a:solidFill>
                <a:latin typeface="Garamond" panose="02020404030301010803" pitchFamily="18" charset="0"/>
              </a:defRPr>
            </a:lvl1pPr>
            <a:lvl2pPr marL="502920" indent="0">
              <a:buNone/>
              <a:defRPr sz="1600" b="0" i="0">
                <a:solidFill>
                  <a:schemeClr val="tx1"/>
                </a:solidFill>
                <a:latin typeface="Garamond" panose="02020404030301010803" pitchFamily="18" charset="0"/>
              </a:defRPr>
            </a:lvl2pPr>
            <a:lvl3pPr>
              <a:defRPr sz="1600" b="0" i="0">
                <a:solidFill>
                  <a:schemeClr val="tx1"/>
                </a:solidFill>
                <a:latin typeface="Garamond" panose="02020404030301010803" pitchFamily="18" charset="0"/>
              </a:defRPr>
            </a:lvl3pPr>
            <a:lvl4pPr>
              <a:defRPr sz="1600" b="0" i="0">
                <a:solidFill>
                  <a:schemeClr val="tx1"/>
                </a:solidFill>
                <a:latin typeface="Garamond" panose="02020404030301010803" pitchFamily="18" charset="0"/>
              </a:defRPr>
            </a:lvl4pPr>
            <a:lvl5pPr>
              <a:defRPr sz="1600" b="0" i="0">
                <a:solidFill>
                  <a:schemeClr val="tx1"/>
                </a:solidFill>
                <a:latin typeface="Garamond" panose="02020404030301010803" pitchFamily="18" charset="0"/>
              </a:defRPr>
            </a:lvl5pPr>
          </a:lstStyle>
          <a:p>
            <a:pPr lvl="0"/>
            <a:r>
              <a:rPr lang="en-US" dirty="0"/>
              <a:t>Click to edit section title</a:t>
            </a:r>
          </a:p>
        </p:txBody>
      </p:sp>
      <p:sp>
        <p:nvSpPr>
          <p:cNvPr id="24" name="Content1">
            <a:extLst>
              <a:ext uri="{FF2B5EF4-FFF2-40B4-BE49-F238E27FC236}">
                <a16:creationId xmlns:a16="http://schemas.microsoft.com/office/drawing/2014/main" id="{44F731CF-35F9-2B48-819B-45EF5A4BAA3D}"/>
              </a:ext>
            </a:extLst>
          </p:cNvPr>
          <p:cNvSpPr>
            <a:spLocks noGrp="1"/>
          </p:cNvSpPr>
          <p:nvPr>
            <p:ph idx="23" hasCustomPrompt="1"/>
          </p:nvPr>
        </p:nvSpPr>
        <p:spPr>
          <a:xfrm>
            <a:off x="2807137" y="1901424"/>
            <a:ext cx="2121408" cy="304337"/>
          </a:xfrm>
          <a:solidFill>
            <a:srgbClr val="1E1F49"/>
          </a:solidFill>
          <a:ln>
            <a:noFill/>
          </a:ln>
        </p:spPr>
        <p:txBody>
          <a:bodyPr lIns="0" tIns="0" rIns="0" bIns="0" anchor="ctr">
            <a:normAutofit/>
          </a:bodyPr>
          <a:lstStyle>
            <a:lvl1pPr marL="0" marR="0" indent="0" algn="ctr" defTabSz="1005840" rtl="0" eaLnBrk="1" fontAlgn="auto" latinLnBrk="0" hangingPunct="1">
              <a:lnSpc>
                <a:spcPct val="90000"/>
              </a:lnSpc>
              <a:spcBef>
                <a:spcPts val="1100"/>
              </a:spcBef>
              <a:spcAft>
                <a:spcPts val="0"/>
              </a:spcAft>
              <a:buClr>
                <a:srgbClr val="710F32"/>
              </a:buClr>
              <a:buSzPct val="90000"/>
              <a:buFont typeface="Wingdings" pitchFamily="2" charset="2"/>
              <a:buNone/>
              <a:tabLst/>
              <a:defRPr sz="1600" b="0" i="0">
                <a:solidFill>
                  <a:schemeClr val="bg1"/>
                </a:solidFill>
                <a:latin typeface="Garamond" panose="02020404030301010803" pitchFamily="18" charset="0"/>
              </a:defRPr>
            </a:lvl1pPr>
            <a:lvl2pPr marL="502920" indent="0">
              <a:buNone/>
              <a:defRPr sz="1600" b="0" i="0">
                <a:solidFill>
                  <a:schemeClr val="tx1"/>
                </a:solidFill>
                <a:latin typeface="Garamond" panose="02020404030301010803" pitchFamily="18" charset="0"/>
              </a:defRPr>
            </a:lvl2pPr>
            <a:lvl3pPr>
              <a:defRPr sz="1600" b="0" i="0">
                <a:solidFill>
                  <a:schemeClr val="tx1"/>
                </a:solidFill>
                <a:latin typeface="Garamond" panose="02020404030301010803" pitchFamily="18" charset="0"/>
              </a:defRPr>
            </a:lvl3pPr>
            <a:lvl4pPr>
              <a:defRPr sz="1600" b="0" i="0">
                <a:solidFill>
                  <a:schemeClr val="tx1"/>
                </a:solidFill>
                <a:latin typeface="Garamond" panose="02020404030301010803" pitchFamily="18" charset="0"/>
              </a:defRPr>
            </a:lvl4pPr>
            <a:lvl5pPr>
              <a:defRPr sz="1600" b="0" i="0">
                <a:solidFill>
                  <a:schemeClr val="tx1"/>
                </a:solidFill>
                <a:latin typeface="Garamond" panose="02020404030301010803" pitchFamily="18" charset="0"/>
              </a:defRPr>
            </a:lvl5pPr>
          </a:lstStyle>
          <a:p>
            <a:pPr lvl="0"/>
            <a:r>
              <a:rPr lang="en-US" dirty="0"/>
              <a:t>Click to edit section title</a:t>
            </a:r>
          </a:p>
        </p:txBody>
      </p:sp>
      <p:sp>
        <p:nvSpPr>
          <p:cNvPr id="25" name="Content1">
            <a:extLst>
              <a:ext uri="{FF2B5EF4-FFF2-40B4-BE49-F238E27FC236}">
                <a16:creationId xmlns:a16="http://schemas.microsoft.com/office/drawing/2014/main" id="{7ADDB810-E6F1-CA47-A3B0-36295AA25CEB}"/>
              </a:ext>
            </a:extLst>
          </p:cNvPr>
          <p:cNvSpPr>
            <a:spLocks noGrp="1"/>
          </p:cNvSpPr>
          <p:nvPr>
            <p:ph idx="24" hasCustomPrompt="1"/>
          </p:nvPr>
        </p:nvSpPr>
        <p:spPr>
          <a:xfrm>
            <a:off x="5152651" y="1899689"/>
            <a:ext cx="4462272" cy="304337"/>
          </a:xfrm>
          <a:solidFill>
            <a:srgbClr val="1E1F49"/>
          </a:solidFill>
          <a:ln>
            <a:solidFill>
              <a:srgbClr val="710F32"/>
            </a:solidFill>
          </a:ln>
        </p:spPr>
        <p:txBody>
          <a:bodyPr lIns="0" tIns="0" rIns="0" bIns="0" anchor="ctr">
            <a:normAutofit/>
          </a:bodyPr>
          <a:lstStyle>
            <a:lvl1pPr marL="0" marR="0" indent="0" algn="ctr" defTabSz="1005840" rtl="0" eaLnBrk="1" fontAlgn="auto" latinLnBrk="0" hangingPunct="1">
              <a:lnSpc>
                <a:spcPct val="90000"/>
              </a:lnSpc>
              <a:spcBef>
                <a:spcPts val="1100"/>
              </a:spcBef>
              <a:spcAft>
                <a:spcPts val="0"/>
              </a:spcAft>
              <a:buClr>
                <a:srgbClr val="710F32"/>
              </a:buClr>
              <a:buSzPct val="90000"/>
              <a:buFont typeface="Wingdings" pitchFamily="2" charset="2"/>
              <a:buNone/>
              <a:tabLst/>
              <a:defRPr sz="1600" b="0" i="0">
                <a:solidFill>
                  <a:schemeClr val="bg1"/>
                </a:solidFill>
                <a:latin typeface="Garamond" panose="02020404030301010803" pitchFamily="18" charset="0"/>
              </a:defRPr>
            </a:lvl1pPr>
            <a:lvl2pPr marL="502920" indent="0">
              <a:buNone/>
              <a:defRPr sz="1600" b="0" i="0">
                <a:solidFill>
                  <a:schemeClr val="tx1"/>
                </a:solidFill>
                <a:latin typeface="Garamond" panose="02020404030301010803" pitchFamily="18" charset="0"/>
              </a:defRPr>
            </a:lvl2pPr>
            <a:lvl3pPr>
              <a:defRPr sz="1600" b="0" i="0">
                <a:solidFill>
                  <a:schemeClr val="tx1"/>
                </a:solidFill>
                <a:latin typeface="Garamond" panose="02020404030301010803" pitchFamily="18" charset="0"/>
              </a:defRPr>
            </a:lvl3pPr>
            <a:lvl4pPr>
              <a:defRPr sz="1600" b="0" i="0">
                <a:solidFill>
                  <a:schemeClr val="tx1"/>
                </a:solidFill>
                <a:latin typeface="Garamond" panose="02020404030301010803" pitchFamily="18" charset="0"/>
              </a:defRPr>
            </a:lvl4pPr>
            <a:lvl5pPr>
              <a:defRPr sz="1600" b="0" i="0">
                <a:solidFill>
                  <a:schemeClr val="tx1"/>
                </a:solidFill>
                <a:latin typeface="Garamond" panose="02020404030301010803" pitchFamily="18" charset="0"/>
              </a:defRPr>
            </a:lvl5pPr>
          </a:lstStyle>
          <a:p>
            <a:pPr lvl="0"/>
            <a:r>
              <a:rPr lang="en-US" dirty="0"/>
              <a:t>Click to edit section title</a:t>
            </a:r>
          </a:p>
        </p:txBody>
      </p:sp>
      <p:sp>
        <p:nvSpPr>
          <p:cNvPr id="27" name="Content1">
            <a:extLst>
              <a:ext uri="{FF2B5EF4-FFF2-40B4-BE49-F238E27FC236}">
                <a16:creationId xmlns:a16="http://schemas.microsoft.com/office/drawing/2014/main" id="{51FB4C79-0A5E-1242-9A1B-3FAA6014B7C5}"/>
              </a:ext>
            </a:extLst>
          </p:cNvPr>
          <p:cNvSpPr>
            <a:spLocks noGrp="1"/>
          </p:cNvSpPr>
          <p:nvPr>
            <p:ph idx="26" hasCustomPrompt="1"/>
          </p:nvPr>
        </p:nvSpPr>
        <p:spPr>
          <a:xfrm>
            <a:off x="2802487" y="2229196"/>
            <a:ext cx="2121408" cy="1965960"/>
          </a:xfrm>
        </p:spPr>
        <p:txBody>
          <a:bodyPr>
            <a:normAutofit/>
          </a:bodyPr>
          <a:lstStyle>
            <a:lvl1pPr marL="0" indent="0">
              <a:buNone/>
              <a:defRPr sz="1600" b="0" i="0">
                <a:solidFill>
                  <a:schemeClr val="tx1"/>
                </a:solidFill>
                <a:latin typeface="Garamond" panose="02020404030301010803" pitchFamily="18" charset="0"/>
              </a:defRPr>
            </a:lvl1pPr>
            <a:lvl2pPr>
              <a:defRPr sz="1600" b="0" i="0">
                <a:solidFill>
                  <a:schemeClr val="tx1"/>
                </a:solidFill>
                <a:latin typeface="Garamond" panose="02020404030301010803" pitchFamily="18" charset="0"/>
              </a:defRPr>
            </a:lvl2pPr>
            <a:lvl3pPr>
              <a:defRPr sz="1600" b="0" i="0">
                <a:solidFill>
                  <a:schemeClr val="tx1"/>
                </a:solidFill>
                <a:latin typeface="Garamond" panose="02020404030301010803" pitchFamily="18" charset="0"/>
              </a:defRPr>
            </a:lvl3pPr>
            <a:lvl4pPr>
              <a:defRPr sz="1600" b="0" i="0">
                <a:solidFill>
                  <a:schemeClr val="tx1"/>
                </a:solidFill>
                <a:latin typeface="Garamond" panose="02020404030301010803" pitchFamily="18" charset="0"/>
              </a:defRPr>
            </a:lvl4pPr>
            <a:lvl5pPr>
              <a:defRPr sz="1600" b="0" i="0">
                <a:solidFill>
                  <a:schemeClr val="tx1"/>
                </a:solidFill>
                <a:latin typeface="Garamond" panose="02020404030301010803" pitchFamily="18" charset="0"/>
              </a:defRPr>
            </a:lvl5pPr>
          </a:lstStyle>
          <a:p>
            <a:pPr lvl="0"/>
            <a:r>
              <a:rPr lang="en-US" dirty="0"/>
              <a:t>Chart here</a:t>
            </a:r>
          </a:p>
        </p:txBody>
      </p:sp>
      <p:sp>
        <p:nvSpPr>
          <p:cNvPr id="29" name="Content1">
            <a:extLst>
              <a:ext uri="{FF2B5EF4-FFF2-40B4-BE49-F238E27FC236}">
                <a16:creationId xmlns:a16="http://schemas.microsoft.com/office/drawing/2014/main" id="{A1EA02D0-65E6-D743-B070-C5D99405D939}"/>
              </a:ext>
            </a:extLst>
          </p:cNvPr>
          <p:cNvSpPr>
            <a:spLocks noGrp="1"/>
          </p:cNvSpPr>
          <p:nvPr>
            <p:ph idx="28" hasCustomPrompt="1"/>
          </p:nvPr>
        </p:nvSpPr>
        <p:spPr>
          <a:xfrm>
            <a:off x="461623" y="4736031"/>
            <a:ext cx="2121408" cy="1965960"/>
          </a:xfrm>
        </p:spPr>
        <p:txBody>
          <a:bodyPr>
            <a:normAutofit/>
          </a:bodyPr>
          <a:lstStyle>
            <a:lvl1pPr marL="0" indent="0">
              <a:buNone/>
              <a:defRPr sz="1600" b="0" i="0">
                <a:solidFill>
                  <a:schemeClr val="tx1"/>
                </a:solidFill>
                <a:latin typeface="Garamond" panose="02020404030301010803" pitchFamily="18" charset="0"/>
              </a:defRPr>
            </a:lvl1pPr>
            <a:lvl2pPr>
              <a:defRPr sz="1600" b="0" i="0">
                <a:solidFill>
                  <a:schemeClr val="tx1"/>
                </a:solidFill>
                <a:latin typeface="Garamond" panose="02020404030301010803" pitchFamily="18" charset="0"/>
              </a:defRPr>
            </a:lvl2pPr>
            <a:lvl3pPr>
              <a:defRPr sz="1600" b="0" i="0">
                <a:solidFill>
                  <a:schemeClr val="tx1"/>
                </a:solidFill>
                <a:latin typeface="Garamond" panose="02020404030301010803" pitchFamily="18" charset="0"/>
              </a:defRPr>
            </a:lvl3pPr>
            <a:lvl4pPr>
              <a:defRPr sz="1600" b="0" i="0">
                <a:solidFill>
                  <a:schemeClr val="tx1"/>
                </a:solidFill>
                <a:latin typeface="Garamond" panose="02020404030301010803" pitchFamily="18" charset="0"/>
              </a:defRPr>
            </a:lvl4pPr>
            <a:lvl5pPr>
              <a:defRPr sz="1600" b="0" i="0">
                <a:solidFill>
                  <a:schemeClr val="tx1"/>
                </a:solidFill>
                <a:latin typeface="Garamond" panose="02020404030301010803" pitchFamily="18" charset="0"/>
              </a:defRPr>
            </a:lvl5pPr>
          </a:lstStyle>
          <a:p>
            <a:pPr lvl="0"/>
            <a:r>
              <a:rPr lang="en-US" dirty="0"/>
              <a:t>Chart here</a:t>
            </a:r>
          </a:p>
        </p:txBody>
      </p:sp>
      <p:sp>
        <p:nvSpPr>
          <p:cNvPr id="31" name="Content1">
            <a:extLst>
              <a:ext uri="{FF2B5EF4-FFF2-40B4-BE49-F238E27FC236}">
                <a16:creationId xmlns:a16="http://schemas.microsoft.com/office/drawing/2014/main" id="{E6592396-A9B9-8E48-A78D-7745759E34BF}"/>
              </a:ext>
            </a:extLst>
          </p:cNvPr>
          <p:cNvSpPr>
            <a:spLocks noGrp="1"/>
          </p:cNvSpPr>
          <p:nvPr>
            <p:ph idx="30" hasCustomPrompt="1"/>
          </p:nvPr>
        </p:nvSpPr>
        <p:spPr>
          <a:xfrm>
            <a:off x="461623" y="4409642"/>
            <a:ext cx="2121408" cy="304337"/>
          </a:xfrm>
          <a:solidFill>
            <a:srgbClr val="1E1F49"/>
          </a:solidFill>
          <a:ln>
            <a:noFill/>
          </a:ln>
        </p:spPr>
        <p:txBody>
          <a:bodyPr lIns="0" tIns="0" rIns="0" bIns="0" anchor="ctr">
            <a:normAutofit/>
          </a:bodyPr>
          <a:lstStyle>
            <a:lvl1pPr marL="0" marR="0" indent="0" algn="ctr" defTabSz="1005840" rtl="0" eaLnBrk="1" fontAlgn="auto" latinLnBrk="0" hangingPunct="1">
              <a:lnSpc>
                <a:spcPct val="90000"/>
              </a:lnSpc>
              <a:spcBef>
                <a:spcPts val="1100"/>
              </a:spcBef>
              <a:spcAft>
                <a:spcPts val="0"/>
              </a:spcAft>
              <a:buClr>
                <a:srgbClr val="710F32"/>
              </a:buClr>
              <a:buSzPct val="90000"/>
              <a:buFont typeface="Wingdings" pitchFamily="2" charset="2"/>
              <a:buNone/>
              <a:tabLst/>
              <a:defRPr sz="1600" b="0" i="0">
                <a:solidFill>
                  <a:schemeClr val="bg1"/>
                </a:solidFill>
                <a:latin typeface="Garamond" panose="02020404030301010803" pitchFamily="18" charset="0"/>
              </a:defRPr>
            </a:lvl1pPr>
            <a:lvl2pPr marL="502920" indent="0">
              <a:buNone/>
              <a:defRPr sz="1600" b="0" i="0">
                <a:solidFill>
                  <a:schemeClr val="tx1"/>
                </a:solidFill>
                <a:latin typeface="Garamond" panose="02020404030301010803" pitchFamily="18" charset="0"/>
              </a:defRPr>
            </a:lvl2pPr>
            <a:lvl3pPr>
              <a:defRPr sz="1600" b="0" i="0">
                <a:solidFill>
                  <a:schemeClr val="tx1"/>
                </a:solidFill>
                <a:latin typeface="Garamond" panose="02020404030301010803" pitchFamily="18" charset="0"/>
              </a:defRPr>
            </a:lvl3pPr>
            <a:lvl4pPr>
              <a:defRPr sz="1600" b="0" i="0">
                <a:solidFill>
                  <a:schemeClr val="tx1"/>
                </a:solidFill>
                <a:latin typeface="Garamond" panose="02020404030301010803" pitchFamily="18" charset="0"/>
              </a:defRPr>
            </a:lvl4pPr>
            <a:lvl5pPr>
              <a:defRPr sz="1600" b="0" i="0">
                <a:solidFill>
                  <a:schemeClr val="tx1"/>
                </a:solidFill>
                <a:latin typeface="Garamond" panose="02020404030301010803" pitchFamily="18" charset="0"/>
              </a:defRPr>
            </a:lvl5pPr>
          </a:lstStyle>
          <a:p>
            <a:pPr lvl="0"/>
            <a:r>
              <a:rPr lang="en-US" dirty="0"/>
              <a:t>Click to edit section title</a:t>
            </a:r>
          </a:p>
        </p:txBody>
      </p:sp>
      <p:sp>
        <p:nvSpPr>
          <p:cNvPr id="33" name="Content1">
            <a:extLst>
              <a:ext uri="{FF2B5EF4-FFF2-40B4-BE49-F238E27FC236}">
                <a16:creationId xmlns:a16="http://schemas.microsoft.com/office/drawing/2014/main" id="{145E7EB6-8F92-6942-BEB6-5F56C079754A}"/>
              </a:ext>
            </a:extLst>
          </p:cNvPr>
          <p:cNvSpPr>
            <a:spLocks noGrp="1"/>
          </p:cNvSpPr>
          <p:nvPr>
            <p:ph idx="31" hasCustomPrompt="1"/>
          </p:nvPr>
        </p:nvSpPr>
        <p:spPr>
          <a:xfrm>
            <a:off x="2807137" y="4409640"/>
            <a:ext cx="2121408" cy="304337"/>
          </a:xfrm>
          <a:solidFill>
            <a:srgbClr val="1E1F49"/>
          </a:solidFill>
          <a:ln>
            <a:noFill/>
          </a:ln>
        </p:spPr>
        <p:txBody>
          <a:bodyPr lIns="0" tIns="0" rIns="0" bIns="0" anchor="ctr">
            <a:normAutofit/>
          </a:bodyPr>
          <a:lstStyle>
            <a:lvl1pPr marL="0" marR="0" indent="0" algn="ctr" defTabSz="1005840" rtl="0" eaLnBrk="1" fontAlgn="auto" latinLnBrk="0" hangingPunct="1">
              <a:lnSpc>
                <a:spcPct val="90000"/>
              </a:lnSpc>
              <a:spcBef>
                <a:spcPts val="1100"/>
              </a:spcBef>
              <a:spcAft>
                <a:spcPts val="0"/>
              </a:spcAft>
              <a:buClr>
                <a:srgbClr val="710F32"/>
              </a:buClr>
              <a:buSzPct val="90000"/>
              <a:buFont typeface="Wingdings" pitchFamily="2" charset="2"/>
              <a:buNone/>
              <a:tabLst/>
              <a:defRPr sz="1600" b="0" i="0">
                <a:solidFill>
                  <a:schemeClr val="bg1"/>
                </a:solidFill>
                <a:latin typeface="Garamond" panose="02020404030301010803" pitchFamily="18" charset="0"/>
              </a:defRPr>
            </a:lvl1pPr>
            <a:lvl2pPr marL="502920" indent="0">
              <a:buNone/>
              <a:defRPr sz="1600" b="0" i="0">
                <a:solidFill>
                  <a:schemeClr val="tx1"/>
                </a:solidFill>
                <a:latin typeface="Garamond" panose="02020404030301010803" pitchFamily="18" charset="0"/>
              </a:defRPr>
            </a:lvl2pPr>
            <a:lvl3pPr>
              <a:defRPr sz="1600" b="0" i="0">
                <a:solidFill>
                  <a:schemeClr val="tx1"/>
                </a:solidFill>
                <a:latin typeface="Garamond" panose="02020404030301010803" pitchFamily="18" charset="0"/>
              </a:defRPr>
            </a:lvl3pPr>
            <a:lvl4pPr>
              <a:defRPr sz="1600" b="0" i="0">
                <a:solidFill>
                  <a:schemeClr val="tx1"/>
                </a:solidFill>
                <a:latin typeface="Garamond" panose="02020404030301010803" pitchFamily="18" charset="0"/>
              </a:defRPr>
            </a:lvl4pPr>
            <a:lvl5pPr>
              <a:defRPr sz="1600" b="0" i="0">
                <a:solidFill>
                  <a:schemeClr val="tx1"/>
                </a:solidFill>
                <a:latin typeface="Garamond" panose="02020404030301010803" pitchFamily="18" charset="0"/>
              </a:defRPr>
            </a:lvl5pPr>
          </a:lstStyle>
          <a:p>
            <a:pPr lvl="0"/>
            <a:r>
              <a:rPr lang="en-US" dirty="0"/>
              <a:t>Click to edit section title</a:t>
            </a:r>
          </a:p>
        </p:txBody>
      </p:sp>
      <p:sp>
        <p:nvSpPr>
          <p:cNvPr id="37" name="Content1">
            <a:extLst>
              <a:ext uri="{FF2B5EF4-FFF2-40B4-BE49-F238E27FC236}">
                <a16:creationId xmlns:a16="http://schemas.microsoft.com/office/drawing/2014/main" id="{6F87DBDF-BBB9-D341-9F94-896E8837CCB0}"/>
              </a:ext>
            </a:extLst>
          </p:cNvPr>
          <p:cNvSpPr>
            <a:spLocks noGrp="1"/>
          </p:cNvSpPr>
          <p:nvPr>
            <p:ph idx="34" hasCustomPrompt="1"/>
          </p:nvPr>
        </p:nvSpPr>
        <p:spPr>
          <a:xfrm>
            <a:off x="2802487" y="4737412"/>
            <a:ext cx="2121408" cy="1965960"/>
          </a:xfrm>
        </p:spPr>
        <p:txBody>
          <a:bodyPr>
            <a:normAutofit/>
          </a:bodyPr>
          <a:lstStyle>
            <a:lvl1pPr marL="0" indent="0">
              <a:buNone/>
              <a:defRPr sz="1600" b="0" i="0">
                <a:solidFill>
                  <a:schemeClr val="tx1"/>
                </a:solidFill>
                <a:latin typeface="Garamond" panose="02020404030301010803" pitchFamily="18" charset="0"/>
              </a:defRPr>
            </a:lvl1pPr>
            <a:lvl2pPr>
              <a:defRPr sz="1600" b="0" i="0">
                <a:solidFill>
                  <a:schemeClr val="tx1"/>
                </a:solidFill>
                <a:latin typeface="Garamond" panose="02020404030301010803" pitchFamily="18" charset="0"/>
              </a:defRPr>
            </a:lvl2pPr>
            <a:lvl3pPr>
              <a:defRPr sz="1600" b="0" i="0">
                <a:solidFill>
                  <a:schemeClr val="tx1"/>
                </a:solidFill>
                <a:latin typeface="Garamond" panose="02020404030301010803" pitchFamily="18" charset="0"/>
              </a:defRPr>
            </a:lvl3pPr>
            <a:lvl4pPr>
              <a:defRPr sz="1600" b="0" i="0">
                <a:solidFill>
                  <a:schemeClr val="tx1"/>
                </a:solidFill>
                <a:latin typeface="Garamond" panose="02020404030301010803" pitchFamily="18" charset="0"/>
              </a:defRPr>
            </a:lvl4pPr>
            <a:lvl5pPr>
              <a:defRPr sz="1600" b="0" i="0">
                <a:solidFill>
                  <a:schemeClr val="tx1"/>
                </a:solidFill>
                <a:latin typeface="Garamond" panose="02020404030301010803" pitchFamily="18" charset="0"/>
              </a:defRPr>
            </a:lvl5pPr>
          </a:lstStyle>
          <a:p>
            <a:pPr lvl="0"/>
            <a:r>
              <a:rPr lang="en-US" dirty="0"/>
              <a:t>Chart here</a:t>
            </a:r>
          </a:p>
        </p:txBody>
      </p:sp>
    </p:spTree>
    <p:extLst>
      <p:ext uri="{BB962C8B-B14F-4D97-AF65-F5344CB8AC3E}">
        <p14:creationId xmlns:p14="http://schemas.microsoft.com/office/powerpoint/2010/main" val="1476280619"/>
      </p:ext>
    </p:extLst>
  </p:cSld>
  <p:clrMapOvr>
    <a:masterClrMapping/>
  </p:clrMapOvr>
  <p:extLst>
    <p:ext uri="{DCECCB84-F9BA-43D5-87BE-67443E8EF086}">
      <p15:sldGuideLst xmlns:p15="http://schemas.microsoft.com/office/powerpoint/2012/main">
        <p15:guide id="1" orient="horz" pos="2448">
          <p15:clr>
            <a:srgbClr val="FBAE40"/>
          </p15:clr>
        </p15:guide>
        <p15:guide id="2" pos="3168">
          <p15:clr>
            <a:srgbClr val="FBAE40"/>
          </p15:clr>
        </p15:guide>
      </p15:sldGuideLst>
    </p:ext>
  </p:extLst>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1 x 2">
    <p:spTree>
      <p:nvGrpSpPr>
        <p:cNvPr id="1" name=""/>
        <p:cNvGrpSpPr/>
        <p:nvPr/>
      </p:nvGrpSpPr>
      <p:grpSpPr>
        <a:xfrm>
          <a:off x="0" y="0"/>
          <a:ext cx="0" cy="0"/>
          <a:chOff x="0" y="0"/>
          <a:chExt cx="0" cy="0"/>
        </a:xfrm>
      </p:grpSpPr>
      <p:sp>
        <p:nvSpPr>
          <p:cNvPr id="2" name="Title 1"/>
          <p:cNvSpPr>
            <a:spLocks noGrp="1"/>
          </p:cNvSpPr>
          <p:nvPr>
            <p:ph type="title"/>
          </p:nvPr>
        </p:nvSpPr>
        <p:spPr>
          <a:xfrm>
            <a:off x="461623" y="365467"/>
            <a:ext cx="9144000" cy="731520"/>
          </a:xfrm>
        </p:spPr>
        <p:txBody>
          <a:bodyPr lIns="0" tIns="0" rIns="0" bIns="0" anchor="b">
            <a:noAutofit/>
          </a:bodyPr>
          <a:lstStyle>
            <a:lvl1pPr algn="l">
              <a:defRPr sz="2800"/>
            </a:lvl1pPr>
          </a:lstStyle>
          <a:p>
            <a:r>
              <a:rPr lang="en-US"/>
              <a:t>Click to edit Master title style</a:t>
            </a:r>
            <a:endParaRPr lang="en-US" dirty="0"/>
          </a:p>
        </p:txBody>
      </p:sp>
      <p:sp>
        <p:nvSpPr>
          <p:cNvPr id="7" name="Rectangle 6">
            <a:extLst>
              <a:ext uri="{FF2B5EF4-FFF2-40B4-BE49-F238E27FC236}">
                <a16:creationId xmlns:a16="http://schemas.microsoft.com/office/drawing/2014/main" id="{2646B5E7-46FE-9147-90FD-86B4FD3EF191}"/>
              </a:ext>
            </a:extLst>
          </p:cNvPr>
          <p:cNvSpPr/>
          <p:nvPr userDrawn="1"/>
        </p:nvSpPr>
        <p:spPr>
          <a:xfrm>
            <a:off x="461623" y="1144853"/>
            <a:ext cx="9144000" cy="0"/>
          </a:xfrm>
          <a:prstGeom prst="rect">
            <a:avLst/>
          </a:prstGeom>
          <a:solidFill>
            <a:srgbClr val="00396B"/>
          </a:solidFill>
          <a:ln w="38100">
            <a:solidFill>
              <a:srgbClr val="00396B"/>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l"/>
            <a:endParaRPr lang="en-US" sz="1600" dirty="0"/>
          </a:p>
        </p:txBody>
      </p:sp>
      <p:sp>
        <p:nvSpPr>
          <p:cNvPr id="8" name="Rectangle 7">
            <a:extLst>
              <a:ext uri="{FF2B5EF4-FFF2-40B4-BE49-F238E27FC236}">
                <a16:creationId xmlns:a16="http://schemas.microsoft.com/office/drawing/2014/main" id="{60AC43C3-41D9-9C4F-B8B0-DA592026F312}"/>
              </a:ext>
            </a:extLst>
          </p:cNvPr>
          <p:cNvSpPr/>
          <p:nvPr userDrawn="1"/>
        </p:nvSpPr>
        <p:spPr>
          <a:xfrm>
            <a:off x="298219" y="780099"/>
            <a:ext cx="140429" cy="905826"/>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Rectangle 8">
            <a:extLst>
              <a:ext uri="{FF2B5EF4-FFF2-40B4-BE49-F238E27FC236}">
                <a16:creationId xmlns:a16="http://schemas.microsoft.com/office/drawing/2014/main" id="{F0F01F0F-0C02-0349-8EC7-9C1A12E678A6}"/>
              </a:ext>
            </a:extLst>
          </p:cNvPr>
          <p:cNvSpPr/>
          <p:nvPr userDrawn="1"/>
        </p:nvSpPr>
        <p:spPr>
          <a:xfrm>
            <a:off x="9614923" y="780099"/>
            <a:ext cx="135052" cy="689926"/>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C5F8A2F7-AF6E-8B47-BFCE-0F05ED9722E2}"/>
              </a:ext>
            </a:extLst>
          </p:cNvPr>
          <p:cNvSpPr/>
          <p:nvPr userDrawn="1"/>
        </p:nvSpPr>
        <p:spPr>
          <a:xfrm>
            <a:off x="461623" y="7105266"/>
            <a:ext cx="9144000" cy="0"/>
          </a:xfrm>
          <a:prstGeom prst="rect">
            <a:avLst/>
          </a:prstGeom>
          <a:solidFill>
            <a:srgbClr val="00396B"/>
          </a:solidFill>
          <a:ln w="19050">
            <a:solidFill>
              <a:srgbClr val="00396B"/>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l"/>
            <a:endParaRPr lang="en-US" sz="1600" dirty="0"/>
          </a:p>
        </p:txBody>
      </p:sp>
      <p:sp>
        <p:nvSpPr>
          <p:cNvPr id="15" name="Rectangle 14">
            <a:extLst>
              <a:ext uri="{FF2B5EF4-FFF2-40B4-BE49-F238E27FC236}">
                <a16:creationId xmlns:a16="http://schemas.microsoft.com/office/drawing/2014/main" id="{7E704648-A2D3-CF47-A418-6C3DA12F0E1F}"/>
              </a:ext>
            </a:extLst>
          </p:cNvPr>
          <p:cNvSpPr/>
          <p:nvPr userDrawn="1"/>
        </p:nvSpPr>
        <p:spPr>
          <a:xfrm>
            <a:off x="306772" y="6986085"/>
            <a:ext cx="135052" cy="270588"/>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id="{306910E1-718B-9148-82CB-2C98644C11FB}"/>
              </a:ext>
            </a:extLst>
          </p:cNvPr>
          <p:cNvSpPr/>
          <p:nvPr userDrawn="1"/>
        </p:nvSpPr>
        <p:spPr>
          <a:xfrm>
            <a:off x="9614923" y="6986085"/>
            <a:ext cx="135052" cy="270588"/>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2" name="Slide Number Placeholder 31">
            <a:extLst>
              <a:ext uri="{FF2B5EF4-FFF2-40B4-BE49-F238E27FC236}">
                <a16:creationId xmlns:a16="http://schemas.microsoft.com/office/drawing/2014/main" id="{92A52980-2613-2347-B25E-DCB831E65E90}"/>
              </a:ext>
            </a:extLst>
          </p:cNvPr>
          <p:cNvSpPr>
            <a:spLocks noGrp="1"/>
          </p:cNvSpPr>
          <p:nvPr>
            <p:ph type="sldNum" sz="quarter" idx="17"/>
          </p:nvPr>
        </p:nvSpPr>
        <p:spPr>
          <a:xfrm>
            <a:off x="9216483" y="7201198"/>
            <a:ext cx="389140" cy="413808"/>
          </a:xfrm>
          <a:prstGeom prst="rect">
            <a:avLst/>
          </a:prstGeom>
        </p:spPr>
        <p:txBody>
          <a:bodyPr lIns="0" tIns="0" rIns="0" bIns="0" anchor="ctr"/>
          <a:lstStyle>
            <a:lvl1pPr>
              <a:defRPr sz="1200">
                <a:latin typeface="Garamond" panose="02020404030301010803" pitchFamily="18" charset="0"/>
              </a:defRPr>
            </a:lvl1pPr>
          </a:lstStyle>
          <a:p>
            <a:fld id="{3FEFCAF1-6404-E34E-8C55-31475CA0CB4C}" type="slidenum">
              <a:rPr lang="en-US" smtClean="0"/>
              <a:pPr/>
              <a:t>‹#›</a:t>
            </a:fld>
            <a:endParaRPr lang="en-US" dirty="0"/>
          </a:p>
        </p:txBody>
      </p:sp>
      <p:sp>
        <p:nvSpPr>
          <p:cNvPr id="5" name="Text Placeholder 4">
            <a:extLst>
              <a:ext uri="{FF2B5EF4-FFF2-40B4-BE49-F238E27FC236}">
                <a16:creationId xmlns:a16="http://schemas.microsoft.com/office/drawing/2014/main" id="{BCC58857-C60A-334F-99DC-0BDAF0F9C4BC}"/>
              </a:ext>
            </a:extLst>
          </p:cNvPr>
          <p:cNvSpPr>
            <a:spLocks noGrp="1"/>
          </p:cNvSpPr>
          <p:nvPr>
            <p:ph type="body" sz="quarter" idx="18" hasCustomPrompt="1"/>
          </p:nvPr>
        </p:nvSpPr>
        <p:spPr>
          <a:xfrm>
            <a:off x="461963" y="1248828"/>
            <a:ext cx="9144000" cy="355600"/>
          </a:xfrm>
        </p:spPr>
        <p:txBody>
          <a:bodyPr lIns="0" tIns="0" rIns="0" bIns="0" anchor="t">
            <a:normAutofit/>
          </a:bodyPr>
          <a:lstStyle>
            <a:lvl1pPr marL="0" indent="0">
              <a:buNone/>
              <a:defRPr sz="1800"/>
            </a:lvl1pPr>
          </a:lstStyle>
          <a:p>
            <a:pPr lvl="0"/>
            <a:r>
              <a:rPr lang="en-US" dirty="0"/>
              <a:t>Click to edit subtitle</a:t>
            </a:r>
          </a:p>
        </p:txBody>
      </p:sp>
      <p:sp>
        <p:nvSpPr>
          <p:cNvPr id="13" name="Content1">
            <a:extLst>
              <a:ext uri="{FF2B5EF4-FFF2-40B4-BE49-F238E27FC236}">
                <a16:creationId xmlns:a16="http://schemas.microsoft.com/office/drawing/2014/main" id="{D46044D0-78E9-9B42-B3E1-4B17267FF4C5}"/>
              </a:ext>
            </a:extLst>
          </p:cNvPr>
          <p:cNvSpPr>
            <a:spLocks noGrp="1"/>
          </p:cNvSpPr>
          <p:nvPr>
            <p:ph idx="10"/>
          </p:nvPr>
        </p:nvSpPr>
        <p:spPr>
          <a:xfrm>
            <a:off x="461623" y="2227815"/>
            <a:ext cx="4462272" cy="4471416"/>
          </a:xfrm>
        </p:spPr>
        <p:txBody>
          <a:bodyPr>
            <a:normAutofit/>
          </a:bodyPr>
          <a:lstStyle>
            <a:lvl1pPr>
              <a:spcBef>
                <a:spcPts val="500"/>
              </a:spcBef>
              <a:defRPr sz="1600" b="0" i="0">
                <a:solidFill>
                  <a:schemeClr val="tx1"/>
                </a:solidFill>
                <a:latin typeface="Garamond" panose="02020404030301010803" pitchFamily="18" charset="0"/>
              </a:defRPr>
            </a:lvl1pPr>
            <a:lvl2pPr>
              <a:spcBef>
                <a:spcPts val="500"/>
              </a:spcBef>
              <a:defRPr sz="1600" b="0" i="0">
                <a:solidFill>
                  <a:schemeClr val="tx1"/>
                </a:solidFill>
                <a:latin typeface="Garamond" panose="02020404030301010803" pitchFamily="18" charset="0"/>
              </a:defRPr>
            </a:lvl2pPr>
            <a:lvl3pPr>
              <a:spcBef>
                <a:spcPts val="500"/>
              </a:spcBef>
              <a:defRPr sz="1600" b="0" i="0">
                <a:solidFill>
                  <a:schemeClr val="tx1"/>
                </a:solidFill>
                <a:latin typeface="Garamond" panose="02020404030301010803" pitchFamily="18" charset="0"/>
              </a:defRPr>
            </a:lvl3pPr>
            <a:lvl4pPr>
              <a:spcBef>
                <a:spcPts val="500"/>
              </a:spcBef>
              <a:defRPr sz="1600" b="0" i="0">
                <a:solidFill>
                  <a:schemeClr val="tx1"/>
                </a:solidFill>
                <a:latin typeface="Garamond" panose="02020404030301010803" pitchFamily="18" charset="0"/>
              </a:defRPr>
            </a:lvl4pPr>
            <a:lvl5pPr>
              <a:spcBef>
                <a:spcPts val="500"/>
              </a:spcBef>
              <a:defRPr sz="1600" b="0" i="0">
                <a:solidFill>
                  <a:schemeClr val="tx1"/>
                </a:solidFill>
                <a:latin typeface="Garamond" panose="02020404030301010803" pitchFamily="18" charset="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8" name="Content3">
            <a:extLst>
              <a:ext uri="{FF2B5EF4-FFF2-40B4-BE49-F238E27FC236}">
                <a16:creationId xmlns:a16="http://schemas.microsoft.com/office/drawing/2014/main" id="{57A3F90F-8AEC-8140-88CE-384C3628EA4D}"/>
              </a:ext>
            </a:extLst>
          </p:cNvPr>
          <p:cNvSpPr>
            <a:spLocks noGrp="1"/>
          </p:cNvSpPr>
          <p:nvPr>
            <p:ph sz="quarter" idx="12"/>
          </p:nvPr>
        </p:nvSpPr>
        <p:spPr>
          <a:xfrm>
            <a:off x="5152651" y="2226594"/>
            <a:ext cx="4464119" cy="4471416"/>
          </a:xfrm>
          <a:prstGeom prst="rect">
            <a:avLst/>
          </a:prstGeom>
        </p:spPr>
        <p:txBody>
          <a:bodyPr>
            <a:normAutofit/>
          </a:bodyPr>
          <a:lstStyle>
            <a:lvl1pPr>
              <a:spcBef>
                <a:spcPts val="500"/>
              </a:spcBef>
              <a:defRPr sz="1600" b="0" i="0">
                <a:solidFill>
                  <a:schemeClr val="tx1"/>
                </a:solidFill>
                <a:latin typeface="Garamond" panose="02020404030301010803" pitchFamily="18" charset="0"/>
              </a:defRPr>
            </a:lvl1pPr>
            <a:lvl2pPr>
              <a:spcBef>
                <a:spcPts val="500"/>
              </a:spcBef>
              <a:defRPr sz="1600" b="0" i="0">
                <a:solidFill>
                  <a:schemeClr val="tx1"/>
                </a:solidFill>
                <a:latin typeface="Garamond" panose="02020404030301010803" pitchFamily="18" charset="0"/>
              </a:defRPr>
            </a:lvl2pPr>
            <a:lvl3pPr>
              <a:spcBef>
                <a:spcPts val="500"/>
              </a:spcBef>
              <a:defRPr sz="1600" b="0" i="0">
                <a:solidFill>
                  <a:schemeClr val="tx1"/>
                </a:solidFill>
                <a:latin typeface="Garamond" panose="02020404030301010803" pitchFamily="18" charset="0"/>
              </a:defRPr>
            </a:lvl3pPr>
            <a:lvl4pPr>
              <a:spcBef>
                <a:spcPts val="500"/>
              </a:spcBef>
              <a:defRPr sz="1600" b="0" i="0">
                <a:solidFill>
                  <a:schemeClr val="tx1"/>
                </a:solidFill>
                <a:latin typeface="Garamond" panose="02020404030301010803" pitchFamily="18" charset="0"/>
              </a:defRPr>
            </a:lvl4pPr>
            <a:lvl5pPr>
              <a:spcBef>
                <a:spcPts val="500"/>
              </a:spcBef>
              <a:defRPr sz="1600" b="0" i="0">
                <a:solidFill>
                  <a:schemeClr val="tx1"/>
                </a:solidFill>
                <a:latin typeface="Garamond" panose="02020404030301010803" pitchFamily="18" charset="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20" name="Content1">
            <a:extLst>
              <a:ext uri="{FF2B5EF4-FFF2-40B4-BE49-F238E27FC236}">
                <a16:creationId xmlns:a16="http://schemas.microsoft.com/office/drawing/2014/main" id="{EB63E8DE-D5EE-D94E-9B89-329C49D42128}"/>
              </a:ext>
            </a:extLst>
          </p:cNvPr>
          <p:cNvSpPr>
            <a:spLocks noGrp="1"/>
          </p:cNvSpPr>
          <p:nvPr>
            <p:ph idx="19" hasCustomPrompt="1"/>
          </p:nvPr>
        </p:nvSpPr>
        <p:spPr>
          <a:xfrm>
            <a:off x="461623" y="1901426"/>
            <a:ext cx="4462272" cy="304337"/>
          </a:xfrm>
          <a:solidFill>
            <a:srgbClr val="1E1F49"/>
          </a:solidFill>
          <a:ln>
            <a:noFill/>
          </a:ln>
        </p:spPr>
        <p:txBody>
          <a:bodyPr lIns="0" tIns="0" rIns="0" bIns="0" anchor="ctr">
            <a:normAutofit/>
          </a:bodyPr>
          <a:lstStyle>
            <a:lvl1pPr marL="0" marR="0" indent="0" algn="ctr" defTabSz="1005840" rtl="0" eaLnBrk="1" fontAlgn="auto" latinLnBrk="0" hangingPunct="1">
              <a:lnSpc>
                <a:spcPct val="90000"/>
              </a:lnSpc>
              <a:spcBef>
                <a:spcPts val="1100"/>
              </a:spcBef>
              <a:spcAft>
                <a:spcPts val="0"/>
              </a:spcAft>
              <a:buClr>
                <a:srgbClr val="710F32"/>
              </a:buClr>
              <a:buSzPct val="90000"/>
              <a:buFont typeface="Wingdings" pitchFamily="2" charset="2"/>
              <a:buNone/>
              <a:tabLst/>
              <a:defRPr sz="1600" b="0" i="0">
                <a:solidFill>
                  <a:schemeClr val="bg1"/>
                </a:solidFill>
                <a:latin typeface="Garamond" panose="02020404030301010803" pitchFamily="18" charset="0"/>
              </a:defRPr>
            </a:lvl1pPr>
            <a:lvl2pPr marL="502920" indent="0">
              <a:buNone/>
              <a:defRPr sz="1600" b="0" i="0">
                <a:solidFill>
                  <a:schemeClr val="tx1"/>
                </a:solidFill>
                <a:latin typeface="Garamond" panose="02020404030301010803" pitchFamily="18" charset="0"/>
              </a:defRPr>
            </a:lvl2pPr>
            <a:lvl3pPr>
              <a:defRPr sz="1600" b="0" i="0">
                <a:solidFill>
                  <a:schemeClr val="tx1"/>
                </a:solidFill>
                <a:latin typeface="Garamond" panose="02020404030301010803" pitchFamily="18" charset="0"/>
              </a:defRPr>
            </a:lvl3pPr>
            <a:lvl4pPr>
              <a:defRPr sz="1600" b="0" i="0">
                <a:solidFill>
                  <a:schemeClr val="tx1"/>
                </a:solidFill>
                <a:latin typeface="Garamond" panose="02020404030301010803" pitchFamily="18" charset="0"/>
              </a:defRPr>
            </a:lvl4pPr>
            <a:lvl5pPr>
              <a:defRPr sz="1600" b="0" i="0">
                <a:solidFill>
                  <a:schemeClr val="tx1"/>
                </a:solidFill>
                <a:latin typeface="Garamond" panose="02020404030301010803" pitchFamily="18" charset="0"/>
              </a:defRPr>
            </a:lvl5pPr>
          </a:lstStyle>
          <a:p>
            <a:pPr lvl="0"/>
            <a:r>
              <a:rPr lang="en-US" dirty="0"/>
              <a:t>Click to edit section title</a:t>
            </a:r>
          </a:p>
        </p:txBody>
      </p:sp>
      <p:sp>
        <p:nvSpPr>
          <p:cNvPr id="21" name="Content1">
            <a:extLst>
              <a:ext uri="{FF2B5EF4-FFF2-40B4-BE49-F238E27FC236}">
                <a16:creationId xmlns:a16="http://schemas.microsoft.com/office/drawing/2014/main" id="{8767744D-A52A-2E44-86CA-B80571845821}"/>
              </a:ext>
            </a:extLst>
          </p:cNvPr>
          <p:cNvSpPr>
            <a:spLocks noGrp="1"/>
          </p:cNvSpPr>
          <p:nvPr>
            <p:ph idx="20" hasCustomPrompt="1"/>
          </p:nvPr>
        </p:nvSpPr>
        <p:spPr>
          <a:xfrm>
            <a:off x="5152651" y="1901425"/>
            <a:ext cx="4462272" cy="304337"/>
          </a:xfrm>
          <a:solidFill>
            <a:srgbClr val="1E1F49"/>
          </a:solidFill>
          <a:ln>
            <a:solidFill>
              <a:srgbClr val="710F32"/>
            </a:solidFill>
          </a:ln>
        </p:spPr>
        <p:txBody>
          <a:bodyPr lIns="0" tIns="0" rIns="0" bIns="0" anchor="ctr">
            <a:normAutofit/>
          </a:bodyPr>
          <a:lstStyle>
            <a:lvl1pPr marL="0" marR="0" indent="0" algn="ctr" defTabSz="1005840" rtl="0" eaLnBrk="1" fontAlgn="auto" latinLnBrk="0" hangingPunct="1">
              <a:lnSpc>
                <a:spcPct val="90000"/>
              </a:lnSpc>
              <a:spcBef>
                <a:spcPts val="1100"/>
              </a:spcBef>
              <a:spcAft>
                <a:spcPts val="0"/>
              </a:spcAft>
              <a:buClr>
                <a:srgbClr val="710F32"/>
              </a:buClr>
              <a:buSzPct val="90000"/>
              <a:buFont typeface="Wingdings" pitchFamily="2" charset="2"/>
              <a:buNone/>
              <a:tabLst/>
              <a:defRPr sz="1600" b="0" i="0">
                <a:solidFill>
                  <a:schemeClr val="bg1"/>
                </a:solidFill>
                <a:latin typeface="Garamond" panose="02020404030301010803" pitchFamily="18" charset="0"/>
              </a:defRPr>
            </a:lvl1pPr>
            <a:lvl2pPr marL="502920" indent="0">
              <a:buNone/>
              <a:defRPr sz="1600" b="0" i="0">
                <a:solidFill>
                  <a:schemeClr val="tx1"/>
                </a:solidFill>
                <a:latin typeface="Garamond" panose="02020404030301010803" pitchFamily="18" charset="0"/>
              </a:defRPr>
            </a:lvl2pPr>
            <a:lvl3pPr>
              <a:defRPr sz="1600" b="0" i="0">
                <a:solidFill>
                  <a:schemeClr val="tx1"/>
                </a:solidFill>
                <a:latin typeface="Garamond" panose="02020404030301010803" pitchFamily="18" charset="0"/>
              </a:defRPr>
            </a:lvl3pPr>
            <a:lvl4pPr>
              <a:defRPr sz="1600" b="0" i="0">
                <a:solidFill>
                  <a:schemeClr val="tx1"/>
                </a:solidFill>
                <a:latin typeface="Garamond" panose="02020404030301010803" pitchFamily="18" charset="0"/>
              </a:defRPr>
            </a:lvl4pPr>
            <a:lvl5pPr>
              <a:defRPr sz="1600" b="0" i="0">
                <a:solidFill>
                  <a:schemeClr val="tx1"/>
                </a:solidFill>
                <a:latin typeface="Garamond" panose="02020404030301010803" pitchFamily="18" charset="0"/>
              </a:defRPr>
            </a:lvl5pPr>
          </a:lstStyle>
          <a:p>
            <a:pPr lvl="0"/>
            <a:r>
              <a:rPr lang="en-US" dirty="0"/>
              <a:t>Click to edit section title</a:t>
            </a:r>
          </a:p>
        </p:txBody>
      </p:sp>
    </p:spTree>
    <p:extLst>
      <p:ext uri="{BB962C8B-B14F-4D97-AF65-F5344CB8AC3E}">
        <p14:creationId xmlns:p14="http://schemas.microsoft.com/office/powerpoint/2010/main" val="2863956755"/>
      </p:ext>
    </p:extLst>
  </p:cSld>
  <p:clrMapOvr>
    <a:masterClrMapping/>
  </p:clrMapOvr>
  <p:extLst>
    <p:ext uri="{DCECCB84-F9BA-43D5-87BE-67443E8EF086}">
      <p15:sldGuideLst xmlns:p15="http://schemas.microsoft.com/office/powerpoint/2012/main">
        <p15:guide id="1" orient="horz" pos="2448">
          <p15:clr>
            <a:srgbClr val="FBAE40"/>
          </p15:clr>
        </p15:guide>
        <p15:guide id="2" pos="3168">
          <p15:clr>
            <a:srgbClr val="FBAE40"/>
          </p15:clr>
        </p15:guide>
      </p15:sldGuideLst>
    </p:ext>
  </p:extLst>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Title and Two Sections">
    <p:spTree>
      <p:nvGrpSpPr>
        <p:cNvPr id="1" name=""/>
        <p:cNvGrpSpPr/>
        <p:nvPr/>
      </p:nvGrpSpPr>
      <p:grpSpPr>
        <a:xfrm>
          <a:off x="0" y="0"/>
          <a:ext cx="0" cy="0"/>
          <a:chOff x="0" y="0"/>
          <a:chExt cx="0" cy="0"/>
        </a:xfrm>
      </p:grpSpPr>
      <p:sp>
        <p:nvSpPr>
          <p:cNvPr id="2" name="Title 1"/>
          <p:cNvSpPr>
            <a:spLocks noGrp="1"/>
          </p:cNvSpPr>
          <p:nvPr>
            <p:ph type="title"/>
          </p:nvPr>
        </p:nvSpPr>
        <p:spPr>
          <a:xfrm>
            <a:off x="461623" y="365467"/>
            <a:ext cx="9144000" cy="731520"/>
          </a:xfrm>
        </p:spPr>
        <p:txBody>
          <a:bodyPr lIns="0" tIns="0" rIns="0" bIns="0" anchor="b">
            <a:noAutofit/>
          </a:bodyPr>
          <a:lstStyle>
            <a:lvl1pPr algn="l">
              <a:defRPr sz="2800"/>
            </a:lvl1pPr>
          </a:lstStyle>
          <a:p>
            <a:r>
              <a:rPr lang="en-US"/>
              <a:t>Click to edit Master title style</a:t>
            </a:r>
            <a:endParaRPr lang="en-US" dirty="0"/>
          </a:p>
        </p:txBody>
      </p:sp>
      <p:sp>
        <p:nvSpPr>
          <p:cNvPr id="7" name="Rectangle 6">
            <a:extLst>
              <a:ext uri="{FF2B5EF4-FFF2-40B4-BE49-F238E27FC236}">
                <a16:creationId xmlns:a16="http://schemas.microsoft.com/office/drawing/2014/main" id="{2646B5E7-46FE-9147-90FD-86B4FD3EF191}"/>
              </a:ext>
            </a:extLst>
          </p:cNvPr>
          <p:cNvSpPr/>
          <p:nvPr userDrawn="1"/>
        </p:nvSpPr>
        <p:spPr>
          <a:xfrm>
            <a:off x="461623" y="1144853"/>
            <a:ext cx="9144000" cy="0"/>
          </a:xfrm>
          <a:prstGeom prst="rect">
            <a:avLst/>
          </a:prstGeom>
          <a:solidFill>
            <a:srgbClr val="00396B"/>
          </a:solidFill>
          <a:ln w="38100">
            <a:solidFill>
              <a:srgbClr val="00396B"/>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l"/>
            <a:endParaRPr lang="en-US" sz="1600" dirty="0"/>
          </a:p>
        </p:txBody>
      </p:sp>
      <p:sp>
        <p:nvSpPr>
          <p:cNvPr id="8" name="Rectangle 7">
            <a:extLst>
              <a:ext uri="{FF2B5EF4-FFF2-40B4-BE49-F238E27FC236}">
                <a16:creationId xmlns:a16="http://schemas.microsoft.com/office/drawing/2014/main" id="{60AC43C3-41D9-9C4F-B8B0-DA592026F312}"/>
              </a:ext>
            </a:extLst>
          </p:cNvPr>
          <p:cNvSpPr/>
          <p:nvPr userDrawn="1"/>
        </p:nvSpPr>
        <p:spPr>
          <a:xfrm>
            <a:off x="298219" y="780099"/>
            <a:ext cx="140429" cy="905826"/>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Rectangle 8">
            <a:extLst>
              <a:ext uri="{FF2B5EF4-FFF2-40B4-BE49-F238E27FC236}">
                <a16:creationId xmlns:a16="http://schemas.microsoft.com/office/drawing/2014/main" id="{F0F01F0F-0C02-0349-8EC7-9C1A12E678A6}"/>
              </a:ext>
            </a:extLst>
          </p:cNvPr>
          <p:cNvSpPr/>
          <p:nvPr userDrawn="1"/>
        </p:nvSpPr>
        <p:spPr>
          <a:xfrm>
            <a:off x="9614923" y="780099"/>
            <a:ext cx="135052" cy="689926"/>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C5F8A2F7-AF6E-8B47-BFCE-0F05ED9722E2}"/>
              </a:ext>
            </a:extLst>
          </p:cNvPr>
          <p:cNvSpPr/>
          <p:nvPr userDrawn="1"/>
        </p:nvSpPr>
        <p:spPr>
          <a:xfrm>
            <a:off x="461623" y="7105266"/>
            <a:ext cx="9144000" cy="0"/>
          </a:xfrm>
          <a:prstGeom prst="rect">
            <a:avLst/>
          </a:prstGeom>
          <a:solidFill>
            <a:srgbClr val="00396B"/>
          </a:solidFill>
          <a:ln w="19050">
            <a:solidFill>
              <a:srgbClr val="00396B"/>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l"/>
            <a:endParaRPr lang="en-US" sz="1600" dirty="0"/>
          </a:p>
        </p:txBody>
      </p:sp>
      <p:sp>
        <p:nvSpPr>
          <p:cNvPr id="15" name="Rectangle 14">
            <a:extLst>
              <a:ext uri="{FF2B5EF4-FFF2-40B4-BE49-F238E27FC236}">
                <a16:creationId xmlns:a16="http://schemas.microsoft.com/office/drawing/2014/main" id="{7E704648-A2D3-CF47-A418-6C3DA12F0E1F}"/>
              </a:ext>
            </a:extLst>
          </p:cNvPr>
          <p:cNvSpPr/>
          <p:nvPr userDrawn="1"/>
        </p:nvSpPr>
        <p:spPr>
          <a:xfrm>
            <a:off x="306772" y="6986085"/>
            <a:ext cx="135052" cy="270588"/>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id="{306910E1-718B-9148-82CB-2C98644C11FB}"/>
              </a:ext>
            </a:extLst>
          </p:cNvPr>
          <p:cNvSpPr/>
          <p:nvPr userDrawn="1"/>
        </p:nvSpPr>
        <p:spPr>
          <a:xfrm>
            <a:off x="9614923" y="6986085"/>
            <a:ext cx="135052" cy="270588"/>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2" name="Slide Number Placeholder 31">
            <a:extLst>
              <a:ext uri="{FF2B5EF4-FFF2-40B4-BE49-F238E27FC236}">
                <a16:creationId xmlns:a16="http://schemas.microsoft.com/office/drawing/2014/main" id="{92A52980-2613-2347-B25E-DCB831E65E90}"/>
              </a:ext>
            </a:extLst>
          </p:cNvPr>
          <p:cNvSpPr>
            <a:spLocks noGrp="1"/>
          </p:cNvSpPr>
          <p:nvPr>
            <p:ph type="sldNum" sz="quarter" idx="17"/>
          </p:nvPr>
        </p:nvSpPr>
        <p:spPr>
          <a:xfrm>
            <a:off x="9216483" y="7201198"/>
            <a:ext cx="389140" cy="413808"/>
          </a:xfrm>
          <a:prstGeom prst="rect">
            <a:avLst/>
          </a:prstGeom>
        </p:spPr>
        <p:txBody>
          <a:bodyPr lIns="0" tIns="0" rIns="0" bIns="0" anchor="ctr"/>
          <a:lstStyle>
            <a:lvl1pPr>
              <a:defRPr sz="1200">
                <a:latin typeface="Garamond" panose="02020404030301010803" pitchFamily="18" charset="0"/>
              </a:defRPr>
            </a:lvl1pPr>
          </a:lstStyle>
          <a:p>
            <a:fld id="{3FEFCAF1-6404-E34E-8C55-31475CA0CB4C}" type="slidenum">
              <a:rPr lang="en-US" smtClean="0"/>
              <a:pPr/>
              <a:t>‹#›</a:t>
            </a:fld>
            <a:endParaRPr lang="en-US" dirty="0"/>
          </a:p>
        </p:txBody>
      </p:sp>
      <p:sp>
        <p:nvSpPr>
          <p:cNvPr id="5" name="Text Placeholder 4">
            <a:extLst>
              <a:ext uri="{FF2B5EF4-FFF2-40B4-BE49-F238E27FC236}">
                <a16:creationId xmlns:a16="http://schemas.microsoft.com/office/drawing/2014/main" id="{BCC58857-C60A-334F-99DC-0BDAF0F9C4BC}"/>
              </a:ext>
            </a:extLst>
          </p:cNvPr>
          <p:cNvSpPr>
            <a:spLocks noGrp="1"/>
          </p:cNvSpPr>
          <p:nvPr>
            <p:ph type="body" sz="quarter" idx="18" hasCustomPrompt="1"/>
          </p:nvPr>
        </p:nvSpPr>
        <p:spPr>
          <a:xfrm>
            <a:off x="461963" y="1248828"/>
            <a:ext cx="9144000" cy="355600"/>
          </a:xfrm>
        </p:spPr>
        <p:txBody>
          <a:bodyPr lIns="0" tIns="0" rIns="0" bIns="0" anchor="t">
            <a:normAutofit/>
          </a:bodyPr>
          <a:lstStyle>
            <a:lvl1pPr marL="0" indent="0">
              <a:buNone/>
              <a:defRPr sz="1800"/>
            </a:lvl1pPr>
          </a:lstStyle>
          <a:p>
            <a:pPr lvl="0"/>
            <a:r>
              <a:rPr lang="en-US" dirty="0"/>
              <a:t>Click to edit subtitle</a:t>
            </a:r>
          </a:p>
        </p:txBody>
      </p:sp>
      <p:sp>
        <p:nvSpPr>
          <p:cNvPr id="24" name="Content1">
            <a:extLst>
              <a:ext uri="{FF2B5EF4-FFF2-40B4-BE49-F238E27FC236}">
                <a16:creationId xmlns:a16="http://schemas.microsoft.com/office/drawing/2014/main" id="{FC13BDA3-0ED6-DA43-ACA1-F7EC0C5CCFBD}"/>
              </a:ext>
            </a:extLst>
          </p:cNvPr>
          <p:cNvSpPr>
            <a:spLocks noGrp="1"/>
          </p:cNvSpPr>
          <p:nvPr>
            <p:ph idx="10" hasCustomPrompt="1"/>
          </p:nvPr>
        </p:nvSpPr>
        <p:spPr>
          <a:xfrm>
            <a:off x="461623" y="1756268"/>
            <a:ext cx="9144000" cy="2147497"/>
          </a:xfrm>
        </p:spPr>
        <p:txBody>
          <a:bodyPr>
            <a:normAutofit/>
          </a:bodyPr>
          <a:lstStyle>
            <a:lvl1pPr>
              <a:spcBef>
                <a:spcPts val="500"/>
              </a:spcBef>
              <a:defRPr sz="1600" b="0" i="0">
                <a:solidFill>
                  <a:schemeClr val="tx1"/>
                </a:solidFill>
                <a:latin typeface="Garamond" panose="02020404030301010803" pitchFamily="18" charset="0"/>
              </a:defRPr>
            </a:lvl1pPr>
            <a:lvl2pPr>
              <a:spcBef>
                <a:spcPts val="500"/>
              </a:spcBef>
              <a:defRPr sz="1600" b="0" i="0">
                <a:solidFill>
                  <a:schemeClr val="tx1"/>
                </a:solidFill>
                <a:latin typeface="Garamond" panose="02020404030301010803" pitchFamily="18" charset="0"/>
              </a:defRPr>
            </a:lvl2pPr>
            <a:lvl3pPr>
              <a:defRPr sz="1600" b="0" i="0">
                <a:solidFill>
                  <a:schemeClr val="tx1"/>
                </a:solidFill>
                <a:latin typeface="Garamond" panose="02020404030301010803" pitchFamily="18" charset="0"/>
              </a:defRPr>
            </a:lvl3pPr>
            <a:lvl4pPr>
              <a:defRPr sz="1600" b="0" i="0">
                <a:solidFill>
                  <a:schemeClr val="tx1"/>
                </a:solidFill>
                <a:latin typeface="Garamond" panose="02020404030301010803" pitchFamily="18" charset="0"/>
              </a:defRPr>
            </a:lvl4pPr>
            <a:lvl5pPr>
              <a:defRPr sz="1600" b="0" i="0">
                <a:solidFill>
                  <a:schemeClr val="tx1"/>
                </a:solidFill>
                <a:latin typeface="Garamond" panose="02020404030301010803" pitchFamily="18" charset="0"/>
              </a:defRPr>
            </a:lvl5pPr>
          </a:lstStyle>
          <a:p>
            <a:pPr lvl="0"/>
            <a:r>
              <a:rPr lang="en-US" dirty="0"/>
              <a:t>Click to edit Master text styles</a:t>
            </a:r>
          </a:p>
          <a:p>
            <a:pPr lvl="1"/>
            <a:r>
              <a:rPr lang="en-US" dirty="0"/>
              <a:t>Second level</a:t>
            </a:r>
          </a:p>
        </p:txBody>
      </p:sp>
      <p:sp>
        <p:nvSpPr>
          <p:cNvPr id="25" name="Content2">
            <a:extLst>
              <a:ext uri="{FF2B5EF4-FFF2-40B4-BE49-F238E27FC236}">
                <a16:creationId xmlns:a16="http://schemas.microsoft.com/office/drawing/2014/main" id="{4C1804B9-F25F-8849-870C-B28D04762EE5}"/>
              </a:ext>
            </a:extLst>
          </p:cNvPr>
          <p:cNvSpPr>
            <a:spLocks noGrp="1"/>
          </p:cNvSpPr>
          <p:nvPr>
            <p:ph sz="quarter" idx="11" hasCustomPrompt="1"/>
          </p:nvPr>
        </p:nvSpPr>
        <p:spPr>
          <a:xfrm>
            <a:off x="461623" y="4096512"/>
            <a:ext cx="9144000" cy="2149461"/>
          </a:xfrm>
          <a:prstGeom prst="rect">
            <a:avLst/>
          </a:prstGeom>
        </p:spPr>
        <p:txBody>
          <a:bodyPr>
            <a:normAutofit/>
          </a:bodyPr>
          <a:lstStyle>
            <a:lvl1pPr>
              <a:spcBef>
                <a:spcPts val="500"/>
              </a:spcBef>
              <a:defRPr sz="1600" b="0" i="0">
                <a:solidFill>
                  <a:schemeClr val="tx1"/>
                </a:solidFill>
                <a:latin typeface="Garamond" panose="02020404030301010803" pitchFamily="18" charset="0"/>
              </a:defRPr>
            </a:lvl1pPr>
            <a:lvl2pPr>
              <a:spcBef>
                <a:spcPts val="500"/>
              </a:spcBef>
              <a:defRPr sz="1600" b="0" i="0">
                <a:solidFill>
                  <a:schemeClr val="tx1"/>
                </a:solidFill>
                <a:latin typeface="Garamond" panose="02020404030301010803" pitchFamily="18" charset="0"/>
              </a:defRPr>
            </a:lvl2pPr>
            <a:lvl3pPr>
              <a:defRPr sz="1600" b="0" i="0">
                <a:solidFill>
                  <a:schemeClr val="tx1"/>
                </a:solidFill>
                <a:latin typeface="Garamond" panose="02020404030301010803" pitchFamily="18" charset="0"/>
              </a:defRPr>
            </a:lvl3pPr>
            <a:lvl4pPr>
              <a:defRPr sz="1600" b="0" i="0">
                <a:solidFill>
                  <a:schemeClr val="tx1"/>
                </a:solidFill>
                <a:latin typeface="Garamond" panose="02020404030301010803" pitchFamily="18" charset="0"/>
              </a:defRPr>
            </a:lvl4pPr>
            <a:lvl5pPr>
              <a:defRPr sz="1600" b="0" i="0">
                <a:solidFill>
                  <a:schemeClr val="tx1"/>
                </a:solidFill>
                <a:latin typeface="Garamond" panose="02020404030301010803" pitchFamily="18" charset="0"/>
              </a:defRPr>
            </a:lvl5pPr>
          </a:lstStyle>
          <a:p>
            <a:pPr lvl="0"/>
            <a:r>
              <a:rPr lang="en-US" dirty="0"/>
              <a:t>Click to edit Master text styles</a:t>
            </a:r>
          </a:p>
          <a:p>
            <a:pPr lvl="1"/>
            <a:r>
              <a:rPr lang="en-US" dirty="0"/>
              <a:t>Second level</a:t>
            </a:r>
          </a:p>
        </p:txBody>
      </p:sp>
      <p:sp>
        <p:nvSpPr>
          <p:cNvPr id="17" name="Text Placeholder 9">
            <a:extLst>
              <a:ext uri="{FF2B5EF4-FFF2-40B4-BE49-F238E27FC236}">
                <a16:creationId xmlns:a16="http://schemas.microsoft.com/office/drawing/2014/main" id="{46D120A5-60BD-7F44-B30B-B8E306B94A32}"/>
              </a:ext>
            </a:extLst>
          </p:cNvPr>
          <p:cNvSpPr>
            <a:spLocks noGrp="1"/>
          </p:cNvSpPr>
          <p:nvPr>
            <p:ph type="body" sz="quarter" idx="20" hasCustomPrompt="1"/>
          </p:nvPr>
        </p:nvSpPr>
        <p:spPr>
          <a:xfrm>
            <a:off x="463868" y="6362339"/>
            <a:ext cx="9144000" cy="646113"/>
          </a:xfrm>
        </p:spPr>
        <p:txBody>
          <a:bodyPr>
            <a:normAutofit/>
          </a:bodyPr>
          <a:lstStyle>
            <a:lvl1pPr marL="0" indent="0">
              <a:spcBef>
                <a:spcPts val="0"/>
              </a:spcBef>
              <a:buNone/>
              <a:defRPr sz="1000"/>
            </a:lvl1pPr>
          </a:lstStyle>
          <a:p>
            <a:pPr lvl="0"/>
            <a:r>
              <a:rPr lang="en-US" dirty="0"/>
              <a:t>Click to edit footnotes</a:t>
            </a:r>
          </a:p>
        </p:txBody>
      </p:sp>
    </p:spTree>
    <p:extLst>
      <p:ext uri="{BB962C8B-B14F-4D97-AF65-F5344CB8AC3E}">
        <p14:creationId xmlns:p14="http://schemas.microsoft.com/office/powerpoint/2010/main" val="596298183"/>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Two Top One Bottom">
    <p:spTree>
      <p:nvGrpSpPr>
        <p:cNvPr id="1" name=""/>
        <p:cNvGrpSpPr/>
        <p:nvPr/>
      </p:nvGrpSpPr>
      <p:grpSpPr>
        <a:xfrm>
          <a:off x="0" y="0"/>
          <a:ext cx="0" cy="0"/>
          <a:chOff x="0" y="0"/>
          <a:chExt cx="0" cy="0"/>
        </a:xfrm>
      </p:grpSpPr>
      <p:sp>
        <p:nvSpPr>
          <p:cNvPr id="2" name="Title 1"/>
          <p:cNvSpPr>
            <a:spLocks noGrp="1"/>
          </p:cNvSpPr>
          <p:nvPr>
            <p:ph type="title"/>
          </p:nvPr>
        </p:nvSpPr>
        <p:spPr>
          <a:xfrm>
            <a:off x="461623" y="365467"/>
            <a:ext cx="9144000" cy="731520"/>
          </a:xfrm>
        </p:spPr>
        <p:txBody>
          <a:bodyPr lIns="0" tIns="0" rIns="0" bIns="0" anchor="b">
            <a:noAutofit/>
          </a:bodyPr>
          <a:lstStyle>
            <a:lvl1pPr algn="l">
              <a:defRPr sz="2800"/>
            </a:lvl1pPr>
          </a:lstStyle>
          <a:p>
            <a:r>
              <a:rPr lang="en-US"/>
              <a:t>Click to edit Master title style</a:t>
            </a:r>
            <a:endParaRPr lang="en-US" dirty="0"/>
          </a:p>
        </p:txBody>
      </p:sp>
      <p:sp>
        <p:nvSpPr>
          <p:cNvPr id="7" name="Rectangle 6">
            <a:extLst>
              <a:ext uri="{FF2B5EF4-FFF2-40B4-BE49-F238E27FC236}">
                <a16:creationId xmlns:a16="http://schemas.microsoft.com/office/drawing/2014/main" id="{2646B5E7-46FE-9147-90FD-86B4FD3EF191}"/>
              </a:ext>
            </a:extLst>
          </p:cNvPr>
          <p:cNvSpPr/>
          <p:nvPr userDrawn="1"/>
        </p:nvSpPr>
        <p:spPr>
          <a:xfrm>
            <a:off x="461623" y="1144853"/>
            <a:ext cx="9144000" cy="0"/>
          </a:xfrm>
          <a:prstGeom prst="rect">
            <a:avLst/>
          </a:prstGeom>
          <a:solidFill>
            <a:srgbClr val="00396B"/>
          </a:solidFill>
          <a:ln w="38100">
            <a:solidFill>
              <a:srgbClr val="00396B"/>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l"/>
            <a:endParaRPr lang="en-US" sz="1600" dirty="0"/>
          </a:p>
        </p:txBody>
      </p:sp>
      <p:sp>
        <p:nvSpPr>
          <p:cNvPr id="8" name="Rectangle 7">
            <a:extLst>
              <a:ext uri="{FF2B5EF4-FFF2-40B4-BE49-F238E27FC236}">
                <a16:creationId xmlns:a16="http://schemas.microsoft.com/office/drawing/2014/main" id="{60AC43C3-41D9-9C4F-B8B0-DA592026F312}"/>
              </a:ext>
            </a:extLst>
          </p:cNvPr>
          <p:cNvSpPr/>
          <p:nvPr userDrawn="1"/>
        </p:nvSpPr>
        <p:spPr>
          <a:xfrm>
            <a:off x="298219" y="780099"/>
            <a:ext cx="140429" cy="905826"/>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Rectangle 8">
            <a:extLst>
              <a:ext uri="{FF2B5EF4-FFF2-40B4-BE49-F238E27FC236}">
                <a16:creationId xmlns:a16="http://schemas.microsoft.com/office/drawing/2014/main" id="{F0F01F0F-0C02-0349-8EC7-9C1A12E678A6}"/>
              </a:ext>
            </a:extLst>
          </p:cNvPr>
          <p:cNvSpPr/>
          <p:nvPr userDrawn="1"/>
        </p:nvSpPr>
        <p:spPr>
          <a:xfrm>
            <a:off x="9614923" y="780099"/>
            <a:ext cx="135052" cy="689926"/>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C5F8A2F7-AF6E-8B47-BFCE-0F05ED9722E2}"/>
              </a:ext>
            </a:extLst>
          </p:cNvPr>
          <p:cNvSpPr/>
          <p:nvPr userDrawn="1"/>
        </p:nvSpPr>
        <p:spPr>
          <a:xfrm>
            <a:off x="461623" y="7105266"/>
            <a:ext cx="9144000" cy="0"/>
          </a:xfrm>
          <a:prstGeom prst="rect">
            <a:avLst/>
          </a:prstGeom>
          <a:solidFill>
            <a:srgbClr val="00396B"/>
          </a:solidFill>
          <a:ln w="19050">
            <a:solidFill>
              <a:srgbClr val="00396B"/>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l"/>
            <a:endParaRPr lang="en-US" sz="1600" dirty="0"/>
          </a:p>
        </p:txBody>
      </p:sp>
      <p:sp>
        <p:nvSpPr>
          <p:cNvPr id="15" name="Rectangle 14">
            <a:extLst>
              <a:ext uri="{FF2B5EF4-FFF2-40B4-BE49-F238E27FC236}">
                <a16:creationId xmlns:a16="http://schemas.microsoft.com/office/drawing/2014/main" id="{7E704648-A2D3-CF47-A418-6C3DA12F0E1F}"/>
              </a:ext>
            </a:extLst>
          </p:cNvPr>
          <p:cNvSpPr/>
          <p:nvPr userDrawn="1"/>
        </p:nvSpPr>
        <p:spPr>
          <a:xfrm>
            <a:off x="306772" y="6986085"/>
            <a:ext cx="135052" cy="270588"/>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id="{306910E1-718B-9148-82CB-2C98644C11FB}"/>
              </a:ext>
            </a:extLst>
          </p:cNvPr>
          <p:cNvSpPr/>
          <p:nvPr userDrawn="1"/>
        </p:nvSpPr>
        <p:spPr>
          <a:xfrm>
            <a:off x="9614923" y="6986085"/>
            <a:ext cx="135052" cy="270588"/>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2" name="Slide Number Placeholder 31">
            <a:extLst>
              <a:ext uri="{FF2B5EF4-FFF2-40B4-BE49-F238E27FC236}">
                <a16:creationId xmlns:a16="http://schemas.microsoft.com/office/drawing/2014/main" id="{92A52980-2613-2347-B25E-DCB831E65E90}"/>
              </a:ext>
            </a:extLst>
          </p:cNvPr>
          <p:cNvSpPr>
            <a:spLocks noGrp="1"/>
          </p:cNvSpPr>
          <p:nvPr>
            <p:ph type="sldNum" sz="quarter" idx="17"/>
          </p:nvPr>
        </p:nvSpPr>
        <p:spPr>
          <a:xfrm>
            <a:off x="9216483" y="7201198"/>
            <a:ext cx="389140" cy="413808"/>
          </a:xfrm>
          <a:prstGeom prst="rect">
            <a:avLst/>
          </a:prstGeom>
        </p:spPr>
        <p:txBody>
          <a:bodyPr lIns="0" tIns="0" rIns="0" bIns="0" anchor="ctr"/>
          <a:lstStyle>
            <a:lvl1pPr>
              <a:defRPr sz="1200">
                <a:latin typeface="Garamond" panose="02020404030301010803" pitchFamily="18" charset="0"/>
              </a:defRPr>
            </a:lvl1pPr>
          </a:lstStyle>
          <a:p>
            <a:fld id="{3FEFCAF1-6404-E34E-8C55-31475CA0CB4C}" type="slidenum">
              <a:rPr lang="en-US" smtClean="0"/>
              <a:pPr/>
              <a:t>‹#›</a:t>
            </a:fld>
            <a:endParaRPr lang="en-US" dirty="0"/>
          </a:p>
        </p:txBody>
      </p:sp>
      <p:sp>
        <p:nvSpPr>
          <p:cNvPr id="5" name="Text Placeholder 4">
            <a:extLst>
              <a:ext uri="{FF2B5EF4-FFF2-40B4-BE49-F238E27FC236}">
                <a16:creationId xmlns:a16="http://schemas.microsoft.com/office/drawing/2014/main" id="{BCC58857-C60A-334F-99DC-0BDAF0F9C4BC}"/>
              </a:ext>
            </a:extLst>
          </p:cNvPr>
          <p:cNvSpPr>
            <a:spLocks noGrp="1"/>
          </p:cNvSpPr>
          <p:nvPr>
            <p:ph type="body" sz="quarter" idx="18" hasCustomPrompt="1"/>
          </p:nvPr>
        </p:nvSpPr>
        <p:spPr>
          <a:xfrm>
            <a:off x="461963" y="1248828"/>
            <a:ext cx="9144000" cy="355600"/>
          </a:xfrm>
        </p:spPr>
        <p:txBody>
          <a:bodyPr lIns="0" tIns="0" rIns="0" bIns="0" anchor="t">
            <a:normAutofit/>
          </a:bodyPr>
          <a:lstStyle>
            <a:lvl1pPr marL="0" indent="0">
              <a:buNone/>
              <a:defRPr sz="1800"/>
            </a:lvl1pPr>
          </a:lstStyle>
          <a:p>
            <a:pPr lvl="0"/>
            <a:r>
              <a:rPr lang="en-US" dirty="0"/>
              <a:t>Click to edit subtitle</a:t>
            </a:r>
          </a:p>
        </p:txBody>
      </p:sp>
      <p:sp>
        <p:nvSpPr>
          <p:cNvPr id="24" name="Content1">
            <a:extLst>
              <a:ext uri="{FF2B5EF4-FFF2-40B4-BE49-F238E27FC236}">
                <a16:creationId xmlns:a16="http://schemas.microsoft.com/office/drawing/2014/main" id="{FC13BDA3-0ED6-DA43-ACA1-F7EC0C5CCFBD}"/>
              </a:ext>
            </a:extLst>
          </p:cNvPr>
          <p:cNvSpPr>
            <a:spLocks noGrp="1"/>
          </p:cNvSpPr>
          <p:nvPr>
            <p:ph idx="10" hasCustomPrompt="1"/>
          </p:nvPr>
        </p:nvSpPr>
        <p:spPr>
          <a:xfrm>
            <a:off x="461623" y="1756268"/>
            <a:ext cx="4430417" cy="2147497"/>
          </a:xfrm>
        </p:spPr>
        <p:txBody>
          <a:bodyPr>
            <a:normAutofit/>
          </a:bodyPr>
          <a:lstStyle>
            <a:lvl1pPr>
              <a:spcBef>
                <a:spcPts val="500"/>
              </a:spcBef>
              <a:defRPr sz="1600" b="0" i="0">
                <a:solidFill>
                  <a:schemeClr val="tx1"/>
                </a:solidFill>
                <a:latin typeface="Garamond" panose="02020404030301010803" pitchFamily="18" charset="0"/>
              </a:defRPr>
            </a:lvl1pPr>
            <a:lvl2pPr>
              <a:spcBef>
                <a:spcPts val="500"/>
              </a:spcBef>
              <a:defRPr sz="1600" b="0" i="0">
                <a:solidFill>
                  <a:schemeClr val="tx1"/>
                </a:solidFill>
                <a:latin typeface="Garamond" panose="02020404030301010803" pitchFamily="18" charset="0"/>
              </a:defRPr>
            </a:lvl2pPr>
            <a:lvl3pPr>
              <a:defRPr sz="1600" b="0" i="0">
                <a:solidFill>
                  <a:schemeClr val="tx1"/>
                </a:solidFill>
                <a:latin typeface="Garamond" panose="02020404030301010803" pitchFamily="18" charset="0"/>
              </a:defRPr>
            </a:lvl3pPr>
            <a:lvl4pPr>
              <a:defRPr sz="1600" b="0" i="0">
                <a:solidFill>
                  <a:schemeClr val="tx1"/>
                </a:solidFill>
                <a:latin typeface="Garamond" panose="02020404030301010803" pitchFamily="18" charset="0"/>
              </a:defRPr>
            </a:lvl4pPr>
            <a:lvl5pPr>
              <a:defRPr sz="1600" b="0" i="0">
                <a:solidFill>
                  <a:schemeClr val="tx1"/>
                </a:solidFill>
                <a:latin typeface="Garamond" panose="02020404030301010803" pitchFamily="18" charset="0"/>
              </a:defRPr>
            </a:lvl5pPr>
          </a:lstStyle>
          <a:p>
            <a:pPr lvl="0"/>
            <a:r>
              <a:rPr lang="en-US" dirty="0"/>
              <a:t>Click to edit Master text styles</a:t>
            </a:r>
          </a:p>
          <a:p>
            <a:pPr lvl="1"/>
            <a:r>
              <a:rPr lang="en-US" dirty="0"/>
              <a:t>Second level</a:t>
            </a:r>
          </a:p>
        </p:txBody>
      </p:sp>
      <p:sp>
        <p:nvSpPr>
          <p:cNvPr id="25" name="Content2">
            <a:extLst>
              <a:ext uri="{FF2B5EF4-FFF2-40B4-BE49-F238E27FC236}">
                <a16:creationId xmlns:a16="http://schemas.microsoft.com/office/drawing/2014/main" id="{4C1804B9-F25F-8849-870C-B28D04762EE5}"/>
              </a:ext>
            </a:extLst>
          </p:cNvPr>
          <p:cNvSpPr>
            <a:spLocks noGrp="1"/>
          </p:cNvSpPr>
          <p:nvPr>
            <p:ph sz="quarter" idx="11" hasCustomPrompt="1"/>
          </p:nvPr>
        </p:nvSpPr>
        <p:spPr>
          <a:xfrm>
            <a:off x="461623" y="4096512"/>
            <a:ext cx="9144000" cy="2149461"/>
          </a:xfrm>
          <a:prstGeom prst="rect">
            <a:avLst/>
          </a:prstGeom>
        </p:spPr>
        <p:txBody>
          <a:bodyPr>
            <a:normAutofit/>
          </a:bodyPr>
          <a:lstStyle>
            <a:lvl1pPr>
              <a:spcBef>
                <a:spcPts val="500"/>
              </a:spcBef>
              <a:defRPr sz="1600" b="0" i="0">
                <a:solidFill>
                  <a:schemeClr val="tx1"/>
                </a:solidFill>
                <a:latin typeface="Garamond" panose="02020404030301010803" pitchFamily="18" charset="0"/>
              </a:defRPr>
            </a:lvl1pPr>
            <a:lvl2pPr>
              <a:spcBef>
                <a:spcPts val="500"/>
              </a:spcBef>
              <a:defRPr sz="1600" b="0" i="0">
                <a:solidFill>
                  <a:schemeClr val="tx1"/>
                </a:solidFill>
                <a:latin typeface="Garamond" panose="02020404030301010803" pitchFamily="18" charset="0"/>
              </a:defRPr>
            </a:lvl2pPr>
            <a:lvl3pPr>
              <a:defRPr sz="1600" b="0" i="0">
                <a:solidFill>
                  <a:schemeClr val="tx1"/>
                </a:solidFill>
                <a:latin typeface="Garamond" panose="02020404030301010803" pitchFamily="18" charset="0"/>
              </a:defRPr>
            </a:lvl3pPr>
            <a:lvl4pPr>
              <a:defRPr sz="1600" b="0" i="0">
                <a:solidFill>
                  <a:schemeClr val="tx1"/>
                </a:solidFill>
                <a:latin typeface="Garamond" panose="02020404030301010803" pitchFamily="18" charset="0"/>
              </a:defRPr>
            </a:lvl4pPr>
            <a:lvl5pPr>
              <a:defRPr sz="1600" b="0" i="0">
                <a:solidFill>
                  <a:schemeClr val="tx1"/>
                </a:solidFill>
                <a:latin typeface="Garamond" panose="02020404030301010803" pitchFamily="18" charset="0"/>
              </a:defRPr>
            </a:lvl5pPr>
          </a:lstStyle>
          <a:p>
            <a:pPr lvl="0"/>
            <a:r>
              <a:rPr lang="en-US" dirty="0"/>
              <a:t>Click to edit Master text styles</a:t>
            </a:r>
          </a:p>
          <a:p>
            <a:pPr lvl="1"/>
            <a:r>
              <a:rPr lang="en-US" dirty="0"/>
              <a:t>Second level</a:t>
            </a:r>
          </a:p>
        </p:txBody>
      </p:sp>
      <p:sp>
        <p:nvSpPr>
          <p:cNvPr id="17" name="Content1">
            <a:extLst>
              <a:ext uri="{FF2B5EF4-FFF2-40B4-BE49-F238E27FC236}">
                <a16:creationId xmlns:a16="http://schemas.microsoft.com/office/drawing/2014/main" id="{BE8A7BD8-BBF7-004F-9FF2-4B801398BDA5}"/>
              </a:ext>
            </a:extLst>
          </p:cNvPr>
          <p:cNvSpPr>
            <a:spLocks noGrp="1"/>
          </p:cNvSpPr>
          <p:nvPr>
            <p:ph idx="21" hasCustomPrompt="1"/>
          </p:nvPr>
        </p:nvSpPr>
        <p:spPr>
          <a:xfrm>
            <a:off x="5175206" y="1756267"/>
            <a:ext cx="4430417" cy="2147497"/>
          </a:xfrm>
        </p:spPr>
        <p:txBody>
          <a:bodyPr>
            <a:normAutofit/>
          </a:bodyPr>
          <a:lstStyle>
            <a:lvl1pPr>
              <a:spcBef>
                <a:spcPts val="500"/>
              </a:spcBef>
              <a:defRPr sz="1600" b="0" i="0">
                <a:solidFill>
                  <a:schemeClr val="tx1"/>
                </a:solidFill>
                <a:latin typeface="Garamond" panose="02020404030301010803" pitchFamily="18" charset="0"/>
              </a:defRPr>
            </a:lvl1pPr>
            <a:lvl2pPr>
              <a:spcBef>
                <a:spcPts val="500"/>
              </a:spcBef>
              <a:defRPr sz="1600" b="0" i="0">
                <a:solidFill>
                  <a:schemeClr val="tx1"/>
                </a:solidFill>
                <a:latin typeface="Garamond" panose="02020404030301010803" pitchFamily="18" charset="0"/>
              </a:defRPr>
            </a:lvl2pPr>
            <a:lvl3pPr>
              <a:defRPr sz="1600" b="0" i="0">
                <a:solidFill>
                  <a:schemeClr val="tx1"/>
                </a:solidFill>
                <a:latin typeface="Garamond" panose="02020404030301010803" pitchFamily="18" charset="0"/>
              </a:defRPr>
            </a:lvl3pPr>
            <a:lvl4pPr>
              <a:defRPr sz="1600" b="0" i="0">
                <a:solidFill>
                  <a:schemeClr val="tx1"/>
                </a:solidFill>
                <a:latin typeface="Garamond" panose="02020404030301010803" pitchFamily="18" charset="0"/>
              </a:defRPr>
            </a:lvl4pPr>
            <a:lvl5pPr>
              <a:defRPr sz="1600" b="0" i="0">
                <a:solidFill>
                  <a:schemeClr val="tx1"/>
                </a:solidFill>
                <a:latin typeface="Garamond" panose="02020404030301010803" pitchFamily="18" charset="0"/>
              </a:defRPr>
            </a:lvl5pPr>
          </a:lstStyle>
          <a:p>
            <a:pPr lvl="0"/>
            <a:r>
              <a:rPr lang="en-US" dirty="0"/>
              <a:t>Click to edit Master text styles</a:t>
            </a:r>
          </a:p>
          <a:p>
            <a:pPr lvl="1"/>
            <a:r>
              <a:rPr lang="en-US" dirty="0"/>
              <a:t>Second level</a:t>
            </a:r>
          </a:p>
        </p:txBody>
      </p:sp>
      <p:sp>
        <p:nvSpPr>
          <p:cNvPr id="18" name="Text Placeholder 9">
            <a:extLst>
              <a:ext uri="{FF2B5EF4-FFF2-40B4-BE49-F238E27FC236}">
                <a16:creationId xmlns:a16="http://schemas.microsoft.com/office/drawing/2014/main" id="{F1F68469-E028-E445-A9C1-270C25EAABA4}"/>
              </a:ext>
            </a:extLst>
          </p:cNvPr>
          <p:cNvSpPr>
            <a:spLocks noGrp="1"/>
          </p:cNvSpPr>
          <p:nvPr>
            <p:ph type="body" sz="quarter" idx="20" hasCustomPrompt="1"/>
          </p:nvPr>
        </p:nvSpPr>
        <p:spPr>
          <a:xfrm>
            <a:off x="463868" y="6362339"/>
            <a:ext cx="9144000" cy="646113"/>
          </a:xfrm>
        </p:spPr>
        <p:txBody>
          <a:bodyPr>
            <a:normAutofit/>
          </a:bodyPr>
          <a:lstStyle>
            <a:lvl1pPr marL="0" indent="0">
              <a:spcBef>
                <a:spcPts val="0"/>
              </a:spcBef>
              <a:buNone/>
              <a:defRPr sz="1000"/>
            </a:lvl1pPr>
          </a:lstStyle>
          <a:p>
            <a:pPr lvl="0"/>
            <a:r>
              <a:rPr lang="en-US" dirty="0"/>
              <a:t>Click to edit footnotes</a:t>
            </a:r>
          </a:p>
        </p:txBody>
      </p:sp>
    </p:spTree>
    <p:extLst>
      <p:ext uri="{BB962C8B-B14F-4D97-AF65-F5344CB8AC3E}">
        <p14:creationId xmlns:p14="http://schemas.microsoft.com/office/powerpoint/2010/main" val="1377925065"/>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One Top Two Bottom">
    <p:spTree>
      <p:nvGrpSpPr>
        <p:cNvPr id="1" name=""/>
        <p:cNvGrpSpPr/>
        <p:nvPr/>
      </p:nvGrpSpPr>
      <p:grpSpPr>
        <a:xfrm>
          <a:off x="0" y="0"/>
          <a:ext cx="0" cy="0"/>
          <a:chOff x="0" y="0"/>
          <a:chExt cx="0" cy="0"/>
        </a:xfrm>
      </p:grpSpPr>
      <p:sp>
        <p:nvSpPr>
          <p:cNvPr id="2" name="Title 1"/>
          <p:cNvSpPr>
            <a:spLocks noGrp="1"/>
          </p:cNvSpPr>
          <p:nvPr>
            <p:ph type="title"/>
          </p:nvPr>
        </p:nvSpPr>
        <p:spPr>
          <a:xfrm>
            <a:off x="461623" y="365467"/>
            <a:ext cx="9144000" cy="731520"/>
          </a:xfrm>
        </p:spPr>
        <p:txBody>
          <a:bodyPr lIns="0" tIns="0" rIns="0" bIns="0" anchor="b">
            <a:noAutofit/>
          </a:bodyPr>
          <a:lstStyle>
            <a:lvl1pPr algn="l">
              <a:defRPr sz="2800"/>
            </a:lvl1pPr>
          </a:lstStyle>
          <a:p>
            <a:r>
              <a:rPr lang="en-US"/>
              <a:t>Click to edit Master title style</a:t>
            </a:r>
            <a:endParaRPr lang="en-US" dirty="0"/>
          </a:p>
        </p:txBody>
      </p:sp>
      <p:sp>
        <p:nvSpPr>
          <p:cNvPr id="7" name="Rectangle 6">
            <a:extLst>
              <a:ext uri="{FF2B5EF4-FFF2-40B4-BE49-F238E27FC236}">
                <a16:creationId xmlns:a16="http://schemas.microsoft.com/office/drawing/2014/main" id="{2646B5E7-46FE-9147-90FD-86B4FD3EF191}"/>
              </a:ext>
            </a:extLst>
          </p:cNvPr>
          <p:cNvSpPr/>
          <p:nvPr userDrawn="1"/>
        </p:nvSpPr>
        <p:spPr>
          <a:xfrm>
            <a:off x="461623" y="1144853"/>
            <a:ext cx="9144000" cy="0"/>
          </a:xfrm>
          <a:prstGeom prst="rect">
            <a:avLst/>
          </a:prstGeom>
          <a:solidFill>
            <a:srgbClr val="00396B"/>
          </a:solidFill>
          <a:ln w="38100">
            <a:solidFill>
              <a:srgbClr val="00396B"/>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l"/>
            <a:endParaRPr lang="en-US" sz="1600" dirty="0"/>
          </a:p>
        </p:txBody>
      </p:sp>
      <p:sp>
        <p:nvSpPr>
          <p:cNvPr id="8" name="Rectangle 7">
            <a:extLst>
              <a:ext uri="{FF2B5EF4-FFF2-40B4-BE49-F238E27FC236}">
                <a16:creationId xmlns:a16="http://schemas.microsoft.com/office/drawing/2014/main" id="{60AC43C3-41D9-9C4F-B8B0-DA592026F312}"/>
              </a:ext>
            </a:extLst>
          </p:cNvPr>
          <p:cNvSpPr/>
          <p:nvPr userDrawn="1"/>
        </p:nvSpPr>
        <p:spPr>
          <a:xfrm>
            <a:off x="298219" y="780099"/>
            <a:ext cx="140429" cy="905826"/>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Rectangle 8">
            <a:extLst>
              <a:ext uri="{FF2B5EF4-FFF2-40B4-BE49-F238E27FC236}">
                <a16:creationId xmlns:a16="http://schemas.microsoft.com/office/drawing/2014/main" id="{F0F01F0F-0C02-0349-8EC7-9C1A12E678A6}"/>
              </a:ext>
            </a:extLst>
          </p:cNvPr>
          <p:cNvSpPr/>
          <p:nvPr userDrawn="1"/>
        </p:nvSpPr>
        <p:spPr>
          <a:xfrm>
            <a:off x="9614923" y="780099"/>
            <a:ext cx="135052" cy="689926"/>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C5F8A2F7-AF6E-8B47-BFCE-0F05ED9722E2}"/>
              </a:ext>
            </a:extLst>
          </p:cNvPr>
          <p:cNvSpPr/>
          <p:nvPr userDrawn="1"/>
        </p:nvSpPr>
        <p:spPr>
          <a:xfrm>
            <a:off x="461623" y="7105266"/>
            <a:ext cx="9144000" cy="0"/>
          </a:xfrm>
          <a:prstGeom prst="rect">
            <a:avLst/>
          </a:prstGeom>
          <a:solidFill>
            <a:srgbClr val="00396B"/>
          </a:solidFill>
          <a:ln w="19050">
            <a:solidFill>
              <a:srgbClr val="00396B"/>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l"/>
            <a:endParaRPr lang="en-US" sz="1600" dirty="0"/>
          </a:p>
        </p:txBody>
      </p:sp>
      <p:sp>
        <p:nvSpPr>
          <p:cNvPr id="15" name="Rectangle 14">
            <a:extLst>
              <a:ext uri="{FF2B5EF4-FFF2-40B4-BE49-F238E27FC236}">
                <a16:creationId xmlns:a16="http://schemas.microsoft.com/office/drawing/2014/main" id="{7E704648-A2D3-CF47-A418-6C3DA12F0E1F}"/>
              </a:ext>
            </a:extLst>
          </p:cNvPr>
          <p:cNvSpPr/>
          <p:nvPr userDrawn="1"/>
        </p:nvSpPr>
        <p:spPr>
          <a:xfrm>
            <a:off x="306772" y="6986085"/>
            <a:ext cx="135052" cy="270588"/>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id="{306910E1-718B-9148-82CB-2C98644C11FB}"/>
              </a:ext>
            </a:extLst>
          </p:cNvPr>
          <p:cNvSpPr/>
          <p:nvPr userDrawn="1"/>
        </p:nvSpPr>
        <p:spPr>
          <a:xfrm>
            <a:off x="9614923" y="6986085"/>
            <a:ext cx="135052" cy="270588"/>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2" name="Slide Number Placeholder 31">
            <a:extLst>
              <a:ext uri="{FF2B5EF4-FFF2-40B4-BE49-F238E27FC236}">
                <a16:creationId xmlns:a16="http://schemas.microsoft.com/office/drawing/2014/main" id="{92A52980-2613-2347-B25E-DCB831E65E90}"/>
              </a:ext>
            </a:extLst>
          </p:cNvPr>
          <p:cNvSpPr>
            <a:spLocks noGrp="1"/>
          </p:cNvSpPr>
          <p:nvPr>
            <p:ph type="sldNum" sz="quarter" idx="17"/>
          </p:nvPr>
        </p:nvSpPr>
        <p:spPr>
          <a:xfrm>
            <a:off x="9216483" y="7201198"/>
            <a:ext cx="389140" cy="413808"/>
          </a:xfrm>
          <a:prstGeom prst="rect">
            <a:avLst/>
          </a:prstGeom>
        </p:spPr>
        <p:txBody>
          <a:bodyPr lIns="0" tIns="0" rIns="0" bIns="0" anchor="ctr"/>
          <a:lstStyle>
            <a:lvl1pPr>
              <a:defRPr sz="1200">
                <a:latin typeface="Garamond" panose="02020404030301010803" pitchFamily="18" charset="0"/>
              </a:defRPr>
            </a:lvl1pPr>
          </a:lstStyle>
          <a:p>
            <a:fld id="{3FEFCAF1-6404-E34E-8C55-31475CA0CB4C}" type="slidenum">
              <a:rPr lang="en-US" smtClean="0"/>
              <a:pPr/>
              <a:t>‹#›</a:t>
            </a:fld>
            <a:endParaRPr lang="en-US" dirty="0"/>
          </a:p>
        </p:txBody>
      </p:sp>
      <p:sp>
        <p:nvSpPr>
          <p:cNvPr id="5" name="Text Placeholder 4">
            <a:extLst>
              <a:ext uri="{FF2B5EF4-FFF2-40B4-BE49-F238E27FC236}">
                <a16:creationId xmlns:a16="http://schemas.microsoft.com/office/drawing/2014/main" id="{BCC58857-C60A-334F-99DC-0BDAF0F9C4BC}"/>
              </a:ext>
            </a:extLst>
          </p:cNvPr>
          <p:cNvSpPr>
            <a:spLocks noGrp="1"/>
          </p:cNvSpPr>
          <p:nvPr>
            <p:ph type="body" sz="quarter" idx="18" hasCustomPrompt="1"/>
          </p:nvPr>
        </p:nvSpPr>
        <p:spPr>
          <a:xfrm>
            <a:off x="461963" y="1248828"/>
            <a:ext cx="9144000" cy="355600"/>
          </a:xfrm>
        </p:spPr>
        <p:txBody>
          <a:bodyPr lIns="0" tIns="0" rIns="0" bIns="0" anchor="t">
            <a:normAutofit/>
          </a:bodyPr>
          <a:lstStyle>
            <a:lvl1pPr marL="0" indent="0">
              <a:buNone/>
              <a:defRPr sz="1800"/>
            </a:lvl1pPr>
          </a:lstStyle>
          <a:p>
            <a:pPr lvl="0"/>
            <a:r>
              <a:rPr lang="en-US" dirty="0"/>
              <a:t>Click to edit subtitle</a:t>
            </a:r>
          </a:p>
        </p:txBody>
      </p:sp>
      <p:sp>
        <p:nvSpPr>
          <p:cNvPr id="18" name="Content1">
            <a:extLst>
              <a:ext uri="{FF2B5EF4-FFF2-40B4-BE49-F238E27FC236}">
                <a16:creationId xmlns:a16="http://schemas.microsoft.com/office/drawing/2014/main" id="{4036D5C0-23F2-E442-8B42-EADF6D792733}"/>
              </a:ext>
            </a:extLst>
          </p:cNvPr>
          <p:cNvSpPr>
            <a:spLocks noGrp="1"/>
          </p:cNvSpPr>
          <p:nvPr>
            <p:ph idx="22" hasCustomPrompt="1"/>
          </p:nvPr>
        </p:nvSpPr>
        <p:spPr>
          <a:xfrm>
            <a:off x="461623" y="4098142"/>
            <a:ext cx="4430417" cy="2147497"/>
          </a:xfrm>
        </p:spPr>
        <p:txBody>
          <a:bodyPr>
            <a:normAutofit/>
          </a:bodyPr>
          <a:lstStyle>
            <a:lvl1pPr>
              <a:spcBef>
                <a:spcPts val="500"/>
              </a:spcBef>
              <a:defRPr sz="1600" b="0" i="0">
                <a:solidFill>
                  <a:schemeClr val="tx1"/>
                </a:solidFill>
                <a:latin typeface="Garamond" panose="02020404030301010803" pitchFamily="18" charset="0"/>
              </a:defRPr>
            </a:lvl1pPr>
            <a:lvl2pPr>
              <a:spcBef>
                <a:spcPts val="500"/>
              </a:spcBef>
              <a:defRPr sz="1600" b="0" i="0">
                <a:solidFill>
                  <a:schemeClr val="tx1"/>
                </a:solidFill>
                <a:latin typeface="Garamond" panose="02020404030301010803" pitchFamily="18" charset="0"/>
              </a:defRPr>
            </a:lvl2pPr>
            <a:lvl3pPr>
              <a:defRPr sz="1600" b="0" i="0">
                <a:solidFill>
                  <a:schemeClr val="tx1"/>
                </a:solidFill>
                <a:latin typeface="Garamond" panose="02020404030301010803" pitchFamily="18" charset="0"/>
              </a:defRPr>
            </a:lvl3pPr>
            <a:lvl4pPr>
              <a:defRPr sz="1600" b="0" i="0">
                <a:solidFill>
                  <a:schemeClr val="tx1"/>
                </a:solidFill>
                <a:latin typeface="Garamond" panose="02020404030301010803" pitchFamily="18" charset="0"/>
              </a:defRPr>
            </a:lvl4pPr>
            <a:lvl5pPr>
              <a:defRPr sz="1600" b="0" i="0">
                <a:solidFill>
                  <a:schemeClr val="tx1"/>
                </a:solidFill>
                <a:latin typeface="Garamond" panose="02020404030301010803" pitchFamily="18" charset="0"/>
              </a:defRPr>
            </a:lvl5pPr>
          </a:lstStyle>
          <a:p>
            <a:pPr lvl="0"/>
            <a:r>
              <a:rPr lang="en-US" dirty="0"/>
              <a:t>Click to edit Master text styles</a:t>
            </a:r>
          </a:p>
          <a:p>
            <a:pPr lvl="1"/>
            <a:r>
              <a:rPr lang="en-US" dirty="0"/>
              <a:t>Second level</a:t>
            </a:r>
          </a:p>
        </p:txBody>
      </p:sp>
      <p:sp>
        <p:nvSpPr>
          <p:cNvPr id="19" name="Content1">
            <a:extLst>
              <a:ext uri="{FF2B5EF4-FFF2-40B4-BE49-F238E27FC236}">
                <a16:creationId xmlns:a16="http://schemas.microsoft.com/office/drawing/2014/main" id="{FBF53569-3675-9648-BCE4-4DBADCABAF0E}"/>
              </a:ext>
            </a:extLst>
          </p:cNvPr>
          <p:cNvSpPr>
            <a:spLocks noGrp="1"/>
          </p:cNvSpPr>
          <p:nvPr>
            <p:ph idx="23" hasCustomPrompt="1"/>
          </p:nvPr>
        </p:nvSpPr>
        <p:spPr>
          <a:xfrm>
            <a:off x="5175206" y="4098141"/>
            <a:ext cx="4430417" cy="2147497"/>
          </a:xfrm>
        </p:spPr>
        <p:txBody>
          <a:bodyPr>
            <a:normAutofit/>
          </a:bodyPr>
          <a:lstStyle>
            <a:lvl1pPr>
              <a:spcBef>
                <a:spcPts val="500"/>
              </a:spcBef>
              <a:defRPr sz="1600" b="0" i="0">
                <a:solidFill>
                  <a:schemeClr val="tx1"/>
                </a:solidFill>
                <a:latin typeface="Garamond" panose="02020404030301010803" pitchFamily="18" charset="0"/>
              </a:defRPr>
            </a:lvl1pPr>
            <a:lvl2pPr>
              <a:spcBef>
                <a:spcPts val="500"/>
              </a:spcBef>
              <a:defRPr sz="1600" b="0" i="0">
                <a:solidFill>
                  <a:schemeClr val="tx1"/>
                </a:solidFill>
                <a:latin typeface="Garamond" panose="02020404030301010803" pitchFamily="18" charset="0"/>
              </a:defRPr>
            </a:lvl2pPr>
            <a:lvl3pPr>
              <a:defRPr sz="1600" b="0" i="0">
                <a:solidFill>
                  <a:schemeClr val="tx1"/>
                </a:solidFill>
                <a:latin typeface="Garamond" panose="02020404030301010803" pitchFamily="18" charset="0"/>
              </a:defRPr>
            </a:lvl3pPr>
            <a:lvl4pPr>
              <a:defRPr sz="1600" b="0" i="0">
                <a:solidFill>
                  <a:schemeClr val="tx1"/>
                </a:solidFill>
                <a:latin typeface="Garamond" panose="02020404030301010803" pitchFamily="18" charset="0"/>
              </a:defRPr>
            </a:lvl4pPr>
            <a:lvl5pPr>
              <a:defRPr sz="1600" b="0" i="0">
                <a:solidFill>
                  <a:schemeClr val="tx1"/>
                </a:solidFill>
                <a:latin typeface="Garamond" panose="02020404030301010803" pitchFamily="18" charset="0"/>
              </a:defRPr>
            </a:lvl5pPr>
          </a:lstStyle>
          <a:p>
            <a:pPr lvl="0"/>
            <a:r>
              <a:rPr lang="en-US" dirty="0"/>
              <a:t>Click to edit Master text styles</a:t>
            </a:r>
          </a:p>
          <a:p>
            <a:pPr lvl="1"/>
            <a:r>
              <a:rPr lang="en-US" dirty="0"/>
              <a:t>Second level</a:t>
            </a:r>
          </a:p>
        </p:txBody>
      </p:sp>
      <p:sp>
        <p:nvSpPr>
          <p:cNvPr id="21" name="Content2">
            <a:extLst>
              <a:ext uri="{FF2B5EF4-FFF2-40B4-BE49-F238E27FC236}">
                <a16:creationId xmlns:a16="http://schemas.microsoft.com/office/drawing/2014/main" id="{C69CBFEA-977F-AD4E-B10C-F9F4EE454B25}"/>
              </a:ext>
            </a:extLst>
          </p:cNvPr>
          <p:cNvSpPr>
            <a:spLocks noGrp="1"/>
          </p:cNvSpPr>
          <p:nvPr>
            <p:ph sz="quarter" idx="11" hasCustomPrompt="1"/>
          </p:nvPr>
        </p:nvSpPr>
        <p:spPr>
          <a:xfrm>
            <a:off x="461623" y="1763447"/>
            <a:ext cx="9144000" cy="2139696"/>
          </a:xfrm>
          <a:prstGeom prst="rect">
            <a:avLst/>
          </a:prstGeom>
        </p:spPr>
        <p:txBody>
          <a:bodyPr>
            <a:normAutofit/>
          </a:bodyPr>
          <a:lstStyle>
            <a:lvl1pPr>
              <a:spcBef>
                <a:spcPts val="500"/>
              </a:spcBef>
              <a:defRPr sz="1600" b="0" i="0">
                <a:solidFill>
                  <a:schemeClr val="tx1"/>
                </a:solidFill>
                <a:latin typeface="Garamond" panose="02020404030301010803" pitchFamily="18" charset="0"/>
              </a:defRPr>
            </a:lvl1pPr>
            <a:lvl2pPr>
              <a:spcBef>
                <a:spcPts val="500"/>
              </a:spcBef>
              <a:defRPr sz="1600" b="0" i="0">
                <a:solidFill>
                  <a:schemeClr val="tx1"/>
                </a:solidFill>
                <a:latin typeface="Garamond" panose="02020404030301010803" pitchFamily="18" charset="0"/>
              </a:defRPr>
            </a:lvl2pPr>
            <a:lvl3pPr>
              <a:defRPr sz="1600" b="0" i="0">
                <a:solidFill>
                  <a:schemeClr val="tx1"/>
                </a:solidFill>
                <a:latin typeface="Garamond" panose="02020404030301010803" pitchFamily="18" charset="0"/>
              </a:defRPr>
            </a:lvl3pPr>
            <a:lvl4pPr>
              <a:defRPr sz="1600" b="0" i="0">
                <a:solidFill>
                  <a:schemeClr val="tx1"/>
                </a:solidFill>
                <a:latin typeface="Garamond" panose="02020404030301010803" pitchFamily="18" charset="0"/>
              </a:defRPr>
            </a:lvl4pPr>
            <a:lvl5pPr>
              <a:defRPr sz="1600" b="0" i="0">
                <a:solidFill>
                  <a:schemeClr val="tx1"/>
                </a:solidFill>
                <a:latin typeface="Garamond" panose="02020404030301010803" pitchFamily="18" charset="0"/>
              </a:defRPr>
            </a:lvl5pPr>
          </a:lstStyle>
          <a:p>
            <a:pPr lvl="0"/>
            <a:r>
              <a:rPr lang="en-US" dirty="0"/>
              <a:t>Click to edit Master text styles</a:t>
            </a:r>
          </a:p>
          <a:p>
            <a:pPr lvl="1"/>
            <a:r>
              <a:rPr lang="en-US" dirty="0"/>
              <a:t>Second level</a:t>
            </a:r>
          </a:p>
        </p:txBody>
      </p:sp>
      <p:sp>
        <p:nvSpPr>
          <p:cNvPr id="17" name="Text Placeholder 9">
            <a:extLst>
              <a:ext uri="{FF2B5EF4-FFF2-40B4-BE49-F238E27FC236}">
                <a16:creationId xmlns:a16="http://schemas.microsoft.com/office/drawing/2014/main" id="{7706E356-1443-DF41-BEF5-4D1791683495}"/>
              </a:ext>
            </a:extLst>
          </p:cNvPr>
          <p:cNvSpPr>
            <a:spLocks noGrp="1"/>
          </p:cNvSpPr>
          <p:nvPr>
            <p:ph type="body" sz="quarter" idx="20" hasCustomPrompt="1"/>
          </p:nvPr>
        </p:nvSpPr>
        <p:spPr>
          <a:xfrm>
            <a:off x="463868" y="6362339"/>
            <a:ext cx="9144000" cy="646113"/>
          </a:xfrm>
        </p:spPr>
        <p:txBody>
          <a:bodyPr>
            <a:normAutofit/>
          </a:bodyPr>
          <a:lstStyle>
            <a:lvl1pPr marL="0" indent="0">
              <a:spcBef>
                <a:spcPts val="0"/>
              </a:spcBef>
              <a:buNone/>
              <a:defRPr sz="1000"/>
            </a:lvl1pPr>
          </a:lstStyle>
          <a:p>
            <a:pPr lvl="0"/>
            <a:r>
              <a:rPr lang="en-US" dirty="0"/>
              <a:t>Click to edit footnotes</a:t>
            </a:r>
          </a:p>
        </p:txBody>
      </p:sp>
    </p:spTree>
    <p:extLst>
      <p:ext uri="{BB962C8B-B14F-4D97-AF65-F5344CB8AC3E}">
        <p14:creationId xmlns:p14="http://schemas.microsoft.com/office/powerpoint/2010/main" val="3908669142"/>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Title and Two Labeled Sections">
    <p:spTree>
      <p:nvGrpSpPr>
        <p:cNvPr id="1" name=""/>
        <p:cNvGrpSpPr/>
        <p:nvPr/>
      </p:nvGrpSpPr>
      <p:grpSpPr>
        <a:xfrm>
          <a:off x="0" y="0"/>
          <a:ext cx="0" cy="0"/>
          <a:chOff x="0" y="0"/>
          <a:chExt cx="0" cy="0"/>
        </a:xfrm>
      </p:grpSpPr>
      <p:sp>
        <p:nvSpPr>
          <p:cNvPr id="2" name="Title 1"/>
          <p:cNvSpPr>
            <a:spLocks noGrp="1"/>
          </p:cNvSpPr>
          <p:nvPr>
            <p:ph type="title"/>
          </p:nvPr>
        </p:nvSpPr>
        <p:spPr>
          <a:xfrm>
            <a:off x="461623" y="365467"/>
            <a:ext cx="9144000" cy="731520"/>
          </a:xfrm>
        </p:spPr>
        <p:txBody>
          <a:bodyPr lIns="0" tIns="0" rIns="0" bIns="0" anchor="b">
            <a:noAutofit/>
          </a:bodyPr>
          <a:lstStyle>
            <a:lvl1pPr algn="l">
              <a:defRPr sz="2800"/>
            </a:lvl1pPr>
          </a:lstStyle>
          <a:p>
            <a:r>
              <a:rPr lang="en-US"/>
              <a:t>Click to edit Master title style</a:t>
            </a:r>
            <a:endParaRPr lang="en-US" dirty="0"/>
          </a:p>
        </p:txBody>
      </p:sp>
      <p:sp>
        <p:nvSpPr>
          <p:cNvPr id="7" name="Rectangle 6">
            <a:extLst>
              <a:ext uri="{FF2B5EF4-FFF2-40B4-BE49-F238E27FC236}">
                <a16:creationId xmlns:a16="http://schemas.microsoft.com/office/drawing/2014/main" id="{2646B5E7-46FE-9147-90FD-86B4FD3EF191}"/>
              </a:ext>
            </a:extLst>
          </p:cNvPr>
          <p:cNvSpPr/>
          <p:nvPr userDrawn="1"/>
        </p:nvSpPr>
        <p:spPr>
          <a:xfrm>
            <a:off x="461623" y="1144853"/>
            <a:ext cx="9144000" cy="0"/>
          </a:xfrm>
          <a:prstGeom prst="rect">
            <a:avLst/>
          </a:prstGeom>
          <a:solidFill>
            <a:srgbClr val="00396B"/>
          </a:solidFill>
          <a:ln w="38100">
            <a:solidFill>
              <a:srgbClr val="00396B"/>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l"/>
            <a:endParaRPr lang="en-US" sz="1600" dirty="0"/>
          </a:p>
        </p:txBody>
      </p:sp>
      <p:sp>
        <p:nvSpPr>
          <p:cNvPr id="8" name="Rectangle 7">
            <a:extLst>
              <a:ext uri="{FF2B5EF4-FFF2-40B4-BE49-F238E27FC236}">
                <a16:creationId xmlns:a16="http://schemas.microsoft.com/office/drawing/2014/main" id="{60AC43C3-41D9-9C4F-B8B0-DA592026F312}"/>
              </a:ext>
            </a:extLst>
          </p:cNvPr>
          <p:cNvSpPr/>
          <p:nvPr userDrawn="1"/>
        </p:nvSpPr>
        <p:spPr>
          <a:xfrm>
            <a:off x="298219" y="780099"/>
            <a:ext cx="140429" cy="905826"/>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Rectangle 8">
            <a:extLst>
              <a:ext uri="{FF2B5EF4-FFF2-40B4-BE49-F238E27FC236}">
                <a16:creationId xmlns:a16="http://schemas.microsoft.com/office/drawing/2014/main" id="{F0F01F0F-0C02-0349-8EC7-9C1A12E678A6}"/>
              </a:ext>
            </a:extLst>
          </p:cNvPr>
          <p:cNvSpPr/>
          <p:nvPr userDrawn="1"/>
        </p:nvSpPr>
        <p:spPr>
          <a:xfrm>
            <a:off x="9614923" y="780099"/>
            <a:ext cx="135052" cy="689926"/>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C5F8A2F7-AF6E-8B47-BFCE-0F05ED9722E2}"/>
              </a:ext>
            </a:extLst>
          </p:cNvPr>
          <p:cNvSpPr/>
          <p:nvPr userDrawn="1"/>
        </p:nvSpPr>
        <p:spPr>
          <a:xfrm>
            <a:off x="461623" y="7105266"/>
            <a:ext cx="9144000" cy="0"/>
          </a:xfrm>
          <a:prstGeom prst="rect">
            <a:avLst/>
          </a:prstGeom>
          <a:solidFill>
            <a:srgbClr val="00396B"/>
          </a:solidFill>
          <a:ln w="19050">
            <a:solidFill>
              <a:srgbClr val="00396B"/>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l"/>
            <a:endParaRPr lang="en-US" sz="1600" dirty="0"/>
          </a:p>
        </p:txBody>
      </p:sp>
      <p:sp>
        <p:nvSpPr>
          <p:cNvPr id="15" name="Rectangle 14">
            <a:extLst>
              <a:ext uri="{FF2B5EF4-FFF2-40B4-BE49-F238E27FC236}">
                <a16:creationId xmlns:a16="http://schemas.microsoft.com/office/drawing/2014/main" id="{7E704648-A2D3-CF47-A418-6C3DA12F0E1F}"/>
              </a:ext>
            </a:extLst>
          </p:cNvPr>
          <p:cNvSpPr/>
          <p:nvPr userDrawn="1"/>
        </p:nvSpPr>
        <p:spPr>
          <a:xfrm>
            <a:off x="306772" y="6986085"/>
            <a:ext cx="135052" cy="270588"/>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id="{306910E1-718B-9148-82CB-2C98644C11FB}"/>
              </a:ext>
            </a:extLst>
          </p:cNvPr>
          <p:cNvSpPr/>
          <p:nvPr userDrawn="1"/>
        </p:nvSpPr>
        <p:spPr>
          <a:xfrm>
            <a:off x="9614923" y="6986085"/>
            <a:ext cx="135052" cy="270588"/>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2" name="Slide Number Placeholder 31">
            <a:extLst>
              <a:ext uri="{FF2B5EF4-FFF2-40B4-BE49-F238E27FC236}">
                <a16:creationId xmlns:a16="http://schemas.microsoft.com/office/drawing/2014/main" id="{92A52980-2613-2347-B25E-DCB831E65E90}"/>
              </a:ext>
            </a:extLst>
          </p:cNvPr>
          <p:cNvSpPr>
            <a:spLocks noGrp="1"/>
          </p:cNvSpPr>
          <p:nvPr>
            <p:ph type="sldNum" sz="quarter" idx="17"/>
          </p:nvPr>
        </p:nvSpPr>
        <p:spPr>
          <a:xfrm>
            <a:off x="9216483" y="7201198"/>
            <a:ext cx="389140" cy="413808"/>
          </a:xfrm>
          <a:prstGeom prst="rect">
            <a:avLst/>
          </a:prstGeom>
        </p:spPr>
        <p:txBody>
          <a:bodyPr lIns="0" tIns="0" rIns="0" bIns="0" anchor="ctr"/>
          <a:lstStyle>
            <a:lvl1pPr>
              <a:defRPr sz="1200">
                <a:latin typeface="Garamond" panose="02020404030301010803" pitchFamily="18" charset="0"/>
              </a:defRPr>
            </a:lvl1pPr>
          </a:lstStyle>
          <a:p>
            <a:fld id="{3FEFCAF1-6404-E34E-8C55-31475CA0CB4C}" type="slidenum">
              <a:rPr lang="en-US" smtClean="0"/>
              <a:pPr/>
              <a:t>‹#›</a:t>
            </a:fld>
            <a:endParaRPr lang="en-US" dirty="0"/>
          </a:p>
        </p:txBody>
      </p:sp>
      <p:sp>
        <p:nvSpPr>
          <p:cNvPr id="5" name="Text Placeholder 4">
            <a:extLst>
              <a:ext uri="{FF2B5EF4-FFF2-40B4-BE49-F238E27FC236}">
                <a16:creationId xmlns:a16="http://schemas.microsoft.com/office/drawing/2014/main" id="{BCC58857-C60A-334F-99DC-0BDAF0F9C4BC}"/>
              </a:ext>
            </a:extLst>
          </p:cNvPr>
          <p:cNvSpPr>
            <a:spLocks noGrp="1"/>
          </p:cNvSpPr>
          <p:nvPr>
            <p:ph type="body" sz="quarter" idx="18" hasCustomPrompt="1"/>
          </p:nvPr>
        </p:nvSpPr>
        <p:spPr>
          <a:xfrm>
            <a:off x="461963" y="1248828"/>
            <a:ext cx="9144000" cy="355600"/>
          </a:xfrm>
        </p:spPr>
        <p:txBody>
          <a:bodyPr lIns="0" tIns="0" rIns="0" bIns="0" anchor="t">
            <a:normAutofit/>
          </a:bodyPr>
          <a:lstStyle>
            <a:lvl1pPr marL="0" indent="0">
              <a:buNone/>
              <a:defRPr sz="1800"/>
            </a:lvl1pPr>
          </a:lstStyle>
          <a:p>
            <a:pPr lvl="0"/>
            <a:r>
              <a:rPr lang="en-US" dirty="0"/>
              <a:t>Click to edit subtitle</a:t>
            </a:r>
          </a:p>
        </p:txBody>
      </p:sp>
      <p:sp>
        <p:nvSpPr>
          <p:cNvPr id="17" name="Content1">
            <a:extLst>
              <a:ext uri="{FF2B5EF4-FFF2-40B4-BE49-F238E27FC236}">
                <a16:creationId xmlns:a16="http://schemas.microsoft.com/office/drawing/2014/main" id="{24967D68-3571-F942-82E7-7B69602BBAE4}"/>
              </a:ext>
            </a:extLst>
          </p:cNvPr>
          <p:cNvSpPr>
            <a:spLocks noGrp="1"/>
          </p:cNvSpPr>
          <p:nvPr>
            <p:ph idx="10" hasCustomPrompt="1"/>
          </p:nvPr>
        </p:nvSpPr>
        <p:spPr>
          <a:xfrm>
            <a:off x="461623" y="2154636"/>
            <a:ext cx="9144000" cy="1828800"/>
          </a:xfrm>
        </p:spPr>
        <p:txBody>
          <a:bodyPr>
            <a:noAutofit/>
          </a:bodyPr>
          <a:lstStyle>
            <a:lvl1pPr>
              <a:spcBef>
                <a:spcPts val="500"/>
              </a:spcBef>
              <a:defRPr sz="1600" b="0" i="0">
                <a:solidFill>
                  <a:schemeClr val="tx1"/>
                </a:solidFill>
                <a:latin typeface="Garamond" panose="02020404030301010803" pitchFamily="18" charset="0"/>
              </a:defRPr>
            </a:lvl1pPr>
            <a:lvl2pPr>
              <a:spcBef>
                <a:spcPts val="500"/>
              </a:spcBef>
              <a:defRPr sz="1600" b="0" i="0">
                <a:solidFill>
                  <a:schemeClr val="tx1"/>
                </a:solidFill>
                <a:latin typeface="Garamond" panose="02020404030301010803" pitchFamily="18" charset="0"/>
              </a:defRPr>
            </a:lvl2pPr>
            <a:lvl3pPr>
              <a:defRPr sz="1600" b="0" i="0">
                <a:solidFill>
                  <a:schemeClr val="tx1"/>
                </a:solidFill>
                <a:latin typeface="Garamond" panose="02020404030301010803" pitchFamily="18" charset="0"/>
              </a:defRPr>
            </a:lvl3pPr>
            <a:lvl4pPr>
              <a:defRPr sz="1600" b="0" i="0">
                <a:solidFill>
                  <a:schemeClr val="tx1"/>
                </a:solidFill>
                <a:latin typeface="Garamond" panose="02020404030301010803" pitchFamily="18" charset="0"/>
              </a:defRPr>
            </a:lvl4pPr>
            <a:lvl5pPr>
              <a:defRPr sz="1600" b="0" i="0">
                <a:solidFill>
                  <a:schemeClr val="tx1"/>
                </a:solidFill>
                <a:latin typeface="Garamond" panose="02020404030301010803" pitchFamily="18" charset="0"/>
              </a:defRPr>
            </a:lvl5pPr>
          </a:lstStyle>
          <a:p>
            <a:pPr lvl="0"/>
            <a:r>
              <a:rPr lang="en-US" dirty="0"/>
              <a:t>Click to edit Master text styles</a:t>
            </a:r>
          </a:p>
          <a:p>
            <a:pPr lvl="1"/>
            <a:r>
              <a:rPr lang="en-US" dirty="0"/>
              <a:t>Second level</a:t>
            </a:r>
          </a:p>
        </p:txBody>
      </p:sp>
      <p:sp>
        <p:nvSpPr>
          <p:cNvPr id="20" name="Content1">
            <a:extLst>
              <a:ext uri="{FF2B5EF4-FFF2-40B4-BE49-F238E27FC236}">
                <a16:creationId xmlns:a16="http://schemas.microsoft.com/office/drawing/2014/main" id="{DF64CFAD-C77F-194A-AD0F-7CD0FA7BF0AA}"/>
              </a:ext>
            </a:extLst>
          </p:cNvPr>
          <p:cNvSpPr>
            <a:spLocks noGrp="1"/>
          </p:cNvSpPr>
          <p:nvPr>
            <p:ph idx="19" hasCustomPrompt="1"/>
          </p:nvPr>
        </p:nvSpPr>
        <p:spPr>
          <a:xfrm>
            <a:off x="461623" y="1796496"/>
            <a:ext cx="9144000" cy="304337"/>
          </a:xfrm>
          <a:solidFill>
            <a:srgbClr val="1E1F49"/>
          </a:solidFill>
          <a:ln>
            <a:noFill/>
          </a:ln>
        </p:spPr>
        <p:txBody>
          <a:bodyPr lIns="0" tIns="0" rIns="0" bIns="0" anchor="ctr">
            <a:normAutofit/>
          </a:bodyPr>
          <a:lstStyle>
            <a:lvl1pPr marL="0" marR="0" indent="0" algn="ctr" defTabSz="1005840" rtl="0" eaLnBrk="1" fontAlgn="auto" latinLnBrk="0" hangingPunct="1">
              <a:lnSpc>
                <a:spcPct val="90000"/>
              </a:lnSpc>
              <a:spcBef>
                <a:spcPts val="1100"/>
              </a:spcBef>
              <a:spcAft>
                <a:spcPts val="0"/>
              </a:spcAft>
              <a:buClr>
                <a:srgbClr val="710F32"/>
              </a:buClr>
              <a:buSzPct val="90000"/>
              <a:buFont typeface="Wingdings" pitchFamily="2" charset="2"/>
              <a:buNone/>
              <a:tabLst/>
              <a:defRPr sz="1600" b="0" i="0">
                <a:solidFill>
                  <a:schemeClr val="bg1"/>
                </a:solidFill>
                <a:latin typeface="Garamond" panose="02020404030301010803" pitchFamily="18" charset="0"/>
              </a:defRPr>
            </a:lvl1pPr>
            <a:lvl2pPr marL="502920" indent="0">
              <a:buNone/>
              <a:defRPr sz="1600" b="0" i="0">
                <a:solidFill>
                  <a:schemeClr val="tx1"/>
                </a:solidFill>
                <a:latin typeface="Garamond" panose="02020404030301010803" pitchFamily="18" charset="0"/>
              </a:defRPr>
            </a:lvl2pPr>
            <a:lvl3pPr>
              <a:defRPr sz="1600" b="0" i="0">
                <a:solidFill>
                  <a:schemeClr val="tx1"/>
                </a:solidFill>
                <a:latin typeface="Garamond" panose="02020404030301010803" pitchFamily="18" charset="0"/>
              </a:defRPr>
            </a:lvl3pPr>
            <a:lvl4pPr>
              <a:defRPr sz="1600" b="0" i="0">
                <a:solidFill>
                  <a:schemeClr val="tx1"/>
                </a:solidFill>
                <a:latin typeface="Garamond" panose="02020404030301010803" pitchFamily="18" charset="0"/>
              </a:defRPr>
            </a:lvl4pPr>
            <a:lvl5pPr>
              <a:defRPr sz="1600" b="0" i="0">
                <a:solidFill>
                  <a:schemeClr val="tx1"/>
                </a:solidFill>
                <a:latin typeface="Garamond" panose="02020404030301010803" pitchFamily="18" charset="0"/>
              </a:defRPr>
            </a:lvl5pPr>
          </a:lstStyle>
          <a:p>
            <a:pPr lvl="0"/>
            <a:r>
              <a:rPr lang="en-US" dirty="0"/>
              <a:t>Click to edit section title</a:t>
            </a:r>
          </a:p>
        </p:txBody>
      </p:sp>
      <p:sp>
        <p:nvSpPr>
          <p:cNvPr id="22" name="Content1">
            <a:extLst>
              <a:ext uri="{FF2B5EF4-FFF2-40B4-BE49-F238E27FC236}">
                <a16:creationId xmlns:a16="http://schemas.microsoft.com/office/drawing/2014/main" id="{D73ACAEC-9AF8-8C48-8E65-C4099682A433}"/>
              </a:ext>
            </a:extLst>
          </p:cNvPr>
          <p:cNvSpPr>
            <a:spLocks noGrp="1"/>
          </p:cNvSpPr>
          <p:nvPr>
            <p:ph idx="20" hasCustomPrompt="1"/>
          </p:nvPr>
        </p:nvSpPr>
        <p:spPr>
          <a:xfrm>
            <a:off x="461623" y="4419985"/>
            <a:ext cx="9144000" cy="1828800"/>
          </a:xfrm>
        </p:spPr>
        <p:txBody>
          <a:bodyPr>
            <a:noAutofit/>
          </a:bodyPr>
          <a:lstStyle>
            <a:lvl1pPr>
              <a:spcBef>
                <a:spcPts val="500"/>
              </a:spcBef>
              <a:defRPr sz="1600" b="0" i="0">
                <a:solidFill>
                  <a:schemeClr val="tx1"/>
                </a:solidFill>
                <a:latin typeface="Garamond" panose="02020404030301010803" pitchFamily="18" charset="0"/>
              </a:defRPr>
            </a:lvl1pPr>
            <a:lvl2pPr>
              <a:spcBef>
                <a:spcPts val="500"/>
              </a:spcBef>
              <a:defRPr sz="1600" b="0" i="0">
                <a:solidFill>
                  <a:schemeClr val="tx1"/>
                </a:solidFill>
                <a:latin typeface="Garamond" panose="02020404030301010803" pitchFamily="18" charset="0"/>
              </a:defRPr>
            </a:lvl2pPr>
            <a:lvl3pPr>
              <a:defRPr sz="1600" b="0" i="0">
                <a:solidFill>
                  <a:schemeClr val="tx1"/>
                </a:solidFill>
                <a:latin typeface="Garamond" panose="02020404030301010803" pitchFamily="18" charset="0"/>
              </a:defRPr>
            </a:lvl3pPr>
            <a:lvl4pPr>
              <a:defRPr sz="1600" b="0" i="0">
                <a:solidFill>
                  <a:schemeClr val="tx1"/>
                </a:solidFill>
                <a:latin typeface="Garamond" panose="02020404030301010803" pitchFamily="18" charset="0"/>
              </a:defRPr>
            </a:lvl4pPr>
            <a:lvl5pPr>
              <a:defRPr sz="1600" b="0" i="0">
                <a:solidFill>
                  <a:schemeClr val="tx1"/>
                </a:solidFill>
                <a:latin typeface="Garamond" panose="02020404030301010803" pitchFamily="18" charset="0"/>
              </a:defRPr>
            </a:lvl5pPr>
          </a:lstStyle>
          <a:p>
            <a:pPr lvl="0"/>
            <a:r>
              <a:rPr lang="en-US" dirty="0"/>
              <a:t>Click to edit Master text styles</a:t>
            </a:r>
          </a:p>
          <a:p>
            <a:pPr lvl="1"/>
            <a:r>
              <a:rPr lang="en-US" dirty="0"/>
              <a:t>Second level</a:t>
            </a:r>
          </a:p>
        </p:txBody>
      </p:sp>
      <p:sp>
        <p:nvSpPr>
          <p:cNvPr id="23" name="Content1">
            <a:extLst>
              <a:ext uri="{FF2B5EF4-FFF2-40B4-BE49-F238E27FC236}">
                <a16:creationId xmlns:a16="http://schemas.microsoft.com/office/drawing/2014/main" id="{7F4FEE7B-7E82-ED43-B8F0-37C50FEBFC19}"/>
              </a:ext>
            </a:extLst>
          </p:cNvPr>
          <p:cNvSpPr>
            <a:spLocks noGrp="1"/>
          </p:cNvSpPr>
          <p:nvPr>
            <p:ph idx="21" hasCustomPrompt="1"/>
          </p:nvPr>
        </p:nvSpPr>
        <p:spPr>
          <a:xfrm>
            <a:off x="461623" y="4061845"/>
            <a:ext cx="9144000" cy="304337"/>
          </a:xfrm>
          <a:solidFill>
            <a:srgbClr val="1E1F49"/>
          </a:solidFill>
          <a:ln>
            <a:noFill/>
          </a:ln>
        </p:spPr>
        <p:txBody>
          <a:bodyPr lIns="0" tIns="0" rIns="0" bIns="0" anchor="ctr">
            <a:normAutofit/>
          </a:bodyPr>
          <a:lstStyle>
            <a:lvl1pPr marL="0" marR="0" indent="0" algn="ctr" defTabSz="1005840" rtl="0" eaLnBrk="1" fontAlgn="auto" latinLnBrk="0" hangingPunct="1">
              <a:lnSpc>
                <a:spcPct val="90000"/>
              </a:lnSpc>
              <a:spcBef>
                <a:spcPts val="1100"/>
              </a:spcBef>
              <a:spcAft>
                <a:spcPts val="0"/>
              </a:spcAft>
              <a:buClr>
                <a:srgbClr val="710F32"/>
              </a:buClr>
              <a:buSzPct val="90000"/>
              <a:buFont typeface="Wingdings" pitchFamily="2" charset="2"/>
              <a:buNone/>
              <a:tabLst/>
              <a:defRPr sz="1600" b="0" i="0">
                <a:solidFill>
                  <a:schemeClr val="bg1"/>
                </a:solidFill>
                <a:latin typeface="Garamond" panose="02020404030301010803" pitchFamily="18" charset="0"/>
              </a:defRPr>
            </a:lvl1pPr>
            <a:lvl2pPr marL="502920" indent="0">
              <a:buNone/>
              <a:defRPr sz="1600" b="0" i="0">
                <a:solidFill>
                  <a:schemeClr val="tx1"/>
                </a:solidFill>
                <a:latin typeface="Garamond" panose="02020404030301010803" pitchFamily="18" charset="0"/>
              </a:defRPr>
            </a:lvl2pPr>
            <a:lvl3pPr>
              <a:defRPr sz="1600" b="0" i="0">
                <a:solidFill>
                  <a:schemeClr val="tx1"/>
                </a:solidFill>
                <a:latin typeface="Garamond" panose="02020404030301010803" pitchFamily="18" charset="0"/>
              </a:defRPr>
            </a:lvl3pPr>
            <a:lvl4pPr>
              <a:defRPr sz="1600" b="0" i="0">
                <a:solidFill>
                  <a:schemeClr val="tx1"/>
                </a:solidFill>
                <a:latin typeface="Garamond" panose="02020404030301010803" pitchFamily="18" charset="0"/>
              </a:defRPr>
            </a:lvl4pPr>
            <a:lvl5pPr>
              <a:defRPr sz="1600" b="0" i="0">
                <a:solidFill>
                  <a:schemeClr val="tx1"/>
                </a:solidFill>
                <a:latin typeface="Garamond" panose="02020404030301010803" pitchFamily="18" charset="0"/>
              </a:defRPr>
            </a:lvl5pPr>
          </a:lstStyle>
          <a:p>
            <a:pPr lvl="0"/>
            <a:r>
              <a:rPr lang="en-US" dirty="0"/>
              <a:t>Click to edit section title</a:t>
            </a:r>
          </a:p>
        </p:txBody>
      </p:sp>
      <p:sp>
        <p:nvSpPr>
          <p:cNvPr id="18" name="Text Placeholder 9">
            <a:extLst>
              <a:ext uri="{FF2B5EF4-FFF2-40B4-BE49-F238E27FC236}">
                <a16:creationId xmlns:a16="http://schemas.microsoft.com/office/drawing/2014/main" id="{E98C0CAC-08DF-E144-9C38-868E4A3F165C}"/>
              </a:ext>
            </a:extLst>
          </p:cNvPr>
          <p:cNvSpPr>
            <a:spLocks noGrp="1"/>
          </p:cNvSpPr>
          <p:nvPr>
            <p:ph type="body" sz="quarter" idx="22" hasCustomPrompt="1"/>
          </p:nvPr>
        </p:nvSpPr>
        <p:spPr>
          <a:xfrm>
            <a:off x="463868" y="6362339"/>
            <a:ext cx="9144000" cy="646113"/>
          </a:xfrm>
        </p:spPr>
        <p:txBody>
          <a:bodyPr>
            <a:normAutofit/>
          </a:bodyPr>
          <a:lstStyle>
            <a:lvl1pPr marL="0" indent="0">
              <a:spcBef>
                <a:spcPts val="0"/>
              </a:spcBef>
              <a:buNone/>
              <a:defRPr sz="1000"/>
            </a:lvl1pPr>
          </a:lstStyle>
          <a:p>
            <a:pPr lvl="0"/>
            <a:r>
              <a:rPr lang="en-US" dirty="0"/>
              <a:t>Click to edit footnotes</a:t>
            </a:r>
          </a:p>
        </p:txBody>
      </p:sp>
    </p:spTree>
    <p:extLst>
      <p:ext uri="{BB962C8B-B14F-4D97-AF65-F5344CB8AC3E}">
        <p14:creationId xmlns:p14="http://schemas.microsoft.com/office/powerpoint/2010/main" val="3822717047"/>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Title and Two Labed Sections">
    <p:spTree>
      <p:nvGrpSpPr>
        <p:cNvPr id="1" name=""/>
        <p:cNvGrpSpPr/>
        <p:nvPr/>
      </p:nvGrpSpPr>
      <p:grpSpPr>
        <a:xfrm>
          <a:off x="0" y="0"/>
          <a:ext cx="0" cy="0"/>
          <a:chOff x="0" y="0"/>
          <a:chExt cx="0" cy="0"/>
        </a:xfrm>
      </p:grpSpPr>
      <p:sp>
        <p:nvSpPr>
          <p:cNvPr id="2" name="Title 1"/>
          <p:cNvSpPr>
            <a:spLocks noGrp="1"/>
          </p:cNvSpPr>
          <p:nvPr>
            <p:ph type="title"/>
          </p:nvPr>
        </p:nvSpPr>
        <p:spPr>
          <a:xfrm>
            <a:off x="461623" y="365467"/>
            <a:ext cx="9144000" cy="731520"/>
          </a:xfrm>
        </p:spPr>
        <p:txBody>
          <a:bodyPr lIns="0" tIns="0" rIns="0" bIns="0" anchor="b">
            <a:noAutofit/>
          </a:bodyPr>
          <a:lstStyle>
            <a:lvl1pPr algn="l">
              <a:defRPr sz="2800"/>
            </a:lvl1pPr>
          </a:lstStyle>
          <a:p>
            <a:r>
              <a:rPr lang="en-US"/>
              <a:t>Click to edit Master title style</a:t>
            </a:r>
            <a:endParaRPr lang="en-US" dirty="0"/>
          </a:p>
        </p:txBody>
      </p:sp>
      <p:sp>
        <p:nvSpPr>
          <p:cNvPr id="7" name="Rectangle 6">
            <a:extLst>
              <a:ext uri="{FF2B5EF4-FFF2-40B4-BE49-F238E27FC236}">
                <a16:creationId xmlns:a16="http://schemas.microsoft.com/office/drawing/2014/main" id="{2646B5E7-46FE-9147-90FD-86B4FD3EF191}"/>
              </a:ext>
            </a:extLst>
          </p:cNvPr>
          <p:cNvSpPr/>
          <p:nvPr userDrawn="1"/>
        </p:nvSpPr>
        <p:spPr>
          <a:xfrm>
            <a:off x="461623" y="1144853"/>
            <a:ext cx="9144000" cy="0"/>
          </a:xfrm>
          <a:prstGeom prst="rect">
            <a:avLst/>
          </a:prstGeom>
          <a:solidFill>
            <a:srgbClr val="710F32"/>
          </a:solidFill>
          <a:ln w="38100">
            <a:solidFill>
              <a:srgbClr val="00396B"/>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l"/>
            <a:endParaRPr lang="en-US" sz="1600" dirty="0"/>
          </a:p>
        </p:txBody>
      </p:sp>
      <p:sp>
        <p:nvSpPr>
          <p:cNvPr id="8" name="Rectangle 7">
            <a:extLst>
              <a:ext uri="{FF2B5EF4-FFF2-40B4-BE49-F238E27FC236}">
                <a16:creationId xmlns:a16="http://schemas.microsoft.com/office/drawing/2014/main" id="{60AC43C3-41D9-9C4F-B8B0-DA592026F312}"/>
              </a:ext>
            </a:extLst>
          </p:cNvPr>
          <p:cNvSpPr/>
          <p:nvPr userDrawn="1"/>
        </p:nvSpPr>
        <p:spPr>
          <a:xfrm>
            <a:off x="298219" y="780099"/>
            <a:ext cx="140429" cy="905826"/>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Rectangle 8">
            <a:extLst>
              <a:ext uri="{FF2B5EF4-FFF2-40B4-BE49-F238E27FC236}">
                <a16:creationId xmlns:a16="http://schemas.microsoft.com/office/drawing/2014/main" id="{F0F01F0F-0C02-0349-8EC7-9C1A12E678A6}"/>
              </a:ext>
            </a:extLst>
          </p:cNvPr>
          <p:cNvSpPr/>
          <p:nvPr userDrawn="1"/>
        </p:nvSpPr>
        <p:spPr>
          <a:xfrm>
            <a:off x="9614923" y="780099"/>
            <a:ext cx="135052" cy="689926"/>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C5F8A2F7-AF6E-8B47-BFCE-0F05ED9722E2}"/>
              </a:ext>
            </a:extLst>
          </p:cNvPr>
          <p:cNvSpPr/>
          <p:nvPr userDrawn="1"/>
        </p:nvSpPr>
        <p:spPr>
          <a:xfrm>
            <a:off x="461623" y="7105266"/>
            <a:ext cx="9144000" cy="0"/>
          </a:xfrm>
          <a:prstGeom prst="rect">
            <a:avLst/>
          </a:prstGeom>
          <a:solidFill>
            <a:srgbClr val="710F32"/>
          </a:solidFill>
          <a:ln w="19050">
            <a:solidFill>
              <a:srgbClr val="00396B"/>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l"/>
            <a:endParaRPr lang="en-US" sz="1600" dirty="0"/>
          </a:p>
        </p:txBody>
      </p:sp>
      <p:sp>
        <p:nvSpPr>
          <p:cNvPr id="15" name="Rectangle 14">
            <a:extLst>
              <a:ext uri="{FF2B5EF4-FFF2-40B4-BE49-F238E27FC236}">
                <a16:creationId xmlns:a16="http://schemas.microsoft.com/office/drawing/2014/main" id="{7E704648-A2D3-CF47-A418-6C3DA12F0E1F}"/>
              </a:ext>
            </a:extLst>
          </p:cNvPr>
          <p:cNvSpPr/>
          <p:nvPr userDrawn="1"/>
        </p:nvSpPr>
        <p:spPr>
          <a:xfrm>
            <a:off x="306772" y="6986085"/>
            <a:ext cx="135052" cy="270588"/>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id="{306910E1-718B-9148-82CB-2C98644C11FB}"/>
              </a:ext>
            </a:extLst>
          </p:cNvPr>
          <p:cNvSpPr/>
          <p:nvPr userDrawn="1"/>
        </p:nvSpPr>
        <p:spPr>
          <a:xfrm>
            <a:off x="9614923" y="6986085"/>
            <a:ext cx="135052" cy="270588"/>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2" name="Slide Number Placeholder 31">
            <a:extLst>
              <a:ext uri="{FF2B5EF4-FFF2-40B4-BE49-F238E27FC236}">
                <a16:creationId xmlns:a16="http://schemas.microsoft.com/office/drawing/2014/main" id="{92A52980-2613-2347-B25E-DCB831E65E90}"/>
              </a:ext>
            </a:extLst>
          </p:cNvPr>
          <p:cNvSpPr>
            <a:spLocks noGrp="1"/>
          </p:cNvSpPr>
          <p:nvPr>
            <p:ph type="sldNum" sz="quarter" idx="17"/>
          </p:nvPr>
        </p:nvSpPr>
        <p:spPr>
          <a:xfrm>
            <a:off x="9216483" y="7201198"/>
            <a:ext cx="389140" cy="413808"/>
          </a:xfrm>
          <a:prstGeom prst="rect">
            <a:avLst/>
          </a:prstGeom>
        </p:spPr>
        <p:txBody>
          <a:bodyPr lIns="0" tIns="0" rIns="0" bIns="0" anchor="ctr"/>
          <a:lstStyle>
            <a:lvl1pPr>
              <a:defRPr sz="1200">
                <a:latin typeface="Garamond" panose="02020404030301010803" pitchFamily="18" charset="0"/>
              </a:defRPr>
            </a:lvl1pPr>
          </a:lstStyle>
          <a:p>
            <a:fld id="{3FEFCAF1-6404-E34E-8C55-31475CA0CB4C}" type="slidenum">
              <a:rPr lang="en-US" smtClean="0"/>
              <a:pPr/>
              <a:t>‹#›</a:t>
            </a:fld>
            <a:endParaRPr lang="en-US" dirty="0"/>
          </a:p>
        </p:txBody>
      </p:sp>
      <p:sp>
        <p:nvSpPr>
          <p:cNvPr id="5" name="Text Placeholder 4">
            <a:extLst>
              <a:ext uri="{FF2B5EF4-FFF2-40B4-BE49-F238E27FC236}">
                <a16:creationId xmlns:a16="http://schemas.microsoft.com/office/drawing/2014/main" id="{BCC58857-C60A-334F-99DC-0BDAF0F9C4BC}"/>
              </a:ext>
            </a:extLst>
          </p:cNvPr>
          <p:cNvSpPr>
            <a:spLocks noGrp="1"/>
          </p:cNvSpPr>
          <p:nvPr>
            <p:ph type="body" sz="quarter" idx="18" hasCustomPrompt="1"/>
          </p:nvPr>
        </p:nvSpPr>
        <p:spPr>
          <a:xfrm>
            <a:off x="461963" y="1248828"/>
            <a:ext cx="9144000" cy="355600"/>
          </a:xfrm>
        </p:spPr>
        <p:txBody>
          <a:bodyPr lIns="0" tIns="0" rIns="0" bIns="0" anchor="t">
            <a:normAutofit/>
          </a:bodyPr>
          <a:lstStyle>
            <a:lvl1pPr marL="0" indent="0">
              <a:buNone/>
              <a:defRPr sz="1800"/>
            </a:lvl1pPr>
          </a:lstStyle>
          <a:p>
            <a:pPr lvl="0"/>
            <a:r>
              <a:rPr lang="en-US" dirty="0"/>
              <a:t>Click to edit subtitle</a:t>
            </a:r>
          </a:p>
        </p:txBody>
      </p:sp>
      <p:sp>
        <p:nvSpPr>
          <p:cNvPr id="24" name="Content1">
            <a:extLst>
              <a:ext uri="{FF2B5EF4-FFF2-40B4-BE49-F238E27FC236}">
                <a16:creationId xmlns:a16="http://schemas.microsoft.com/office/drawing/2014/main" id="{FC13BDA3-0ED6-DA43-ACA1-F7EC0C5CCFBD}"/>
              </a:ext>
            </a:extLst>
          </p:cNvPr>
          <p:cNvSpPr>
            <a:spLocks noGrp="1"/>
          </p:cNvSpPr>
          <p:nvPr>
            <p:ph idx="10" hasCustomPrompt="1"/>
          </p:nvPr>
        </p:nvSpPr>
        <p:spPr>
          <a:xfrm>
            <a:off x="859536" y="1685925"/>
            <a:ext cx="8723376" cy="2612365"/>
          </a:xfrm>
          <a:ln w="22225">
            <a:solidFill>
              <a:srgbClr val="1E1F49"/>
            </a:solidFill>
          </a:ln>
        </p:spPr>
        <p:txBody>
          <a:bodyPr>
            <a:normAutofit/>
          </a:bodyPr>
          <a:lstStyle>
            <a:lvl1pPr>
              <a:spcBef>
                <a:spcPts val="500"/>
              </a:spcBef>
              <a:defRPr sz="1600" b="0" i="0">
                <a:solidFill>
                  <a:schemeClr val="tx1"/>
                </a:solidFill>
                <a:latin typeface="Garamond" panose="02020404030301010803" pitchFamily="18" charset="0"/>
              </a:defRPr>
            </a:lvl1pPr>
            <a:lvl2pPr>
              <a:spcBef>
                <a:spcPts val="500"/>
              </a:spcBef>
              <a:defRPr sz="1600" b="0" i="0">
                <a:solidFill>
                  <a:schemeClr val="tx1"/>
                </a:solidFill>
                <a:latin typeface="Garamond" panose="02020404030301010803" pitchFamily="18" charset="0"/>
              </a:defRPr>
            </a:lvl2pPr>
            <a:lvl3pPr>
              <a:defRPr sz="1600" b="0" i="0">
                <a:solidFill>
                  <a:schemeClr val="tx1"/>
                </a:solidFill>
                <a:latin typeface="Garamond" panose="02020404030301010803" pitchFamily="18" charset="0"/>
              </a:defRPr>
            </a:lvl3pPr>
            <a:lvl4pPr>
              <a:defRPr sz="1600" b="0" i="0">
                <a:solidFill>
                  <a:schemeClr val="tx1"/>
                </a:solidFill>
                <a:latin typeface="Garamond" panose="02020404030301010803" pitchFamily="18" charset="0"/>
              </a:defRPr>
            </a:lvl4pPr>
            <a:lvl5pPr>
              <a:defRPr sz="1600" b="0" i="0">
                <a:solidFill>
                  <a:schemeClr val="tx1"/>
                </a:solidFill>
                <a:latin typeface="Garamond" panose="02020404030301010803" pitchFamily="18" charset="0"/>
              </a:defRPr>
            </a:lvl5pPr>
          </a:lstStyle>
          <a:p>
            <a:pPr lvl="0"/>
            <a:r>
              <a:rPr lang="en-US" dirty="0"/>
              <a:t>Click to edit Master text styles</a:t>
            </a:r>
          </a:p>
          <a:p>
            <a:pPr lvl="1"/>
            <a:r>
              <a:rPr lang="en-US" dirty="0"/>
              <a:t>Second level</a:t>
            </a:r>
          </a:p>
        </p:txBody>
      </p:sp>
      <p:sp>
        <p:nvSpPr>
          <p:cNvPr id="3" name="Rectangle 2">
            <a:extLst>
              <a:ext uri="{FF2B5EF4-FFF2-40B4-BE49-F238E27FC236}">
                <a16:creationId xmlns:a16="http://schemas.microsoft.com/office/drawing/2014/main" id="{A502F299-4416-B44A-B4D6-3B8C2C77634F}"/>
              </a:ext>
            </a:extLst>
          </p:cNvPr>
          <p:cNvSpPr/>
          <p:nvPr userDrawn="1"/>
        </p:nvSpPr>
        <p:spPr>
          <a:xfrm>
            <a:off x="461623" y="1685925"/>
            <a:ext cx="379625" cy="2612365"/>
          </a:xfrm>
          <a:prstGeom prst="rect">
            <a:avLst/>
          </a:prstGeom>
          <a:solidFill>
            <a:srgbClr val="300508"/>
          </a:solidFill>
          <a:ln w="22225">
            <a:solidFill>
              <a:srgbClr val="300508"/>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7" name="Content1">
            <a:extLst>
              <a:ext uri="{FF2B5EF4-FFF2-40B4-BE49-F238E27FC236}">
                <a16:creationId xmlns:a16="http://schemas.microsoft.com/office/drawing/2014/main" id="{1C72D35B-501F-E544-9C2D-D197EEFEB2DE}"/>
              </a:ext>
            </a:extLst>
          </p:cNvPr>
          <p:cNvSpPr>
            <a:spLocks noGrp="1"/>
          </p:cNvSpPr>
          <p:nvPr>
            <p:ph idx="19" hasCustomPrompt="1"/>
          </p:nvPr>
        </p:nvSpPr>
        <p:spPr>
          <a:xfrm>
            <a:off x="859536" y="4394221"/>
            <a:ext cx="8723376" cy="2615184"/>
          </a:xfrm>
          <a:ln w="22225">
            <a:solidFill>
              <a:srgbClr val="00396B"/>
            </a:solidFill>
          </a:ln>
        </p:spPr>
        <p:txBody>
          <a:bodyPr>
            <a:normAutofit/>
          </a:bodyPr>
          <a:lstStyle>
            <a:lvl1pPr>
              <a:spcBef>
                <a:spcPts val="500"/>
              </a:spcBef>
              <a:defRPr sz="1600" b="0" i="0">
                <a:solidFill>
                  <a:schemeClr val="tx1"/>
                </a:solidFill>
                <a:latin typeface="Garamond" panose="02020404030301010803" pitchFamily="18" charset="0"/>
              </a:defRPr>
            </a:lvl1pPr>
            <a:lvl2pPr>
              <a:spcBef>
                <a:spcPts val="500"/>
              </a:spcBef>
              <a:defRPr sz="1600" b="0" i="0">
                <a:solidFill>
                  <a:schemeClr val="tx1"/>
                </a:solidFill>
                <a:latin typeface="Garamond" panose="02020404030301010803" pitchFamily="18" charset="0"/>
              </a:defRPr>
            </a:lvl2pPr>
            <a:lvl3pPr>
              <a:defRPr sz="1600" b="0" i="0">
                <a:solidFill>
                  <a:schemeClr val="tx1"/>
                </a:solidFill>
                <a:latin typeface="Garamond" panose="02020404030301010803" pitchFamily="18" charset="0"/>
              </a:defRPr>
            </a:lvl3pPr>
            <a:lvl4pPr>
              <a:defRPr sz="1600" b="0" i="0">
                <a:solidFill>
                  <a:schemeClr val="tx1"/>
                </a:solidFill>
                <a:latin typeface="Garamond" panose="02020404030301010803" pitchFamily="18" charset="0"/>
              </a:defRPr>
            </a:lvl4pPr>
            <a:lvl5pPr>
              <a:defRPr sz="1600" b="0" i="0">
                <a:solidFill>
                  <a:schemeClr val="tx1"/>
                </a:solidFill>
                <a:latin typeface="Garamond" panose="02020404030301010803" pitchFamily="18" charset="0"/>
              </a:defRPr>
            </a:lvl5pPr>
          </a:lstStyle>
          <a:p>
            <a:pPr lvl="0"/>
            <a:r>
              <a:rPr lang="en-US" dirty="0"/>
              <a:t>Click to edit Master text styles</a:t>
            </a:r>
          </a:p>
          <a:p>
            <a:pPr lvl="1"/>
            <a:r>
              <a:rPr lang="en-US" dirty="0"/>
              <a:t>Second level</a:t>
            </a:r>
          </a:p>
        </p:txBody>
      </p:sp>
      <p:sp>
        <p:nvSpPr>
          <p:cNvPr id="6" name="Vertical Text Placeholder 5">
            <a:extLst>
              <a:ext uri="{FF2B5EF4-FFF2-40B4-BE49-F238E27FC236}">
                <a16:creationId xmlns:a16="http://schemas.microsoft.com/office/drawing/2014/main" id="{6083982B-EB0A-2940-BE54-C2B4E23CC405}"/>
              </a:ext>
            </a:extLst>
          </p:cNvPr>
          <p:cNvSpPr>
            <a:spLocks noGrp="1"/>
          </p:cNvSpPr>
          <p:nvPr>
            <p:ph type="body" orient="vert" sz="quarter" idx="20" hasCustomPrompt="1"/>
          </p:nvPr>
        </p:nvSpPr>
        <p:spPr>
          <a:xfrm rot="10800000">
            <a:off x="457200" y="1686121"/>
            <a:ext cx="384048" cy="2612157"/>
          </a:xfrm>
          <a:solidFill>
            <a:srgbClr val="1E1F49"/>
          </a:solidFill>
          <a:ln>
            <a:noFill/>
          </a:ln>
        </p:spPr>
        <p:txBody>
          <a:bodyPr vert="eaVert" lIns="0" tIns="0" rIns="0" bIns="0" anchor="ctr" anchorCtr="1"/>
          <a:lstStyle>
            <a:lvl1pPr marL="0" indent="0" algn="ctr">
              <a:buNone/>
              <a:defRPr>
                <a:solidFill>
                  <a:schemeClr val="bg1"/>
                </a:solidFill>
              </a:defRPr>
            </a:lvl1pPr>
          </a:lstStyle>
          <a:p>
            <a:pPr lvl="0"/>
            <a:r>
              <a:rPr lang="en-US" dirty="0"/>
              <a:t>Click to edit</a:t>
            </a:r>
          </a:p>
        </p:txBody>
      </p:sp>
      <p:sp>
        <p:nvSpPr>
          <p:cNvPr id="19" name="Vertical Text Placeholder 5">
            <a:extLst>
              <a:ext uri="{FF2B5EF4-FFF2-40B4-BE49-F238E27FC236}">
                <a16:creationId xmlns:a16="http://schemas.microsoft.com/office/drawing/2014/main" id="{A979B667-926A-44A9-BC6F-54F23D06126C}"/>
              </a:ext>
            </a:extLst>
          </p:cNvPr>
          <p:cNvSpPr>
            <a:spLocks noGrp="1"/>
          </p:cNvSpPr>
          <p:nvPr>
            <p:ph type="body" orient="vert" sz="quarter" idx="21" hasCustomPrompt="1"/>
          </p:nvPr>
        </p:nvSpPr>
        <p:spPr>
          <a:xfrm rot="10800000">
            <a:off x="457200" y="4382526"/>
            <a:ext cx="384048" cy="2615184"/>
          </a:xfrm>
          <a:solidFill>
            <a:srgbClr val="00396B"/>
          </a:solidFill>
          <a:ln>
            <a:solidFill>
              <a:srgbClr val="00396B"/>
            </a:solidFill>
          </a:ln>
        </p:spPr>
        <p:txBody>
          <a:bodyPr vert="eaVert" lIns="0" tIns="0" rIns="0" bIns="0" anchor="ctr" anchorCtr="1"/>
          <a:lstStyle>
            <a:lvl1pPr marL="0" indent="0" algn="ctr">
              <a:buNone/>
              <a:defRPr>
                <a:solidFill>
                  <a:schemeClr val="bg1"/>
                </a:solidFill>
              </a:defRPr>
            </a:lvl1pPr>
          </a:lstStyle>
          <a:p>
            <a:pPr lvl="0"/>
            <a:r>
              <a:rPr lang="en-US" dirty="0"/>
              <a:t>Click to edit</a:t>
            </a:r>
          </a:p>
        </p:txBody>
      </p:sp>
    </p:spTree>
    <p:extLst>
      <p:ext uri="{BB962C8B-B14F-4D97-AF65-F5344CB8AC3E}">
        <p14:creationId xmlns:p14="http://schemas.microsoft.com/office/powerpoint/2010/main" val="1090314654"/>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Closing">
    <p:bg>
      <p:bgPr>
        <a:solidFill>
          <a:schemeClr val="bg1"/>
        </a:solid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D6F0A77D-8436-4093-9A7A-6CDCD9AD859A}"/>
              </a:ext>
            </a:extLst>
          </p:cNvPr>
          <p:cNvSpPr/>
          <p:nvPr userDrawn="1"/>
        </p:nvSpPr>
        <p:spPr>
          <a:xfrm>
            <a:off x="8063672" y="6858000"/>
            <a:ext cx="1819375" cy="9144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2050" name="Picture 2" descr="The Blue Chips">
            <a:extLst>
              <a:ext uri="{FF2B5EF4-FFF2-40B4-BE49-F238E27FC236}">
                <a16:creationId xmlns:a16="http://schemas.microsoft.com/office/drawing/2014/main" id="{64DD408E-7957-4A21-8B48-FF0B3731B6B8}"/>
              </a:ext>
            </a:extLst>
          </p:cNvPr>
          <p:cNvPicPr>
            <a:picLocks noChangeAspect="1" noChangeArrowheads="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3860747" y="2720128"/>
            <a:ext cx="2336906" cy="233214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143646799"/>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userDrawn="1">
  <p:cSld name="1_Thesis - 4">
    <p:spTree>
      <p:nvGrpSpPr>
        <p:cNvPr id="1" name=""/>
        <p:cNvGrpSpPr/>
        <p:nvPr/>
      </p:nvGrpSpPr>
      <p:grpSpPr>
        <a:xfrm>
          <a:off x="0" y="0"/>
          <a:ext cx="0" cy="0"/>
          <a:chOff x="0" y="0"/>
          <a:chExt cx="0" cy="0"/>
        </a:xfrm>
      </p:grpSpPr>
      <p:sp>
        <p:nvSpPr>
          <p:cNvPr id="2" name="Title 1"/>
          <p:cNvSpPr>
            <a:spLocks noGrp="1"/>
          </p:cNvSpPr>
          <p:nvPr>
            <p:ph type="title"/>
          </p:nvPr>
        </p:nvSpPr>
        <p:spPr>
          <a:xfrm>
            <a:off x="461623" y="365467"/>
            <a:ext cx="9144000" cy="731520"/>
          </a:xfrm>
        </p:spPr>
        <p:txBody>
          <a:bodyPr lIns="0" tIns="0" rIns="0" bIns="0" anchor="b">
            <a:noAutofit/>
          </a:bodyPr>
          <a:lstStyle>
            <a:lvl1pPr algn="l">
              <a:defRPr sz="2800">
                <a:solidFill>
                  <a:srgbClr val="000000"/>
                </a:solidFill>
              </a:defRPr>
            </a:lvl1pPr>
          </a:lstStyle>
          <a:p>
            <a:r>
              <a:rPr lang="en-US"/>
              <a:t>Click to edit Master title style</a:t>
            </a:r>
            <a:endParaRPr lang="en-US" dirty="0"/>
          </a:p>
        </p:txBody>
      </p:sp>
      <p:sp>
        <p:nvSpPr>
          <p:cNvPr id="3" name="Content Placeholder 2"/>
          <p:cNvSpPr>
            <a:spLocks noGrp="1"/>
          </p:cNvSpPr>
          <p:nvPr>
            <p:ph idx="1"/>
          </p:nvPr>
        </p:nvSpPr>
        <p:spPr>
          <a:xfrm>
            <a:off x="461623" y="1861739"/>
            <a:ext cx="9144000" cy="817903"/>
          </a:xfrm>
        </p:spPr>
        <p:txBody>
          <a:bodyPr/>
          <a:lstStyle>
            <a:lvl1pPr>
              <a:spcBef>
                <a:spcPts val="500"/>
              </a:spcBef>
              <a:defRPr sz="1600"/>
            </a:lvl1pPr>
            <a:lvl2pPr>
              <a:spcBef>
                <a:spcPts val="500"/>
              </a:spcBef>
              <a:defRPr sz="1600"/>
            </a:lvl2pPr>
            <a:lvl3pPr>
              <a:defRPr sz="1600"/>
            </a:lvl3pPr>
          </a:lstStyle>
          <a:p>
            <a:pPr lvl="0"/>
            <a:r>
              <a:rPr lang="en-US"/>
              <a:t>Click to edit Master text styles</a:t>
            </a:r>
          </a:p>
          <a:p>
            <a:pPr lvl="1"/>
            <a:r>
              <a:rPr lang="en-US"/>
              <a:t>Second level</a:t>
            </a:r>
          </a:p>
        </p:txBody>
      </p:sp>
      <p:sp>
        <p:nvSpPr>
          <p:cNvPr id="7" name="Rectangle 6">
            <a:extLst>
              <a:ext uri="{FF2B5EF4-FFF2-40B4-BE49-F238E27FC236}">
                <a16:creationId xmlns:a16="http://schemas.microsoft.com/office/drawing/2014/main" id="{2646B5E7-46FE-9147-90FD-86B4FD3EF191}"/>
              </a:ext>
            </a:extLst>
          </p:cNvPr>
          <p:cNvSpPr/>
          <p:nvPr userDrawn="1"/>
        </p:nvSpPr>
        <p:spPr>
          <a:xfrm>
            <a:off x="461623" y="1144853"/>
            <a:ext cx="9144000" cy="0"/>
          </a:xfrm>
          <a:prstGeom prst="rect">
            <a:avLst/>
          </a:prstGeom>
          <a:solidFill>
            <a:srgbClr val="00396B"/>
          </a:solidFill>
          <a:ln w="38100">
            <a:solidFill>
              <a:srgbClr val="00396B"/>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l"/>
            <a:endParaRPr lang="en-US" sz="1600" dirty="0"/>
          </a:p>
        </p:txBody>
      </p:sp>
      <p:sp>
        <p:nvSpPr>
          <p:cNvPr id="8" name="Rectangle 7">
            <a:extLst>
              <a:ext uri="{FF2B5EF4-FFF2-40B4-BE49-F238E27FC236}">
                <a16:creationId xmlns:a16="http://schemas.microsoft.com/office/drawing/2014/main" id="{60AC43C3-41D9-9C4F-B8B0-DA592026F312}"/>
              </a:ext>
            </a:extLst>
          </p:cNvPr>
          <p:cNvSpPr/>
          <p:nvPr userDrawn="1"/>
        </p:nvSpPr>
        <p:spPr>
          <a:xfrm>
            <a:off x="298219" y="780099"/>
            <a:ext cx="140429" cy="905826"/>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Rectangle 8">
            <a:extLst>
              <a:ext uri="{FF2B5EF4-FFF2-40B4-BE49-F238E27FC236}">
                <a16:creationId xmlns:a16="http://schemas.microsoft.com/office/drawing/2014/main" id="{F0F01F0F-0C02-0349-8EC7-9C1A12E678A6}"/>
              </a:ext>
            </a:extLst>
          </p:cNvPr>
          <p:cNvSpPr/>
          <p:nvPr userDrawn="1"/>
        </p:nvSpPr>
        <p:spPr>
          <a:xfrm>
            <a:off x="9614923" y="780099"/>
            <a:ext cx="135052" cy="689926"/>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C5F8A2F7-AF6E-8B47-BFCE-0F05ED9722E2}"/>
              </a:ext>
            </a:extLst>
          </p:cNvPr>
          <p:cNvSpPr/>
          <p:nvPr userDrawn="1"/>
        </p:nvSpPr>
        <p:spPr>
          <a:xfrm>
            <a:off x="461623" y="7105266"/>
            <a:ext cx="9144000" cy="0"/>
          </a:xfrm>
          <a:prstGeom prst="rect">
            <a:avLst/>
          </a:prstGeom>
          <a:solidFill>
            <a:srgbClr val="00396B"/>
          </a:solidFill>
          <a:ln w="19050">
            <a:solidFill>
              <a:srgbClr val="00396B"/>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l"/>
            <a:endParaRPr lang="en-US" sz="1600" dirty="0"/>
          </a:p>
        </p:txBody>
      </p:sp>
      <p:sp>
        <p:nvSpPr>
          <p:cNvPr id="15" name="Rectangle 14">
            <a:extLst>
              <a:ext uri="{FF2B5EF4-FFF2-40B4-BE49-F238E27FC236}">
                <a16:creationId xmlns:a16="http://schemas.microsoft.com/office/drawing/2014/main" id="{7E704648-A2D3-CF47-A418-6C3DA12F0E1F}"/>
              </a:ext>
            </a:extLst>
          </p:cNvPr>
          <p:cNvSpPr/>
          <p:nvPr userDrawn="1"/>
        </p:nvSpPr>
        <p:spPr>
          <a:xfrm>
            <a:off x="306772" y="6986085"/>
            <a:ext cx="135052" cy="270588"/>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id="{306910E1-718B-9148-82CB-2C98644C11FB}"/>
              </a:ext>
            </a:extLst>
          </p:cNvPr>
          <p:cNvSpPr/>
          <p:nvPr userDrawn="1"/>
        </p:nvSpPr>
        <p:spPr>
          <a:xfrm>
            <a:off x="9614923" y="6986085"/>
            <a:ext cx="135052" cy="270588"/>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Text Placeholder 17">
            <a:extLst>
              <a:ext uri="{FF2B5EF4-FFF2-40B4-BE49-F238E27FC236}">
                <a16:creationId xmlns:a16="http://schemas.microsoft.com/office/drawing/2014/main" id="{E1362DE0-9DB5-F048-9000-A28AAE015CB4}"/>
              </a:ext>
            </a:extLst>
          </p:cNvPr>
          <p:cNvSpPr>
            <a:spLocks noGrp="1"/>
          </p:cNvSpPr>
          <p:nvPr>
            <p:ph type="body" sz="quarter" idx="10" hasCustomPrompt="1"/>
          </p:nvPr>
        </p:nvSpPr>
        <p:spPr>
          <a:xfrm>
            <a:off x="461623" y="1363874"/>
            <a:ext cx="9144000" cy="406276"/>
          </a:xfrm>
          <a:solidFill>
            <a:schemeClr val="tx1"/>
          </a:solidFill>
          <a:ln>
            <a:noFill/>
          </a:ln>
        </p:spPr>
        <p:txBody>
          <a:bodyPr anchor="ctr">
            <a:normAutofit/>
          </a:bodyPr>
          <a:lstStyle>
            <a:lvl1pPr marL="0" indent="0" algn="ctr">
              <a:buNone/>
              <a:defRPr sz="1600">
                <a:solidFill>
                  <a:schemeClr val="bg1"/>
                </a:solidFill>
              </a:defRPr>
            </a:lvl1pPr>
            <a:lvl2pPr marL="502920" indent="0">
              <a:buNone/>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dirty="0"/>
              <a:t>Thesis 1</a:t>
            </a:r>
          </a:p>
        </p:txBody>
      </p:sp>
      <p:sp>
        <p:nvSpPr>
          <p:cNvPr id="32" name="Slide Number Placeholder 31">
            <a:extLst>
              <a:ext uri="{FF2B5EF4-FFF2-40B4-BE49-F238E27FC236}">
                <a16:creationId xmlns:a16="http://schemas.microsoft.com/office/drawing/2014/main" id="{92A52980-2613-2347-B25E-DCB831E65E90}"/>
              </a:ext>
            </a:extLst>
          </p:cNvPr>
          <p:cNvSpPr>
            <a:spLocks noGrp="1"/>
          </p:cNvSpPr>
          <p:nvPr>
            <p:ph type="sldNum" sz="quarter" idx="17"/>
          </p:nvPr>
        </p:nvSpPr>
        <p:spPr>
          <a:xfrm>
            <a:off x="9216483" y="7201198"/>
            <a:ext cx="389140" cy="413808"/>
          </a:xfrm>
          <a:prstGeom prst="rect">
            <a:avLst/>
          </a:prstGeom>
        </p:spPr>
        <p:txBody>
          <a:bodyPr lIns="0" tIns="0" rIns="0" bIns="0" anchor="ctr"/>
          <a:lstStyle>
            <a:lvl1pPr>
              <a:defRPr sz="1200">
                <a:latin typeface="Garamond" panose="02020404030301010803" pitchFamily="18" charset="0"/>
              </a:defRPr>
            </a:lvl1pPr>
          </a:lstStyle>
          <a:p>
            <a:fld id="{3FEFCAF1-6404-E34E-8C55-31475CA0CB4C}" type="slidenum">
              <a:rPr lang="en-US" smtClean="0"/>
              <a:pPr/>
              <a:t>‹#›</a:t>
            </a:fld>
            <a:endParaRPr lang="en-US" dirty="0"/>
          </a:p>
        </p:txBody>
      </p:sp>
      <p:sp>
        <p:nvSpPr>
          <p:cNvPr id="17" name="Content Placeholder 2">
            <a:extLst>
              <a:ext uri="{FF2B5EF4-FFF2-40B4-BE49-F238E27FC236}">
                <a16:creationId xmlns:a16="http://schemas.microsoft.com/office/drawing/2014/main" id="{7F888BDF-270C-3744-9477-0027C95CB9C3}"/>
              </a:ext>
            </a:extLst>
          </p:cNvPr>
          <p:cNvSpPr>
            <a:spLocks noGrp="1"/>
          </p:cNvSpPr>
          <p:nvPr>
            <p:ph idx="18"/>
          </p:nvPr>
        </p:nvSpPr>
        <p:spPr>
          <a:xfrm>
            <a:off x="461623" y="3276096"/>
            <a:ext cx="9144000" cy="817903"/>
          </a:xfrm>
        </p:spPr>
        <p:txBody>
          <a:bodyPr/>
          <a:lstStyle>
            <a:lvl1pPr>
              <a:spcBef>
                <a:spcPts val="500"/>
              </a:spcBef>
              <a:defRPr sz="1600"/>
            </a:lvl1pPr>
            <a:lvl2pPr>
              <a:spcBef>
                <a:spcPts val="500"/>
              </a:spcBef>
              <a:defRPr sz="1600"/>
            </a:lvl2pPr>
            <a:lvl3pPr>
              <a:defRPr sz="1600"/>
            </a:lvl3pPr>
          </a:lstStyle>
          <a:p>
            <a:pPr lvl="0"/>
            <a:r>
              <a:rPr lang="en-US"/>
              <a:t>Click to edit Master text styles</a:t>
            </a:r>
          </a:p>
          <a:p>
            <a:pPr lvl="1"/>
            <a:r>
              <a:rPr lang="en-US"/>
              <a:t>Second level</a:t>
            </a:r>
          </a:p>
        </p:txBody>
      </p:sp>
      <p:sp>
        <p:nvSpPr>
          <p:cNvPr id="19" name="Text Placeholder 17">
            <a:extLst>
              <a:ext uri="{FF2B5EF4-FFF2-40B4-BE49-F238E27FC236}">
                <a16:creationId xmlns:a16="http://schemas.microsoft.com/office/drawing/2014/main" id="{72CAFC95-4FAB-7047-8376-B14AA3EFF853}"/>
              </a:ext>
            </a:extLst>
          </p:cNvPr>
          <p:cNvSpPr>
            <a:spLocks noGrp="1"/>
          </p:cNvSpPr>
          <p:nvPr>
            <p:ph type="body" sz="quarter" idx="19" hasCustomPrompt="1"/>
          </p:nvPr>
        </p:nvSpPr>
        <p:spPr>
          <a:xfrm>
            <a:off x="461623" y="2778231"/>
            <a:ext cx="9144000" cy="406276"/>
          </a:xfrm>
          <a:solidFill>
            <a:srgbClr val="1E1F49"/>
          </a:solidFill>
          <a:ln>
            <a:noFill/>
          </a:ln>
        </p:spPr>
        <p:txBody>
          <a:bodyPr anchor="ctr">
            <a:normAutofit/>
          </a:bodyPr>
          <a:lstStyle>
            <a:lvl1pPr marL="0" indent="0" algn="ctr">
              <a:buNone/>
              <a:defRPr sz="1600">
                <a:solidFill>
                  <a:schemeClr val="bg1"/>
                </a:solidFill>
              </a:defRPr>
            </a:lvl1pPr>
            <a:lvl2pPr marL="502920" indent="0">
              <a:buNone/>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dirty="0"/>
              <a:t>Thesis 2</a:t>
            </a:r>
          </a:p>
        </p:txBody>
      </p:sp>
      <p:sp>
        <p:nvSpPr>
          <p:cNvPr id="20" name="Content Placeholder 2">
            <a:extLst>
              <a:ext uri="{FF2B5EF4-FFF2-40B4-BE49-F238E27FC236}">
                <a16:creationId xmlns:a16="http://schemas.microsoft.com/office/drawing/2014/main" id="{620B3B2A-097F-E940-B8EA-42E044EF705F}"/>
              </a:ext>
            </a:extLst>
          </p:cNvPr>
          <p:cNvSpPr>
            <a:spLocks noGrp="1"/>
          </p:cNvSpPr>
          <p:nvPr>
            <p:ph idx="20"/>
          </p:nvPr>
        </p:nvSpPr>
        <p:spPr>
          <a:xfrm>
            <a:off x="461623" y="4683453"/>
            <a:ext cx="9144000" cy="817903"/>
          </a:xfrm>
        </p:spPr>
        <p:txBody>
          <a:bodyPr/>
          <a:lstStyle>
            <a:lvl1pPr>
              <a:spcBef>
                <a:spcPts val="500"/>
              </a:spcBef>
              <a:defRPr sz="1600"/>
            </a:lvl1pPr>
            <a:lvl2pPr>
              <a:spcBef>
                <a:spcPts val="500"/>
              </a:spcBef>
              <a:defRPr sz="1600"/>
            </a:lvl2pPr>
            <a:lvl3pPr>
              <a:defRPr sz="1600"/>
            </a:lvl3pPr>
          </a:lstStyle>
          <a:p>
            <a:pPr lvl="0"/>
            <a:r>
              <a:rPr lang="en-US"/>
              <a:t>Click to edit Master text styles</a:t>
            </a:r>
          </a:p>
          <a:p>
            <a:pPr lvl="1"/>
            <a:r>
              <a:rPr lang="en-US"/>
              <a:t>Second level</a:t>
            </a:r>
          </a:p>
        </p:txBody>
      </p:sp>
      <p:sp>
        <p:nvSpPr>
          <p:cNvPr id="21" name="Text Placeholder 17">
            <a:extLst>
              <a:ext uri="{FF2B5EF4-FFF2-40B4-BE49-F238E27FC236}">
                <a16:creationId xmlns:a16="http://schemas.microsoft.com/office/drawing/2014/main" id="{BF77D6F2-3E1E-224A-95E0-6210AE7E8DF1}"/>
              </a:ext>
            </a:extLst>
          </p:cNvPr>
          <p:cNvSpPr>
            <a:spLocks noGrp="1"/>
          </p:cNvSpPr>
          <p:nvPr>
            <p:ph type="body" sz="quarter" idx="21" hasCustomPrompt="1"/>
          </p:nvPr>
        </p:nvSpPr>
        <p:spPr>
          <a:xfrm>
            <a:off x="461623" y="4185588"/>
            <a:ext cx="9144000" cy="406276"/>
          </a:xfrm>
          <a:solidFill>
            <a:srgbClr val="00396B"/>
          </a:solidFill>
          <a:ln>
            <a:noFill/>
          </a:ln>
        </p:spPr>
        <p:txBody>
          <a:bodyPr anchor="ctr">
            <a:normAutofit/>
          </a:bodyPr>
          <a:lstStyle>
            <a:lvl1pPr marL="0" indent="0" algn="ctr">
              <a:buNone/>
              <a:defRPr sz="1600">
                <a:solidFill>
                  <a:schemeClr val="bg1"/>
                </a:solidFill>
              </a:defRPr>
            </a:lvl1pPr>
            <a:lvl2pPr marL="502920" indent="0">
              <a:buNone/>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dirty="0"/>
              <a:t>Thesis 3</a:t>
            </a:r>
          </a:p>
        </p:txBody>
      </p:sp>
      <p:sp>
        <p:nvSpPr>
          <p:cNvPr id="22" name="Content Placeholder 2">
            <a:extLst>
              <a:ext uri="{FF2B5EF4-FFF2-40B4-BE49-F238E27FC236}">
                <a16:creationId xmlns:a16="http://schemas.microsoft.com/office/drawing/2014/main" id="{26D08498-2A1F-2E43-92C4-090023909B1F}"/>
              </a:ext>
            </a:extLst>
          </p:cNvPr>
          <p:cNvSpPr>
            <a:spLocks noGrp="1"/>
          </p:cNvSpPr>
          <p:nvPr>
            <p:ph idx="22"/>
          </p:nvPr>
        </p:nvSpPr>
        <p:spPr>
          <a:xfrm>
            <a:off x="461623" y="6097095"/>
            <a:ext cx="9144000" cy="817903"/>
          </a:xfrm>
        </p:spPr>
        <p:txBody>
          <a:bodyPr/>
          <a:lstStyle>
            <a:lvl1pPr>
              <a:spcBef>
                <a:spcPts val="500"/>
              </a:spcBef>
              <a:defRPr sz="1600"/>
            </a:lvl1pPr>
            <a:lvl2pPr>
              <a:spcBef>
                <a:spcPts val="500"/>
              </a:spcBef>
              <a:defRPr sz="1600"/>
            </a:lvl2pPr>
            <a:lvl3pPr>
              <a:defRPr sz="1600"/>
            </a:lvl3pPr>
          </a:lstStyle>
          <a:p>
            <a:pPr lvl="0"/>
            <a:r>
              <a:rPr lang="en-US" dirty="0"/>
              <a:t>Click to edit Master text styles</a:t>
            </a:r>
          </a:p>
          <a:p>
            <a:pPr lvl="1"/>
            <a:r>
              <a:rPr lang="en-US" dirty="0"/>
              <a:t>Second level</a:t>
            </a:r>
          </a:p>
        </p:txBody>
      </p:sp>
      <p:sp>
        <p:nvSpPr>
          <p:cNvPr id="27" name="Text Placeholder 17">
            <a:extLst>
              <a:ext uri="{FF2B5EF4-FFF2-40B4-BE49-F238E27FC236}">
                <a16:creationId xmlns:a16="http://schemas.microsoft.com/office/drawing/2014/main" id="{BB86CB22-3FD0-4E42-9129-5FFEC60AEF40}"/>
              </a:ext>
            </a:extLst>
          </p:cNvPr>
          <p:cNvSpPr>
            <a:spLocks noGrp="1"/>
          </p:cNvSpPr>
          <p:nvPr>
            <p:ph type="body" sz="quarter" idx="23" hasCustomPrompt="1"/>
          </p:nvPr>
        </p:nvSpPr>
        <p:spPr>
          <a:xfrm>
            <a:off x="461623" y="5599230"/>
            <a:ext cx="9144000" cy="406276"/>
          </a:xfrm>
          <a:solidFill>
            <a:srgbClr val="005EB4"/>
          </a:solidFill>
          <a:ln>
            <a:noFill/>
          </a:ln>
        </p:spPr>
        <p:txBody>
          <a:bodyPr anchor="ctr">
            <a:normAutofit/>
          </a:bodyPr>
          <a:lstStyle>
            <a:lvl1pPr marL="0" indent="0" algn="ctr">
              <a:buNone/>
              <a:defRPr sz="1600">
                <a:solidFill>
                  <a:schemeClr val="bg1"/>
                </a:solidFill>
              </a:defRPr>
            </a:lvl1pPr>
            <a:lvl2pPr marL="502920" indent="0">
              <a:buNone/>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dirty="0"/>
              <a:t>Thesis 4</a:t>
            </a:r>
          </a:p>
        </p:txBody>
      </p:sp>
      <p:sp>
        <p:nvSpPr>
          <p:cNvPr id="5" name="Content Placeholder 4">
            <a:extLst>
              <a:ext uri="{FF2B5EF4-FFF2-40B4-BE49-F238E27FC236}">
                <a16:creationId xmlns:a16="http://schemas.microsoft.com/office/drawing/2014/main" id="{004E9DFB-9BA3-4694-8144-6155E9CC706A}"/>
              </a:ext>
            </a:extLst>
          </p:cNvPr>
          <p:cNvSpPr>
            <a:spLocks noGrp="1"/>
          </p:cNvSpPr>
          <p:nvPr>
            <p:ph sz="quarter" idx="24"/>
          </p:nvPr>
        </p:nvSpPr>
        <p:spPr>
          <a:xfrm>
            <a:off x="4686300" y="1470025"/>
            <a:ext cx="914400" cy="9144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32646913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image" Target="../media/image1.png"/><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theme" Target="../theme/theme1.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91515" y="413810"/>
            <a:ext cx="8675370" cy="1502305"/>
          </a:xfrm>
          <a:prstGeom prst="rect">
            <a:avLst/>
          </a:prstGeom>
        </p:spPr>
        <p:txBody>
          <a:bodyPr vert="horz" lIns="91440" tIns="45720" rIns="91440" bIns="45720" rtlCol="0" anchor="ctr">
            <a:normAutofit/>
          </a:bodyPr>
          <a:lstStyle/>
          <a:p>
            <a:r>
              <a:rPr lang="en-US" dirty="0"/>
              <a:t>Click to edit Master title style</a:t>
            </a:r>
          </a:p>
        </p:txBody>
      </p:sp>
      <p:sp>
        <p:nvSpPr>
          <p:cNvPr id="3" name="Text Placeholder 2"/>
          <p:cNvSpPr>
            <a:spLocks noGrp="1"/>
          </p:cNvSpPr>
          <p:nvPr>
            <p:ph type="body" idx="1"/>
          </p:nvPr>
        </p:nvSpPr>
        <p:spPr>
          <a:xfrm>
            <a:off x="691515" y="2069042"/>
            <a:ext cx="8675370" cy="4931516"/>
          </a:xfrm>
          <a:prstGeom prst="rect">
            <a:avLst/>
          </a:prstGeom>
        </p:spPr>
        <p:txBody>
          <a:bodyPr vert="horz" lIns="91440" tIns="45720" rIns="91440" bIns="45720"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7" name="Slide Number Placeholder 31">
            <a:extLst>
              <a:ext uri="{FF2B5EF4-FFF2-40B4-BE49-F238E27FC236}">
                <a16:creationId xmlns:a16="http://schemas.microsoft.com/office/drawing/2014/main" id="{D0CFB1D3-9230-8D4D-8BD7-73641E782A23}"/>
              </a:ext>
            </a:extLst>
          </p:cNvPr>
          <p:cNvSpPr>
            <a:spLocks noGrp="1"/>
          </p:cNvSpPr>
          <p:nvPr>
            <p:ph type="sldNum" sz="quarter" idx="4"/>
          </p:nvPr>
        </p:nvSpPr>
        <p:spPr>
          <a:xfrm>
            <a:off x="9216483" y="7201198"/>
            <a:ext cx="389140" cy="413808"/>
          </a:xfrm>
          <a:prstGeom prst="rect">
            <a:avLst/>
          </a:prstGeom>
        </p:spPr>
        <p:txBody>
          <a:bodyPr lIns="0" tIns="0" rIns="0" bIns="0" anchor="ctr"/>
          <a:lstStyle>
            <a:lvl1pPr algn="ctr">
              <a:defRPr sz="1200">
                <a:latin typeface="Garamond" panose="02020404030301010803" pitchFamily="18" charset="0"/>
              </a:defRPr>
            </a:lvl1pPr>
          </a:lstStyle>
          <a:p>
            <a:fld id="{3FEFCAF1-6404-E34E-8C55-31475CA0CB4C}" type="slidenum">
              <a:rPr lang="en-US" smtClean="0"/>
              <a:pPr/>
              <a:t>‹#›</a:t>
            </a:fld>
            <a:endParaRPr lang="en-US" dirty="0"/>
          </a:p>
        </p:txBody>
      </p:sp>
      <p:pic>
        <p:nvPicPr>
          <p:cNvPr id="1026" name="Picture 2" descr="The Blue Chips">
            <a:extLst>
              <a:ext uri="{FF2B5EF4-FFF2-40B4-BE49-F238E27FC236}">
                <a16:creationId xmlns:a16="http://schemas.microsoft.com/office/drawing/2014/main" id="{D1CBA077-B2D9-4292-979A-0DB74128307D}"/>
              </a:ext>
            </a:extLst>
          </p:cNvPr>
          <p:cNvPicPr>
            <a:picLocks noChangeAspect="1" noChangeArrowheads="1"/>
          </p:cNvPicPr>
          <p:nvPr userDrawn="1"/>
        </p:nvPicPr>
        <p:blipFill>
          <a:blip r:embed="rId24">
            <a:extLst>
              <a:ext uri="{28A0092B-C50C-407E-A947-70E740481C1C}">
                <a14:useLocalDpi xmlns:a14="http://schemas.microsoft.com/office/drawing/2010/main" val="0"/>
              </a:ext>
            </a:extLst>
          </a:blip>
          <a:srcRect/>
          <a:stretch>
            <a:fillRect/>
          </a:stretch>
        </p:blipFill>
        <p:spPr bwMode="auto">
          <a:xfrm>
            <a:off x="8646501" y="7123692"/>
            <a:ext cx="569982" cy="56882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026725581"/>
      </p:ext>
    </p:extLst>
  </p:cSld>
  <p:clrMap bg1="lt1" tx1="dk1" bg2="lt2" tx2="dk2" accent1="accent1" accent2="accent2" accent3="accent3" accent4="accent4" accent5="accent5" accent6="accent6" hlink="hlink" folHlink="folHlink"/>
  <p:sldLayoutIdLst>
    <p:sldLayoutId id="2147483661" r:id="rId1"/>
    <p:sldLayoutId id="2147483676" r:id="rId2"/>
    <p:sldLayoutId id="2147483662" r:id="rId3"/>
    <p:sldLayoutId id="2147483673" r:id="rId4"/>
    <p:sldLayoutId id="2147483674" r:id="rId5"/>
    <p:sldLayoutId id="2147483675" r:id="rId6"/>
    <p:sldLayoutId id="2147483684" r:id="rId7"/>
    <p:sldLayoutId id="2147483682" r:id="rId8"/>
    <p:sldLayoutId id="2147483685" r:id="rId9"/>
    <p:sldLayoutId id="2147483688" r:id="rId10"/>
    <p:sldLayoutId id="2147483683" r:id="rId11"/>
    <p:sldLayoutId id="2147483677" r:id="rId12"/>
    <p:sldLayoutId id="2147483687" r:id="rId13"/>
    <p:sldLayoutId id="2147483689" r:id="rId14"/>
    <p:sldLayoutId id="2147483686" r:id="rId15"/>
    <p:sldLayoutId id="2147483678" r:id="rId16"/>
    <p:sldLayoutId id="2147483690" r:id="rId17"/>
    <p:sldLayoutId id="2147483691" r:id="rId18"/>
    <p:sldLayoutId id="2147483681" r:id="rId19"/>
    <p:sldLayoutId id="2147483679" r:id="rId20"/>
    <p:sldLayoutId id="2147483672" r:id="rId21"/>
    <p:sldLayoutId id="2147483692" r:id="rId22"/>
  </p:sldLayoutIdLst>
  <p:hf hdr="0" ftr="0" dt="0"/>
  <p:txStyles>
    <p:titleStyle>
      <a:lvl1pPr algn="l" defTabSz="1005840" rtl="0" eaLnBrk="1" latinLnBrk="0" hangingPunct="1">
        <a:lnSpc>
          <a:spcPct val="90000"/>
        </a:lnSpc>
        <a:spcBef>
          <a:spcPct val="0"/>
        </a:spcBef>
        <a:buNone/>
        <a:defRPr sz="4840" b="1" kern="1200">
          <a:solidFill>
            <a:schemeClr val="tx1"/>
          </a:solidFill>
          <a:latin typeface="+mj-lt"/>
          <a:ea typeface="+mj-ea"/>
          <a:cs typeface="+mj-cs"/>
        </a:defRPr>
      </a:lvl1pPr>
    </p:titleStyle>
    <p:bodyStyle>
      <a:lvl1pPr marL="171450" indent="-171450" algn="l" defTabSz="1005840" rtl="0" eaLnBrk="1" latinLnBrk="0" hangingPunct="1">
        <a:lnSpc>
          <a:spcPct val="90000"/>
        </a:lnSpc>
        <a:spcBef>
          <a:spcPts val="1100"/>
        </a:spcBef>
        <a:buClr>
          <a:srgbClr val="1E1F49"/>
        </a:buClr>
        <a:buSzPct val="90000"/>
        <a:buFont typeface="Wingdings" pitchFamily="2" charset="2"/>
        <a:buChar char="§"/>
        <a:tabLst/>
        <a:defRPr sz="1800" kern="1200">
          <a:solidFill>
            <a:schemeClr val="tx1"/>
          </a:solidFill>
          <a:latin typeface="Garamond" panose="02020404030301010803" pitchFamily="18" charset="0"/>
          <a:ea typeface="+mn-ea"/>
          <a:cs typeface="+mn-cs"/>
        </a:defRPr>
      </a:lvl1pPr>
      <a:lvl2pPr marL="344488" indent="-173038" algn="l" defTabSz="1005840" rtl="0" eaLnBrk="1" latinLnBrk="0" hangingPunct="1">
        <a:lnSpc>
          <a:spcPct val="90000"/>
        </a:lnSpc>
        <a:spcBef>
          <a:spcPts val="550"/>
        </a:spcBef>
        <a:buClr>
          <a:srgbClr val="1E1F49"/>
        </a:buClr>
        <a:buSzPct val="90000"/>
        <a:buFont typeface=".Hiragino Kaku Gothic Interface W3"/>
        <a:buChar char="▫"/>
        <a:tabLst/>
        <a:defRPr sz="1800" kern="1200">
          <a:solidFill>
            <a:schemeClr val="tx1"/>
          </a:solidFill>
          <a:latin typeface="Garamond" panose="02020404030301010803" pitchFamily="18" charset="0"/>
          <a:ea typeface="+mn-ea"/>
          <a:cs typeface="+mn-cs"/>
        </a:defRPr>
      </a:lvl2pPr>
      <a:lvl3pPr marL="517525" indent="-173038" algn="l" defTabSz="1005840" rtl="0" eaLnBrk="1" latinLnBrk="0" hangingPunct="1">
        <a:lnSpc>
          <a:spcPct val="90000"/>
        </a:lnSpc>
        <a:spcBef>
          <a:spcPts val="550"/>
        </a:spcBef>
        <a:buClr>
          <a:srgbClr val="1E1F49"/>
        </a:buClr>
        <a:buSzPct val="90000"/>
        <a:buFont typeface="Arial" panose="020B0604020202020204" pitchFamily="34" charset="0"/>
        <a:buChar char="•"/>
        <a:tabLst/>
        <a:defRPr sz="1800" kern="1200">
          <a:solidFill>
            <a:schemeClr val="tx1"/>
          </a:solidFill>
          <a:latin typeface="Garamond" panose="02020404030301010803" pitchFamily="18" charset="0"/>
          <a:ea typeface="+mn-ea"/>
          <a:cs typeface="+mn-cs"/>
        </a:defRPr>
      </a:lvl3pPr>
      <a:lvl4pPr marL="690563" indent="-173038" algn="l" defTabSz="1005840" rtl="0" eaLnBrk="1" latinLnBrk="0" hangingPunct="1">
        <a:lnSpc>
          <a:spcPct val="90000"/>
        </a:lnSpc>
        <a:spcBef>
          <a:spcPts val="550"/>
        </a:spcBef>
        <a:buClr>
          <a:srgbClr val="1E1F49"/>
        </a:buClr>
        <a:buSzPct val="90000"/>
        <a:buFont typeface="Arial" panose="020B0604020202020204" pitchFamily="34" charset="0"/>
        <a:buChar char="•"/>
        <a:tabLst/>
        <a:defRPr sz="1800" kern="1200">
          <a:solidFill>
            <a:schemeClr val="tx1"/>
          </a:solidFill>
          <a:latin typeface="Garamond" panose="02020404030301010803" pitchFamily="18" charset="0"/>
          <a:ea typeface="+mn-ea"/>
          <a:cs typeface="+mn-cs"/>
        </a:defRPr>
      </a:lvl4pPr>
      <a:lvl5pPr marL="863600" indent="-173038" algn="l" defTabSz="1005840" rtl="0" eaLnBrk="1" latinLnBrk="0" hangingPunct="1">
        <a:lnSpc>
          <a:spcPct val="90000"/>
        </a:lnSpc>
        <a:spcBef>
          <a:spcPts val="550"/>
        </a:spcBef>
        <a:buClr>
          <a:srgbClr val="1E1F49"/>
        </a:buClr>
        <a:buSzPct val="90000"/>
        <a:buFont typeface="Arial" panose="020B0604020202020204" pitchFamily="34" charset="0"/>
        <a:buChar char="•"/>
        <a:tabLst/>
        <a:defRPr sz="1800" kern="1200">
          <a:solidFill>
            <a:schemeClr val="tx1"/>
          </a:solidFill>
          <a:latin typeface="Garamond" panose="02020404030301010803" pitchFamily="18" charset="0"/>
          <a:ea typeface="+mn-ea"/>
          <a:cs typeface="+mn-cs"/>
        </a:defRPr>
      </a:lvl5pPr>
      <a:lvl6pPr marL="2766060" indent="-251460" algn="l" defTabSz="1005840" rtl="0" eaLnBrk="1" latinLnBrk="0" hangingPunct="1">
        <a:lnSpc>
          <a:spcPct val="90000"/>
        </a:lnSpc>
        <a:spcBef>
          <a:spcPts val="550"/>
        </a:spcBef>
        <a:buFont typeface="Arial" panose="020B0604020202020204" pitchFamily="34" charset="0"/>
        <a:buChar char="•"/>
        <a:defRPr sz="1980" kern="1200">
          <a:solidFill>
            <a:schemeClr val="tx1"/>
          </a:solidFill>
          <a:latin typeface="+mn-lt"/>
          <a:ea typeface="+mn-ea"/>
          <a:cs typeface="+mn-cs"/>
        </a:defRPr>
      </a:lvl6pPr>
      <a:lvl7pPr marL="3268980" indent="-251460" algn="l" defTabSz="1005840" rtl="0" eaLnBrk="1" latinLnBrk="0" hangingPunct="1">
        <a:lnSpc>
          <a:spcPct val="90000"/>
        </a:lnSpc>
        <a:spcBef>
          <a:spcPts val="550"/>
        </a:spcBef>
        <a:buFont typeface="Arial" panose="020B0604020202020204" pitchFamily="34" charset="0"/>
        <a:buChar char="•"/>
        <a:defRPr sz="1980" kern="1200">
          <a:solidFill>
            <a:schemeClr val="tx1"/>
          </a:solidFill>
          <a:latin typeface="+mn-lt"/>
          <a:ea typeface="+mn-ea"/>
          <a:cs typeface="+mn-cs"/>
        </a:defRPr>
      </a:lvl7pPr>
      <a:lvl8pPr marL="3771900" indent="-251460" algn="l" defTabSz="1005840" rtl="0" eaLnBrk="1" latinLnBrk="0" hangingPunct="1">
        <a:lnSpc>
          <a:spcPct val="90000"/>
        </a:lnSpc>
        <a:spcBef>
          <a:spcPts val="550"/>
        </a:spcBef>
        <a:buFont typeface="Arial" panose="020B0604020202020204" pitchFamily="34" charset="0"/>
        <a:buChar char="•"/>
        <a:defRPr sz="1980" kern="1200">
          <a:solidFill>
            <a:schemeClr val="tx1"/>
          </a:solidFill>
          <a:latin typeface="+mn-lt"/>
          <a:ea typeface="+mn-ea"/>
          <a:cs typeface="+mn-cs"/>
        </a:defRPr>
      </a:lvl8pPr>
      <a:lvl9pPr marL="4274820" indent="-251460" algn="l" defTabSz="1005840" rtl="0" eaLnBrk="1" latinLnBrk="0" hangingPunct="1">
        <a:lnSpc>
          <a:spcPct val="90000"/>
        </a:lnSpc>
        <a:spcBef>
          <a:spcPts val="550"/>
        </a:spcBef>
        <a:buFont typeface="Arial" panose="020B0604020202020204" pitchFamily="34" charset="0"/>
        <a:buChar char="•"/>
        <a:defRPr sz="1980" kern="1200">
          <a:solidFill>
            <a:schemeClr val="tx1"/>
          </a:solidFill>
          <a:latin typeface="+mn-lt"/>
          <a:ea typeface="+mn-ea"/>
          <a:cs typeface="+mn-cs"/>
        </a:defRPr>
      </a:lvl9pPr>
    </p:bodyStyle>
    <p:otherStyle>
      <a:defPPr>
        <a:defRPr lang="en-US"/>
      </a:defPPr>
      <a:lvl1pPr marL="0" algn="l" defTabSz="1005840" rtl="0" eaLnBrk="1" latinLnBrk="0" hangingPunct="1">
        <a:defRPr sz="1980" kern="1200">
          <a:solidFill>
            <a:schemeClr val="tx1"/>
          </a:solidFill>
          <a:latin typeface="+mn-lt"/>
          <a:ea typeface="+mn-ea"/>
          <a:cs typeface="+mn-cs"/>
        </a:defRPr>
      </a:lvl1pPr>
      <a:lvl2pPr marL="502920" algn="l" defTabSz="1005840" rtl="0" eaLnBrk="1" latinLnBrk="0" hangingPunct="1">
        <a:defRPr sz="1980" kern="1200">
          <a:solidFill>
            <a:schemeClr val="tx1"/>
          </a:solidFill>
          <a:latin typeface="+mn-lt"/>
          <a:ea typeface="+mn-ea"/>
          <a:cs typeface="+mn-cs"/>
        </a:defRPr>
      </a:lvl2pPr>
      <a:lvl3pPr marL="1005840" algn="l" defTabSz="1005840" rtl="0" eaLnBrk="1" latinLnBrk="0" hangingPunct="1">
        <a:defRPr sz="1980" kern="1200">
          <a:solidFill>
            <a:schemeClr val="tx1"/>
          </a:solidFill>
          <a:latin typeface="+mn-lt"/>
          <a:ea typeface="+mn-ea"/>
          <a:cs typeface="+mn-cs"/>
        </a:defRPr>
      </a:lvl3pPr>
      <a:lvl4pPr marL="1508760" algn="l" defTabSz="1005840" rtl="0" eaLnBrk="1" latinLnBrk="0" hangingPunct="1">
        <a:defRPr sz="1980" kern="1200">
          <a:solidFill>
            <a:schemeClr val="tx1"/>
          </a:solidFill>
          <a:latin typeface="+mn-lt"/>
          <a:ea typeface="+mn-ea"/>
          <a:cs typeface="+mn-cs"/>
        </a:defRPr>
      </a:lvl4pPr>
      <a:lvl5pPr marL="2011680" algn="l" defTabSz="1005840" rtl="0" eaLnBrk="1" latinLnBrk="0" hangingPunct="1">
        <a:defRPr sz="1980" kern="1200">
          <a:solidFill>
            <a:schemeClr val="tx1"/>
          </a:solidFill>
          <a:latin typeface="+mn-lt"/>
          <a:ea typeface="+mn-ea"/>
          <a:cs typeface="+mn-cs"/>
        </a:defRPr>
      </a:lvl5pPr>
      <a:lvl6pPr marL="2514600" algn="l" defTabSz="1005840" rtl="0" eaLnBrk="1" latinLnBrk="0" hangingPunct="1">
        <a:defRPr sz="1980" kern="1200">
          <a:solidFill>
            <a:schemeClr val="tx1"/>
          </a:solidFill>
          <a:latin typeface="+mn-lt"/>
          <a:ea typeface="+mn-ea"/>
          <a:cs typeface="+mn-cs"/>
        </a:defRPr>
      </a:lvl6pPr>
      <a:lvl7pPr marL="3017520" algn="l" defTabSz="1005840" rtl="0" eaLnBrk="1" latinLnBrk="0" hangingPunct="1">
        <a:defRPr sz="1980" kern="1200">
          <a:solidFill>
            <a:schemeClr val="tx1"/>
          </a:solidFill>
          <a:latin typeface="+mn-lt"/>
          <a:ea typeface="+mn-ea"/>
          <a:cs typeface="+mn-cs"/>
        </a:defRPr>
      </a:lvl7pPr>
      <a:lvl8pPr marL="3520440" algn="l" defTabSz="1005840" rtl="0" eaLnBrk="1" latinLnBrk="0" hangingPunct="1">
        <a:defRPr sz="1980" kern="1200">
          <a:solidFill>
            <a:schemeClr val="tx1"/>
          </a:solidFill>
          <a:latin typeface="+mn-lt"/>
          <a:ea typeface="+mn-ea"/>
          <a:cs typeface="+mn-cs"/>
        </a:defRPr>
      </a:lvl8pPr>
      <a:lvl9pPr marL="4023360" algn="l" defTabSz="1005840" rtl="0" eaLnBrk="1" latinLnBrk="0" hangingPunct="1">
        <a:defRPr sz="198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chart" Target="../charts/chart1.xml"/><Relationship Id="rId2" Type="http://schemas.openxmlformats.org/officeDocument/2006/relationships/notesSlide" Target="../notesSlides/notesSlide2.xml"/><Relationship Id="rId1" Type="http://schemas.openxmlformats.org/officeDocument/2006/relationships/slideLayout" Target="../slideLayouts/slideLayout10.xml"/><Relationship Id="rId4" Type="http://schemas.openxmlformats.org/officeDocument/2006/relationships/image" Target="../media/image2.png"/></Relationships>
</file>

<file path=ppt/slides/_rels/slide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4.xml"/></Relationships>
</file>

<file path=ppt/slides/_rels/slide5.xml.rels><?xml version="1.0" encoding="UTF-8" standalone="yes"?>
<Relationships xmlns="http://schemas.openxmlformats.org/package/2006/relationships"><Relationship Id="rId8" Type="http://schemas.openxmlformats.org/officeDocument/2006/relationships/image" Target="../media/image2.png"/><Relationship Id="rId3" Type="http://schemas.openxmlformats.org/officeDocument/2006/relationships/diagramLayout" Target="../diagrams/layout1.xml"/><Relationship Id="rId7" Type="http://schemas.openxmlformats.org/officeDocument/2006/relationships/image" Target="../media/image3.png"/><Relationship Id="rId2" Type="http://schemas.openxmlformats.org/officeDocument/2006/relationships/diagramData" Target="../diagrams/data1.xml"/><Relationship Id="rId1" Type="http://schemas.openxmlformats.org/officeDocument/2006/relationships/slideLayout" Target="../slideLayouts/slideLayout14.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6.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10.xml"/><Relationship Id="rId4" Type="http://schemas.openxmlformats.org/officeDocument/2006/relationships/image" Target="../media/image2.png"/></Relationships>
</file>

<file path=ppt/slides/_rels/slide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4.xml"/><Relationship Id="rId1" Type="http://schemas.openxmlformats.org/officeDocument/2006/relationships/slideLayout" Target="../slideLayouts/slideLayout2.xml"/><Relationship Id="rId4" Type="http://schemas.openxmlformats.org/officeDocument/2006/relationships/image" Target="../media/image2.png"/></Relationships>
</file>

<file path=ppt/slides/_rels/slide9.xml.rels><?xml version="1.0" encoding="UTF-8" standalone="yes"?>
<Relationships xmlns="http://schemas.openxmlformats.org/package/2006/relationships"><Relationship Id="rId8" Type="http://schemas.openxmlformats.org/officeDocument/2006/relationships/image" Target="../media/image12.png"/><Relationship Id="rId3" Type="http://schemas.openxmlformats.org/officeDocument/2006/relationships/image" Target="../media/image7.png"/><Relationship Id="rId7" Type="http://schemas.openxmlformats.org/officeDocument/2006/relationships/image" Target="../media/image11.jpeg"/><Relationship Id="rId12" Type="http://schemas.openxmlformats.org/officeDocument/2006/relationships/image" Target="../media/image15.png"/><Relationship Id="rId2" Type="http://schemas.openxmlformats.org/officeDocument/2006/relationships/notesSlide" Target="../notesSlides/notesSlide5.xml"/><Relationship Id="rId1" Type="http://schemas.openxmlformats.org/officeDocument/2006/relationships/slideLayout" Target="../slideLayouts/slideLayout2.xml"/><Relationship Id="rId6" Type="http://schemas.openxmlformats.org/officeDocument/2006/relationships/image" Target="../media/image10.png"/><Relationship Id="rId11" Type="http://schemas.openxmlformats.org/officeDocument/2006/relationships/image" Target="../media/image2.png"/><Relationship Id="rId5" Type="http://schemas.openxmlformats.org/officeDocument/2006/relationships/image" Target="../media/image9.png"/><Relationship Id="rId10" Type="http://schemas.openxmlformats.org/officeDocument/2006/relationships/image" Target="../media/image14.png"/><Relationship Id="rId4" Type="http://schemas.openxmlformats.org/officeDocument/2006/relationships/image" Target="../media/image8.jpg"/><Relationship Id="rId9" Type="http://schemas.openxmlformats.org/officeDocument/2006/relationships/image" Target="../media/image13.png"/></Relationships>
</file>

<file path=ppt/slides/_rels/slide10.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6.xml"/><Relationship Id="rId1" Type="http://schemas.openxmlformats.org/officeDocument/2006/relationships/slideLayout" Target="../slideLayouts/slideLayout2.xml"/><Relationship Id="rId4" Type="http://schemas.openxmlformats.org/officeDocument/2006/relationships/image" Target="../media/image2.png"/></Relationships>
</file>

<file path=ppt/slides/_rels/slide11.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7.xml"/><Relationship Id="rId1" Type="http://schemas.openxmlformats.org/officeDocument/2006/relationships/slideLayout" Target="../slideLayouts/slideLayout2.xml"/><Relationship Id="rId4" Type="http://schemas.openxmlformats.org/officeDocument/2006/relationships/image" Target="../media/image2.png"/></Relationships>
</file>

<file path=ppt/slides/_rels/slide1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2.xml"/></Relationships>
</file>

<file path=ppt/slides/_rels/slide1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chart" Target="../charts/chart2.xml"/><Relationship Id="rId2" Type="http://schemas.openxmlformats.org/officeDocument/2006/relationships/notesSlide" Target="../notesSlides/notesSlide9.xml"/><Relationship Id="rId1" Type="http://schemas.openxmlformats.org/officeDocument/2006/relationships/slideLayout" Target="../slideLayouts/slideLayout14.xml"/><Relationship Id="rId6" Type="http://schemas.openxmlformats.org/officeDocument/2006/relationships/image" Target="../media/image2.png"/><Relationship Id="rId5" Type="http://schemas.openxmlformats.org/officeDocument/2006/relationships/chart" Target="../charts/chart4.xml"/><Relationship Id="rId4" Type="http://schemas.openxmlformats.org/officeDocument/2006/relationships/chart" Target="../charts/chart3.xml"/></Relationships>
</file>

<file path=ppt/slides/_rels/slide16.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10.xml"/><Relationship Id="rId1" Type="http://schemas.openxmlformats.org/officeDocument/2006/relationships/slideLayout" Target="../slideLayouts/slideLayout17.xml"/><Relationship Id="rId5" Type="http://schemas.openxmlformats.org/officeDocument/2006/relationships/image" Target="../media/image2.png"/><Relationship Id="rId4" Type="http://schemas.openxmlformats.org/officeDocument/2006/relationships/chart" Target="../charts/chart5.xml"/></Relationships>
</file>

<file path=ppt/slides/_rels/slide17.xml.rels><?xml version="1.0" encoding="UTF-8" standalone="yes"?>
<Relationships xmlns="http://schemas.openxmlformats.org/package/2006/relationships"><Relationship Id="rId3" Type="http://schemas.openxmlformats.org/officeDocument/2006/relationships/chart" Target="../charts/chart6.xml"/><Relationship Id="rId2" Type="http://schemas.openxmlformats.org/officeDocument/2006/relationships/notesSlide" Target="../notesSlides/notesSlide11.xml"/><Relationship Id="rId1" Type="http://schemas.openxmlformats.org/officeDocument/2006/relationships/slideLayout" Target="../slideLayouts/slideLayout9.xml"/><Relationship Id="rId5" Type="http://schemas.openxmlformats.org/officeDocument/2006/relationships/image" Target="../media/image2.png"/><Relationship Id="rId4" Type="http://schemas.openxmlformats.org/officeDocument/2006/relationships/chart" Target="../charts/chart7.xml"/></Relationships>
</file>

<file path=ppt/slides/_rels/slide18.xml.rels><?xml version="1.0" encoding="UTF-8" standalone="yes"?>
<Relationships xmlns="http://schemas.openxmlformats.org/package/2006/relationships"><Relationship Id="rId3" Type="http://schemas.openxmlformats.org/officeDocument/2006/relationships/diagramLayout" Target="../diagrams/layout2.xml"/><Relationship Id="rId7" Type="http://schemas.openxmlformats.org/officeDocument/2006/relationships/image" Target="../media/image2.png"/><Relationship Id="rId2" Type="http://schemas.openxmlformats.org/officeDocument/2006/relationships/diagramData" Target="../diagrams/data2.xml"/><Relationship Id="rId1" Type="http://schemas.openxmlformats.org/officeDocument/2006/relationships/slideLayout" Target="../slideLayouts/slideLayout20.xml"/><Relationship Id="rId6" Type="http://schemas.microsoft.com/office/2007/relationships/diagramDrawing" Target="../diagrams/drawing2.xml"/><Relationship Id="rId5" Type="http://schemas.openxmlformats.org/officeDocument/2006/relationships/diagramColors" Target="../diagrams/colors2.xml"/><Relationship Id="rId4" Type="http://schemas.openxmlformats.org/officeDocument/2006/relationships/diagramQuickStyle" Target="../diagrams/quickStyle2.xml"/></Relationships>
</file>

<file path=ppt/slides/_rels/slide19.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chart" Target="../charts/chart8.xml"/><Relationship Id="rId1" Type="http://schemas.openxmlformats.org/officeDocument/2006/relationships/slideLayout" Target="../slideLayouts/slideLayout15.xml"/></Relationships>
</file>

<file path=ppt/slides/_rels/slide2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chart" Target="../charts/chart9.xml"/><Relationship Id="rId1" Type="http://schemas.openxmlformats.org/officeDocument/2006/relationships/slideLayout" Target="../slideLayouts/slideLayout10.xml"/></Relationships>
</file>

<file path=ppt/slides/_rels/slide2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6.xml"/></Relationships>
</file>

<file path=ppt/slides/_rels/slide2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4.xml"/></Relationships>
</file>

<file path=ppt/slides/_rels/slide2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2.xml"/><Relationship Id="rId1" Type="http://schemas.openxmlformats.org/officeDocument/2006/relationships/slideLayout" Target="../slideLayouts/slideLayout9.xml"/></Relationships>
</file>

<file path=ppt/slides/_rels/slide27.xml.rels><?xml version="1.0" encoding="UTF-8" standalone="yes"?>
<Relationships xmlns="http://schemas.openxmlformats.org/package/2006/relationships"><Relationship Id="rId8" Type="http://schemas.openxmlformats.org/officeDocument/2006/relationships/image" Target="../media/image22.png"/><Relationship Id="rId3" Type="http://schemas.openxmlformats.org/officeDocument/2006/relationships/image" Target="../media/image2.png"/><Relationship Id="rId7" Type="http://schemas.microsoft.com/office/2007/relationships/hdphoto" Target="../media/hdphoto1.wdp"/><Relationship Id="rId2" Type="http://schemas.openxmlformats.org/officeDocument/2006/relationships/notesSlide" Target="../notesSlides/notesSlide13.xml"/><Relationship Id="rId1" Type="http://schemas.openxmlformats.org/officeDocument/2006/relationships/slideLayout" Target="../slideLayouts/slideLayout9.xml"/><Relationship Id="rId6" Type="http://schemas.openxmlformats.org/officeDocument/2006/relationships/image" Target="../media/image21.png"/><Relationship Id="rId5" Type="http://schemas.openxmlformats.org/officeDocument/2006/relationships/image" Target="../media/image20.jpeg"/><Relationship Id="rId4" Type="http://schemas.openxmlformats.org/officeDocument/2006/relationships/image" Target="../media/image19.png"/></Relationships>
</file>

<file path=ppt/slides/_rels/slide2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4.xml"/><Relationship Id="rId1" Type="http://schemas.openxmlformats.org/officeDocument/2006/relationships/slideLayout" Target="../slideLayouts/slideLayout10.xml"/><Relationship Id="rId6" Type="http://schemas.openxmlformats.org/officeDocument/2006/relationships/image" Target="../media/image25.png"/><Relationship Id="rId5" Type="http://schemas.openxmlformats.org/officeDocument/2006/relationships/image" Target="../media/image24.png"/><Relationship Id="rId4" Type="http://schemas.openxmlformats.org/officeDocument/2006/relationships/image" Target="../media/image23.png"/></Relationships>
</file>

<file path=ppt/slides/_rels/slide29.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chart" Target="../charts/chart10.xml"/><Relationship Id="rId1" Type="http://schemas.openxmlformats.org/officeDocument/2006/relationships/slideLayout" Target="../slideLayouts/slideLayout5.xml"/></Relationships>
</file>

<file path=ppt/slides/_rels/slide30.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chart" Target="../charts/chart11.xml"/><Relationship Id="rId1" Type="http://schemas.openxmlformats.org/officeDocument/2006/relationships/slideLayout" Target="../slideLayouts/slideLayout14.xml"/></Relationships>
</file>

<file path=ppt/slides/_rels/slide3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2.xml"/></Relationships>
</file>

<file path=ppt/slides/_rels/slide33.xml.rels><?xml version="1.0" encoding="UTF-8" standalone="yes"?>
<Relationships xmlns="http://schemas.openxmlformats.org/package/2006/relationships"><Relationship Id="rId3" Type="http://schemas.openxmlformats.org/officeDocument/2006/relationships/image" Target="../media/image27.emf"/><Relationship Id="rId2" Type="http://schemas.openxmlformats.org/officeDocument/2006/relationships/image" Target="../media/image26.emf"/><Relationship Id="rId1" Type="http://schemas.openxmlformats.org/officeDocument/2006/relationships/slideLayout" Target="../slideLayouts/slideLayout6.xml"/><Relationship Id="rId5" Type="http://schemas.openxmlformats.org/officeDocument/2006/relationships/image" Target="../media/image2.png"/><Relationship Id="rId4" Type="http://schemas.openxmlformats.org/officeDocument/2006/relationships/image" Target="../media/image28.emf"/></Relationships>
</file>

<file path=ppt/slides/_rels/slide34.xml.rels><?xml version="1.0" encoding="UTF-8" standalone="yes"?>
<Relationships xmlns="http://schemas.openxmlformats.org/package/2006/relationships"><Relationship Id="rId3" Type="http://schemas.openxmlformats.org/officeDocument/2006/relationships/image" Target="../media/image29.emf"/><Relationship Id="rId2" Type="http://schemas.openxmlformats.org/officeDocument/2006/relationships/package" Target="../embeddings/Microsoft_Excel_Worksheet9.xlsx"/><Relationship Id="rId1" Type="http://schemas.openxmlformats.org/officeDocument/2006/relationships/slideLayout" Target="../slideLayouts/slideLayout6.xml"/><Relationship Id="rId4" Type="http://schemas.openxmlformats.org/officeDocument/2006/relationships/image" Target="../media/image2.png"/></Relationships>
</file>

<file path=ppt/slides/_rels/slide35.xml.rels><?xml version="1.0" encoding="UTF-8" standalone="yes"?>
<Relationships xmlns="http://schemas.openxmlformats.org/package/2006/relationships"><Relationship Id="rId3" Type="http://schemas.openxmlformats.org/officeDocument/2006/relationships/image" Target="../media/image30.emf"/><Relationship Id="rId2" Type="http://schemas.openxmlformats.org/officeDocument/2006/relationships/package" Target="../embeddings/Microsoft_Excel_Worksheet10.xlsx"/><Relationship Id="rId1" Type="http://schemas.openxmlformats.org/officeDocument/2006/relationships/slideLayout" Target="../slideLayouts/slideLayout6.xml"/><Relationship Id="rId4" Type="http://schemas.openxmlformats.org/officeDocument/2006/relationships/image" Target="../media/image2.png"/></Relationships>
</file>

<file path=ppt/slides/_rels/slide36.xml.rels><?xml version="1.0" encoding="UTF-8" standalone="yes"?>
<Relationships xmlns="http://schemas.openxmlformats.org/package/2006/relationships"><Relationship Id="rId3" Type="http://schemas.openxmlformats.org/officeDocument/2006/relationships/image" Target="../media/image31.emf"/><Relationship Id="rId2" Type="http://schemas.openxmlformats.org/officeDocument/2006/relationships/package" Target="../embeddings/Microsoft_Excel_Worksheet11.xlsx"/><Relationship Id="rId1" Type="http://schemas.openxmlformats.org/officeDocument/2006/relationships/slideLayout" Target="../slideLayouts/slideLayout6.xml"/><Relationship Id="rId4" Type="http://schemas.openxmlformats.org/officeDocument/2006/relationships/image" Target="../media/image2.png"/></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DA800EC-39CB-689F-E5A5-7F3CBC1DE30A}"/>
              </a:ext>
            </a:extLst>
          </p:cNvPr>
          <p:cNvSpPr>
            <a:spLocks noGrp="1"/>
          </p:cNvSpPr>
          <p:nvPr>
            <p:ph type="ctrTitle"/>
          </p:nvPr>
        </p:nvSpPr>
        <p:spPr/>
        <p:txBody>
          <a:bodyPr/>
          <a:lstStyle/>
          <a:p>
            <a:r>
              <a:rPr lang="en-US" dirty="0"/>
              <a:t>Bill.com</a:t>
            </a:r>
          </a:p>
        </p:txBody>
      </p:sp>
      <p:sp>
        <p:nvSpPr>
          <p:cNvPr id="3" name="Subtitle 2">
            <a:extLst>
              <a:ext uri="{FF2B5EF4-FFF2-40B4-BE49-F238E27FC236}">
                <a16:creationId xmlns:a16="http://schemas.microsoft.com/office/drawing/2014/main" id="{C3EF8B44-4A00-7E28-02B2-B1138896B43F}"/>
              </a:ext>
            </a:extLst>
          </p:cNvPr>
          <p:cNvSpPr>
            <a:spLocks noGrp="1"/>
          </p:cNvSpPr>
          <p:nvPr>
            <p:ph type="subTitle" idx="1"/>
          </p:nvPr>
        </p:nvSpPr>
        <p:spPr/>
        <p:txBody>
          <a:bodyPr/>
          <a:lstStyle/>
          <a:p>
            <a:r>
              <a:rPr lang="en-US" dirty="0"/>
              <a:t>NYSE: BILL</a:t>
            </a:r>
          </a:p>
        </p:txBody>
      </p:sp>
      <p:sp>
        <p:nvSpPr>
          <p:cNvPr id="4" name="Text Placeholder 3">
            <a:extLst>
              <a:ext uri="{FF2B5EF4-FFF2-40B4-BE49-F238E27FC236}">
                <a16:creationId xmlns:a16="http://schemas.microsoft.com/office/drawing/2014/main" id="{8B564F79-A7DC-2AEE-BF33-FD2A136C5D1E}"/>
              </a:ext>
            </a:extLst>
          </p:cNvPr>
          <p:cNvSpPr>
            <a:spLocks noGrp="1"/>
          </p:cNvSpPr>
          <p:nvPr>
            <p:ph type="body" sz="quarter" idx="14"/>
          </p:nvPr>
        </p:nvSpPr>
        <p:spPr/>
        <p:txBody>
          <a:bodyPr>
            <a:normAutofit/>
          </a:bodyPr>
          <a:lstStyle/>
          <a:p>
            <a:pPr>
              <a:lnSpc>
                <a:spcPct val="100000"/>
              </a:lnSpc>
            </a:pPr>
            <a:r>
              <a:rPr lang="en-US" sz="1600" dirty="0" err="1"/>
              <a:t>Gaurov</a:t>
            </a:r>
            <a:r>
              <a:rPr lang="en-US" sz="1600" dirty="0"/>
              <a:t> Bansal, </a:t>
            </a:r>
            <a:r>
              <a:rPr lang="en-US" sz="1600" dirty="0" err="1"/>
              <a:t>Tuhin</a:t>
            </a:r>
            <a:r>
              <a:rPr lang="en-US" sz="1600" dirty="0"/>
              <a:t> Ghosh, </a:t>
            </a:r>
            <a:r>
              <a:rPr lang="en-US" sz="1600" dirty="0" err="1"/>
              <a:t>Nitika</a:t>
            </a:r>
            <a:r>
              <a:rPr lang="en-US" sz="1600" dirty="0"/>
              <a:t> </a:t>
            </a:r>
            <a:r>
              <a:rPr lang="en-US" sz="1600" dirty="0" err="1"/>
              <a:t>Kurma</a:t>
            </a:r>
            <a:r>
              <a:rPr lang="en-US" sz="1600" dirty="0"/>
              <a:t>, Lila </a:t>
            </a:r>
            <a:r>
              <a:rPr lang="en-US" sz="1600" dirty="0" err="1"/>
              <a:t>Melkumova</a:t>
            </a:r>
            <a:r>
              <a:rPr lang="en-US" sz="1600" dirty="0"/>
              <a:t>, Anqi Qu, Jackson Van </a:t>
            </a:r>
            <a:r>
              <a:rPr lang="en-US" sz="1600" dirty="0" err="1"/>
              <a:t>Vooren</a:t>
            </a:r>
            <a:r>
              <a:rPr lang="en-US" sz="1600" dirty="0"/>
              <a:t>, Kevin Yang </a:t>
            </a:r>
          </a:p>
          <a:p>
            <a:pPr>
              <a:lnSpc>
                <a:spcPct val="100000"/>
              </a:lnSpc>
              <a:spcBef>
                <a:spcPts val="0"/>
              </a:spcBef>
            </a:pPr>
            <a:r>
              <a:rPr lang="en-US" sz="1600" dirty="0"/>
              <a:t>SL: Nik Tolpegin</a:t>
            </a:r>
          </a:p>
          <a:p>
            <a:r>
              <a:rPr lang="en-US" sz="1600" dirty="0"/>
              <a:t>Financials, Winter 2023</a:t>
            </a:r>
          </a:p>
        </p:txBody>
      </p:sp>
      <p:pic>
        <p:nvPicPr>
          <p:cNvPr id="1026" name="Picture 2" descr="BILL: Online bill payment &amp; receivables software">
            <a:extLst>
              <a:ext uri="{FF2B5EF4-FFF2-40B4-BE49-F238E27FC236}">
                <a16:creationId xmlns:a16="http://schemas.microsoft.com/office/drawing/2014/main" id="{242C0359-D6D7-0E8D-E196-7C590653FC74}"/>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434343" y="1797555"/>
            <a:ext cx="3505200" cy="23114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48376211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2606305-D84E-1914-75DA-9A7F622C007E}"/>
              </a:ext>
            </a:extLst>
          </p:cNvPr>
          <p:cNvSpPr>
            <a:spLocks noGrp="1"/>
          </p:cNvSpPr>
          <p:nvPr>
            <p:ph type="title"/>
          </p:nvPr>
        </p:nvSpPr>
        <p:spPr/>
        <p:txBody>
          <a:bodyPr/>
          <a:lstStyle/>
          <a:p>
            <a:r>
              <a:rPr lang="en-US" dirty="0"/>
              <a:t>Company Overview</a:t>
            </a:r>
          </a:p>
        </p:txBody>
      </p:sp>
      <p:pic>
        <p:nvPicPr>
          <p:cNvPr id="4" name="Picture 2" descr="BILL: Online bill payment &amp; receivables software">
            <a:extLst>
              <a:ext uri="{FF2B5EF4-FFF2-40B4-BE49-F238E27FC236}">
                <a16:creationId xmlns:a16="http://schemas.microsoft.com/office/drawing/2014/main" id="{F62D2E5A-AB06-EACD-1381-D7AE32A4354D}"/>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607888" y="298740"/>
            <a:ext cx="1007035" cy="664060"/>
          </a:xfrm>
          <a:prstGeom prst="rect">
            <a:avLst/>
          </a:prstGeom>
          <a:noFill/>
          <a:extLst>
            <a:ext uri="{909E8E84-426E-40DD-AFC4-6F175D3DCCD1}">
              <a14:hiddenFill xmlns:a14="http://schemas.microsoft.com/office/drawing/2010/main">
                <a:solidFill>
                  <a:srgbClr val="FFFFFF"/>
                </a:solidFill>
              </a14:hiddenFill>
            </a:ext>
          </a:extLst>
        </p:spPr>
      </p:pic>
      <p:sp>
        <p:nvSpPr>
          <p:cNvPr id="3" name="Title 1">
            <a:extLst>
              <a:ext uri="{FF2B5EF4-FFF2-40B4-BE49-F238E27FC236}">
                <a16:creationId xmlns:a16="http://schemas.microsoft.com/office/drawing/2014/main" id="{1DCF073A-D2BF-7A15-49B7-63D00129229D}"/>
              </a:ext>
            </a:extLst>
          </p:cNvPr>
          <p:cNvSpPr txBox="1">
            <a:spLocks/>
          </p:cNvSpPr>
          <p:nvPr/>
        </p:nvSpPr>
        <p:spPr>
          <a:xfrm>
            <a:off x="457200" y="4040124"/>
            <a:ext cx="9144000" cy="731520"/>
          </a:xfrm>
          <a:prstGeom prst="rect">
            <a:avLst/>
          </a:prstGeom>
        </p:spPr>
        <p:txBody>
          <a:bodyPr vert="horz" lIns="0" tIns="0" rIns="0" bIns="0" rtlCol="0" anchor="t">
            <a:noAutofit/>
          </a:bodyPr>
          <a:lstStyle>
            <a:lvl1pPr algn="l" defTabSz="1005840" rtl="0" eaLnBrk="1" latinLnBrk="0" hangingPunct="1">
              <a:lnSpc>
                <a:spcPct val="90000"/>
              </a:lnSpc>
              <a:spcBef>
                <a:spcPct val="0"/>
              </a:spcBef>
              <a:buNone/>
              <a:defRPr sz="3200" b="1" kern="1200">
                <a:solidFill>
                  <a:schemeClr val="tx1"/>
                </a:solidFill>
                <a:latin typeface="+mj-lt"/>
                <a:ea typeface="+mj-ea"/>
                <a:cs typeface="+mj-cs"/>
              </a:defRPr>
            </a:lvl1pPr>
          </a:lstStyle>
          <a:p>
            <a:r>
              <a:rPr lang="en-US" sz="2000" b="0" dirty="0" err="1"/>
              <a:t>Gaurov</a:t>
            </a:r>
            <a:r>
              <a:rPr lang="en-US" sz="2000" b="0" dirty="0"/>
              <a:t> Bansal and </a:t>
            </a:r>
            <a:r>
              <a:rPr lang="en-US" sz="2000" b="0" dirty="0" err="1"/>
              <a:t>Anqi</a:t>
            </a:r>
            <a:r>
              <a:rPr lang="en-US" sz="2000" b="0" dirty="0"/>
              <a:t> Qu</a:t>
            </a:r>
          </a:p>
        </p:txBody>
      </p:sp>
    </p:spTree>
    <p:extLst>
      <p:ext uri="{BB962C8B-B14F-4D97-AF65-F5344CB8AC3E}">
        <p14:creationId xmlns:p14="http://schemas.microsoft.com/office/powerpoint/2010/main" val="60060248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754EFEE-32C5-2F69-D7A1-CBF2E6A077B9}"/>
              </a:ext>
            </a:extLst>
          </p:cNvPr>
          <p:cNvSpPr>
            <a:spLocks noGrp="1"/>
          </p:cNvSpPr>
          <p:nvPr>
            <p:ph type="title"/>
          </p:nvPr>
        </p:nvSpPr>
        <p:spPr/>
        <p:txBody>
          <a:bodyPr/>
          <a:lstStyle/>
          <a:p>
            <a:r>
              <a:rPr lang="en-US" dirty="0"/>
              <a:t>Executive Summary</a:t>
            </a:r>
          </a:p>
        </p:txBody>
      </p:sp>
      <p:sp>
        <p:nvSpPr>
          <p:cNvPr id="4" name="Text Placeholder 3">
            <a:extLst>
              <a:ext uri="{FF2B5EF4-FFF2-40B4-BE49-F238E27FC236}">
                <a16:creationId xmlns:a16="http://schemas.microsoft.com/office/drawing/2014/main" id="{758DC0CC-0E64-9C43-7845-8366B9AD2021}"/>
              </a:ext>
            </a:extLst>
          </p:cNvPr>
          <p:cNvSpPr>
            <a:spLocks noGrp="1"/>
          </p:cNvSpPr>
          <p:nvPr>
            <p:ph type="body" sz="quarter" idx="18"/>
          </p:nvPr>
        </p:nvSpPr>
        <p:spPr/>
        <p:txBody>
          <a:bodyPr>
            <a:normAutofit/>
          </a:bodyPr>
          <a:lstStyle/>
          <a:p>
            <a:r>
              <a:rPr lang="en-US" i="1" dirty="0"/>
              <a:t>Bill.com is a fundamentally strong business backed by a strong management team targeting a large market. </a:t>
            </a:r>
          </a:p>
        </p:txBody>
      </p:sp>
      <p:sp>
        <p:nvSpPr>
          <p:cNvPr id="5" name="Content Placeholder 4">
            <a:extLst>
              <a:ext uri="{FF2B5EF4-FFF2-40B4-BE49-F238E27FC236}">
                <a16:creationId xmlns:a16="http://schemas.microsoft.com/office/drawing/2014/main" id="{63EA789F-64CA-A90A-D6D2-A2F5E620155B}"/>
              </a:ext>
            </a:extLst>
          </p:cNvPr>
          <p:cNvSpPr>
            <a:spLocks noGrp="1"/>
          </p:cNvSpPr>
          <p:nvPr>
            <p:ph idx="10"/>
          </p:nvPr>
        </p:nvSpPr>
        <p:spPr>
          <a:xfrm>
            <a:off x="461623" y="1958576"/>
            <a:ext cx="4462272" cy="2408677"/>
          </a:xfrm>
        </p:spPr>
        <p:txBody>
          <a:bodyPr>
            <a:normAutofit lnSpcReduction="10000"/>
          </a:bodyPr>
          <a:lstStyle/>
          <a:p>
            <a:r>
              <a:rPr lang="en-US" dirty="0"/>
              <a:t>Cloud-based financial management software company and payment processor</a:t>
            </a:r>
          </a:p>
          <a:p>
            <a:r>
              <a:rPr lang="en-US" dirty="0"/>
              <a:t>Provides value to SMBs through a suite of back-office financial operations and solutions</a:t>
            </a:r>
          </a:p>
          <a:p>
            <a:r>
              <a:rPr lang="en-US" dirty="0"/>
              <a:t>Four Products Offered</a:t>
            </a:r>
          </a:p>
          <a:p>
            <a:pPr lvl="1"/>
            <a:r>
              <a:rPr lang="en-US" dirty="0"/>
              <a:t>Accounts Payable Automation</a:t>
            </a:r>
          </a:p>
          <a:p>
            <a:pPr lvl="1"/>
            <a:r>
              <a:rPr lang="en-US" dirty="0"/>
              <a:t>Accounts Receivable Automation</a:t>
            </a:r>
          </a:p>
          <a:p>
            <a:pPr lvl="1"/>
            <a:r>
              <a:rPr lang="en-US" dirty="0"/>
              <a:t>Spend and Expense Management</a:t>
            </a:r>
          </a:p>
          <a:p>
            <a:pPr lvl="1"/>
            <a:r>
              <a:rPr lang="en-US" dirty="0"/>
              <a:t>Payment Services</a:t>
            </a:r>
          </a:p>
        </p:txBody>
      </p:sp>
      <p:sp>
        <p:nvSpPr>
          <p:cNvPr id="7" name="Content Placeholder 6">
            <a:extLst>
              <a:ext uri="{FF2B5EF4-FFF2-40B4-BE49-F238E27FC236}">
                <a16:creationId xmlns:a16="http://schemas.microsoft.com/office/drawing/2014/main" id="{D0319290-8888-0048-3EEC-4769C7EE41C6}"/>
              </a:ext>
            </a:extLst>
          </p:cNvPr>
          <p:cNvSpPr>
            <a:spLocks noGrp="1"/>
          </p:cNvSpPr>
          <p:nvPr>
            <p:ph sz="quarter" idx="12"/>
          </p:nvPr>
        </p:nvSpPr>
        <p:spPr>
          <a:xfrm>
            <a:off x="5152651" y="1957357"/>
            <a:ext cx="4464119" cy="2368618"/>
          </a:xfrm>
        </p:spPr>
        <p:txBody>
          <a:bodyPr>
            <a:normAutofit/>
          </a:bodyPr>
          <a:lstStyle/>
          <a:p>
            <a:r>
              <a:rPr lang="en-US" dirty="0"/>
              <a:t>Bill.com works with accounting systems and </a:t>
            </a:r>
            <a:br>
              <a:rPr lang="en-US" dirty="0"/>
            </a:br>
            <a:r>
              <a:rPr lang="en-US" dirty="0"/>
              <a:t>Enterprise Resource Planning (ERP) platforms</a:t>
            </a:r>
          </a:p>
          <a:p>
            <a:r>
              <a:rPr lang="en-US" dirty="0"/>
              <a:t>Automatic</a:t>
            </a:r>
          </a:p>
          <a:p>
            <a:pPr lvl="1"/>
            <a:r>
              <a:rPr lang="en-US" dirty="0"/>
              <a:t>Direct two-way sync with Oracle NetSuite, Intuit QuickBooks, Xero, Microsoft, and Sage</a:t>
            </a:r>
          </a:p>
          <a:p>
            <a:r>
              <a:rPr lang="en-US" dirty="0"/>
              <a:t>Data Integration</a:t>
            </a:r>
          </a:p>
          <a:p>
            <a:pPr lvl="1"/>
            <a:r>
              <a:rPr lang="en-US" dirty="0"/>
              <a:t>Easily import and export data with Thompson Reuters, SAP, and FreshBooks </a:t>
            </a:r>
          </a:p>
          <a:p>
            <a:pPr lvl="1"/>
            <a:endParaRPr lang="en-US" dirty="0"/>
          </a:p>
        </p:txBody>
      </p:sp>
      <p:sp>
        <p:nvSpPr>
          <p:cNvPr id="8" name="Content Placeholder 7">
            <a:extLst>
              <a:ext uri="{FF2B5EF4-FFF2-40B4-BE49-F238E27FC236}">
                <a16:creationId xmlns:a16="http://schemas.microsoft.com/office/drawing/2014/main" id="{D3F61561-9CB8-BB33-1A76-6E2246AE6B95}"/>
              </a:ext>
            </a:extLst>
          </p:cNvPr>
          <p:cNvSpPr>
            <a:spLocks noGrp="1"/>
          </p:cNvSpPr>
          <p:nvPr>
            <p:ph sz="quarter" idx="13"/>
          </p:nvPr>
        </p:nvSpPr>
        <p:spPr>
          <a:xfrm>
            <a:off x="5152651" y="4853360"/>
            <a:ext cx="4462272" cy="2467758"/>
          </a:xfrm>
        </p:spPr>
        <p:txBody>
          <a:bodyPr>
            <a:normAutofit fontScale="92500" lnSpcReduction="20000"/>
          </a:bodyPr>
          <a:lstStyle/>
          <a:p>
            <a:pPr marL="0" indent="0">
              <a:buNone/>
            </a:pPr>
            <a:endParaRPr lang="en-US" dirty="0"/>
          </a:p>
          <a:p>
            <a:endParaRPr lang="en-US" dirty="0"/>
          </a:p>
          <a:p>
            <a:endParaRPr lang="en-US" dirty="0"/>
          </a:p>
          <a:p>
            <a:endParaRPr lang="en-US" dirty="0"/>
          </a:p>
          <a:p>
            <a:r>
              <a:rPr lang="en-US" sz="1700" dirty="0"/>
              <a:t>Custom pricing for ERP integration in combined plan</a:t>
            </a:r>
          </a:p>
          <a:p>
            <a:r>
              <a:rPr lang="en-US" sz="1700" dirty="0"/>
              <a:t>Transaction Services</a:t>
            </a:r>
          </a:p>
          <a:p>
            <a:pPr lvl="1"/>
            <a:r>
              <a:rPr lang="en-US" sz="1700" dirty="0"/>
              <a:t>Send/Receive: $0.49</a:t>
            </a:r>
          </a:p>
          <a:p>
            <a:pPr lvl="1"/>
            <a:r>
              <a:rPr lang="en-US" sz="1700" dirty="0"/>
              <a:t>Mail Your Checks: $1.69/check</a:t>
            </a:r>
          </a:p>
          <a:p>
            <a:pPr lvl="1"/>
            <a:r>
              <a:rPr lang="en-US" sz="1700" dirty="0"/>
              <a:t>Mail Your Invoices: $1.49/invoice</a:t>
            </a:r>
          </a:p>
          <a:p>
            <a:pPr marL="171450" lvl="1" indent="0">
              <a:buNone/>
            </a:pPr>
            <a:endParaRPr lang="en-US" dirty="0"/>
          </a:p>
        </p:txBody>
      </p:sp>
      <p:sp>
        <p:nvSpPr>
          <p:cNvPr id="9" name="Content Placeholder 8">
            <a:extLst>
              <a:ext uri="{FF2B5EF4-FFF2-40B4-BE49-F238E27FC236}">
                <a16:creationId xmlns:a16="http://schemas.microsoft.com/office/drawing/2014/main" id="{AE2DF0F2-7F8C-B137-84A8-B1969258B38B}"/>
              </a:ext>
            </a:extLst>
          </p:cNvPr>
          <p:cNvSpPr>
            <a:spLocks noGrp="1"/>
          </p:cNvSpPr>
          <p:nvPr>
            <p:ph idx="19"/>
          </p:nvPr>
        </p:nvSpPr>
        <p:spPr>
          <a:xfrm>
            <a:off x="461623" y="1586119"/>
            <a:ext cx="4462272" cy="304337"/>
          </a:xfrm>
        </p:spPr>
        <p:txBody>
          <a:bodyPr/>
          <a:lstStyle/>
          <a:p>
            <a:r>
              <a:rPr lang="en-US" dirty="0"/>
              <a:t>Products and Services</a:t>
            </a:r>
          </a:p>
        </p:txBody>
      </p:sp>
      <p:sp>
        <p:nvSpPr>
          <p:cNvPr id="10" name="Content Placeholder 9">
            <a:extLst>
              <a:ext uri="{FF2B5EF4-FFF2-40B4-BE49-F238E27FC236}">
                <a16:creationId xmlns:a16="http://schemas.microsoft.com/office/drawing/2014/main" id="{04B5B0B1-5EFC-1DDC-27EA-A6670A84F5C7}"/>
              </a:ext>
            </a:extLst>
          </p:cNvPr>
          <p:cNvSpPr>
            <a:spLocks noGrp="1"/>
          </p:cNvSpPr>
          <p:nvPr>
            <p:ph idx="20"/>
          </p:nvPr>
        </p:nvSpPr>
        <p:spPr>
          <a:xfrm>
            <a:off x="5152651" y="1586118"/>
            <a:ext cx="4462272" cy="304337"/>
          </a:xfrm>
        </p:spPr>
        <p:txBody>
          <a:bodyPr/>
          <a:lstStyle/>
          <a:p>
            <a:r>
              <a:rPr lang="en-US" dirty="0"/>
              <a:t>Strong Integration</a:t>
            </a:r>
          </a:p>
        </p:txBody>
      </p:sp>
      <p:sp>
        <p:nvSpPr>
          <p:cNvPr id="11" name="Content Placeholder 10">
            <a:extLst>
              <a:ext uri="{FF2B5EF4-FFF2-40B4-BE49-F238E27FC236}">
                <a16:creationId xmlns:a16="http://schemas.microsoft.com/office/drawing/2014/main" id="{267D3E1A-D019-8BCB-9E5B-A3188D534F4D}"/>
              </a:ext>
            </a:extLst>
          </p:cNvPr>
          <p:cNvSpPr>
            <a:spLocks noGrp="1"/>
          </p:cNvSpPr>
          <p:nvPr>
            <p:ph idx="21"/>
          </p:nvPr>
        </p:nvSpPr>
        <p:spPr/>
        <p:txBody>
          <a:bodyPr/>
          <a:lstStyle/>
          <a:p>
            <a:r>
              <a:rPr lang="en-US" dirty="0"/>
              <a:t>Revenue Breakdown</a:t>
            </a:r>
          </a:p>
        </p:txBody>
      </p:sp>
      <p:sp>
        <p:nvSpPr>
          <p:cNvPr id="12" name="Content Placeholder 11">
            <a:extLst>
              <a:ext uri="{FF2B5EF4-FFF2-40B4-BE49-F238E27FC236}">
                <a16:creationId xmlns:a16="http://schemas.microsoft.com/office/drawing/2014/main" id="{16966A98-F394-391C-8ECF-13275AFB4E74}"/>
              </a:ext>
            </a:extLst>
          </p:cNvPr>
          <p:cNvSpPr>
            <a:spLocks noGrp="1"/>
          </p:cNvSpPr>
          <p:nvPr>
            <p:ph idx="22"/>
          </p:nvPr>
        </p:nvSpPr>
        <p:spPr/>
        <p:txBody>
          <a:bodyPr/>
          <a:lstStyle/>
          <a:p>
            <a:r>
              <a:rPr lang="en-US" dirty="0"/>
              <a:t>Pricing Structure</a:t>
            </a:r>
          </a:p>
        </p:txBody>
      </p:sp>
      <p:graphicFrame>
        <p:nvGraphicFramePr>
          <p:cNvPr id="18" name="Chart 17">
            <a:extLst>
              <a:ext uri="{FF2B5EF4-FFF2-40B4-BE49-F238E27FC236}">
                <a16:creationId xmlns:a16="http://schemas.microsoft.com/office/drawing/2014/main" id="{83FB18CC-AC5A-E22D-08D8-65E3ED5D9B04}"/>
              </a:ext>
            </a:extLst>
          </p:cNvPr>
          <p:cNvGraphicFramePr/>
          <p:nvPr/>
        </p:nvGraphicFramePr>
        <p:xfrm>
          <a:off x="819509" y="4753374"/>
          <a:ext cx="3746500" cy="2235200"/>
        </p:xfrm>
        <a:graphic>
          <a:graphicData uri="http://schemas.openxmlformats.org/drawingml/2006/chart">
            <c:chart xmlns:c="http://schemas.openxmlformats.org/drawingml/2006/chart" xmlns:r="http://schemas.openxmlformats.org/officeDocument/2006/relationships" r:id="rId3"/>
          </a:graphicData>
        </a:graphic>
      </p:graphicFrame>
      <p:graphicFrame>
        <p:nvGraphicFramePr>
          <p:cNvPr id="13" name="Table 13">
            <a:extLst>
              <a:ext uri="{FF2B5EF4-FFF2-40B4-BE49-F238E27FC236}">
                <a16:creationId xmlns:a16="http://schemas.microsoft.com/office/drawing/2014/main" id="{59307A62-679A-D06B-32B8-4D74CAA2C0B6}"/>
              </a:ext>
            </a:extLst>
          </p:cNvPr>
          <p:cNvGraphicFramePr>
            <a:graphicFrameLocks noGrp="1"/>
          </p:cNvGraphicFramePr>
          <p:nvPr/>
        </p:nvGraphicFramePr>
        <p:xfrm>
          <a:off x="5256719" y="4800610"/>
          <a:ext cx="4254135" cy="914400"/>
        </p:xfrm>
        <a:graphic>
          <a:graphicData uri="http://schemas.openxmlformats.org/drawingml/2006/table">
            <a:tbl>
              <a:tblPr firstRow="1" bandRow="1">
                <a:tableStyleId>{5C22544A-7EE6-4342-B048-85BDC9FD1C3A}</a:tableStyleId>
              </a:tblPr>
              <a:tblGrid>
                <a:gridCol w="1418045">
                  <a:extLst>
                    <a:ext uri="{9D8B030D-6E8A-4147-A177-3AD203B41FA5}">
                      <a16:colId xmlns:a16="http://schemas.microsoft.com/office/drawing/2014/main" val="3279027386"/>
                    </a:ext>
                  </a:extLst>
                </a:gridCol>
                <a:gridCol w="1418045">
                  <a:extLst>
                    <a:ext uri="{9D8B030D-6E8A-4147-A177-3AD203B41FA5}">
                      <a16:colId xmlns:a16="http://schemas.microsoft.com/office/drawing/2014/main" val="2175148950"/>
                    </a:ext>
                  </a:extLst>
                </a:gridCol>
                <a:gridCol w="1418045">
                  <a:extLst>
                    <a:ext uri="{9D8B030D-6E8A-4147-A177-3AD203B41FA5}">
                      <a16:colId xmlns:a16="http://schemas.microsoft.com/office/drawing/2014/main" val="3597333718"/>
                    </a:ext>
                  </a:extLst>
                </a:gridCol>
              </a:tblGrid>
              <a:tr h="231660">
                <a:tc>
                  <a:txBody>
                    <a:bodyPr/>
                    <a:lstStyle/>
                    <a:p>
                      <a:endParaRPr lang="en-US" sz="1400" dirty="0"/>
                    </a:p>
                  </a:txBody>
                  <a:tcPr/>
                </a:tc>
                <a:tc>
                  <a:txBody>
                    <a:bodyPr/>
                    <a:lstStyle/>
                    <a:p>
                      <a:pPr algn="ctr"/>
                      <a:r>
                        <a:rPr lang="en-US" sz="1400" dirty="0"/>
                        <a:t>Essentials</a:t>
                      </a:r>
                    </a:p>
                  </a:txBody>
                  <a:tcPr/>
                </a:tc>
                <a:tc>
                  <a:txBody>
                    <a:bodyPr/>
                    <a:lstStyle/>
                    <a:p>
                      <a:pPr algn="ctr"/>
                      <a:r>
                        <a:rPr lang="en-US" sz="1400" dirty="0"/>
                        <a:t>Team</a:t>
                      </a:r>
                    </a:p>
                  </a:txBody>
                  <a:tcPr/>
                </a:tc>
                <a:extLst>
                  <a:ext uri="{0D108BD9-81ED-4DB2-BD59-A6C34878D82A}">
                    <a16:rowId xmlns:a16="http://schemas.microsoft.com/office/drawing/2014/main" val="697025462"/>
                  </a:ext>
                </a:extLst>
              </a:tr>
              <a:tr h="231660">
                <a:tc>
                  <a:txBody>
                    <a:bodyPr/>
                    <a:lstStyle/>
                    <a:p>
                      <a:r>
                        <a:rPr lang="en-US" sz="1400" dirty="0"/>
                        <a:t>Pay Bills</a:t>
                      </a:r>
                    </a:p>
                  </a:txBody>
                  <a:tcPr/>
                </a:tc>
                <a:tc>
                  <a:txBody>
                    <a:bodyPr/>
                    <a:lstStyle/>
                    <a:p>
                      <a:r>
                        <a:rPr lang="en-US" sz="1400" dirty="0"/>
                        <a:t>$45/user/month</a:t>
                      </a:r>
                    </a:p>
                  </a:txBody>
                  <a:tcPr/>
                </a:tc>
                <a:tc>
                  <a:txBody>
                    <a:bodyPr/>
                    <a:lstStyle/>
                    <a:p>
                      <a:r>
                        <a:rPr lang="en-US" sz="1400" dirty="0"/>
                        <a:t>$55/user/month</a:t>
                      </a:r>
                    </a:p>
                  </a:txBody>
                  <a:tcPr/>
                </a:tc>
                <a:extLst>
                  <a:ext uri="{0D108BD9-81ED-4DB2-BD59-A6C34878D82A}">
                    <a16:rowId xmlns:a16="http://schemas.microsoft.com/office/drawing/2014/main" val="587742628"/>
                  </a:ext>
                </a:extLst>
              </a:tr>
              <a:tr h="231660">
                <a:tc>
                  <a:txBody>
                    <a:bodyPr/>
                    <a:lstStyle/>
                    <a:p>
                      <a:r>
                        <a:rPr lang="en-US" sz="1400" dirty="0"/>
                        <a:t>Get Paid</a:t>
                      </a:r>
                    </a:p>
                  </a:txBody>
                  <a:tcPr/>
                </a:tc>
                <a:tc>
                  <a:txBody>
                    <a:bodyPr/>
                    <a:lstStyle/>
                    <a:p>
                      <a:r>
                        <a:rPr lang="en-US" sz="1400" dirty="0"/>
                        <a:t>$45/user/month</a:t>
                      </a:r>
                    </a:p>
                  </a:txBody>
                  <a:tcPr/>
                </a:tc>
                <a:tc>
                  <a:txBody>
                    <a:bodyPr/>
                    <a:lstStyle/>
                    <a:p>
                      <a:pPr marL="0" marR="0" lvl="0" indent="0" algn="l" defTabSz="1005840" rtl="0" eaLnBrk="1" fontAlgn="auto" latinLnBrk="0" hangingPunct="1">
                        <a:lnSpc>
                          <a:spcPct val="100000"/>
                        </a:lnSpc>
                        <a:spcBef>
                          <a:spcPts val="0"/>
                        </a:spcBef>
                        <a:spcAft>
                          <a:spcPts val="0"/>
                        </a:spcAft>
                        <a:buClrTx/>
                        <a:buSzTx/>
                        <a:buFontTx/>
                        <a:buNone/>
                        <a:tabLst/>
                        <a:defRPr/>
                      </a:pPr>
                      <a:r>
                        <a:rPr lang="en-US" sz="1400" dirty="0"/>
                        <a:t>$55/user/month</a:t>
                      </a:r>
                    </a:p>
                  </a:txBody>
                  <a:tcPr/>
                </a:tc>
                <a:extLst>
                  <a:ext uri="{0D108BD9-81ED-4DB2-BD59-A6C34878D82A}">
                    <a16:rowId xmlns:a16="http://schemas.microsoft.com/office/drawing/2014/main" val="68490364"/>
                  </a:ext>
                </a:extLst>
              </a:tr>
            </a:tbl>
          </a:graphicData>
        </a:graphic>
      </p:graphicFrame>
      <p:pic>
        <p:nvPicPr>
          <p:cNvPr id="6" name="Picture 2" descr="BILL: Online bill payment &amp; receivables software">
            <a:extLst>
              <a:ext uri="{FF2B5EF4-FFF2-40B4-BE49-F238E27FC236}">
                <a16:creationId xmlns:a16="http://schemas.microsoft.com/office/drawing/2014/main" id="{9010748C-168F-38C0-E487-1B3DAB66B290}"/>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8607888" y="298740"/>
            <a:ext cx="1007035" cy="66406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74841920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376C0E6F-794C-4F20-4592-0A46DD9C0938}"/>
              </a:ext>
            </a:extLst>
          </p:cNvPr>
          <p:cNvSpPr>
            <a:spLocks noGrp="1"/>
          </p:cNvSpPr>
          <p:nvPr>
            <p:ph type="title"/>
          </p:nvPr>
        </p:nvSpPr>
        <p:spPr/>
        <p:txBody>
          <a:bodyPr/>
          <a:lstStyle/>
          <a:p>
            <a:r>
              <a:rPr lang="en-US" dirty="0"/>
              <a:t>Deeper Dive into Products Offered</a:t>
            </a:r>
          </a:p>
        </p:txBody>
      </p:sp>
      <p:sp>
        <p:nvSpPr>
          <p:cNvPr id="4" name="Content Placeholder 3">
            <a:extLst>
              <a:ext uri="{FF2B5EF4-FFF2-40B4-BE49-F238E27FC236}">
                <a16:creationId xmlns:a16="http://schemas.microsoft.com/office/drawing/2014/main" id="{80A0E4D0-46F5-701B-5A90-47C05BB86F36}"/>
              </a:ext>
            </a:extLst>
          </p:cNvPr>
          <p:cNvSpPr>
            <a:spLocks noGrp="1"/>
          </p:cNvSpPr>
          <p:nvPr>
            <p:ph idx="1"/>
          </p:nvPr>
        </p:nvSpPr>
        <p:spPr/>
        <p:txBody>
          <a:bodyPr>
            <a:normAutofit lnSpcReduction="10000"/>
          </a:bodyPr>
          <a:lstStyle/>
          <a:p>
            <a:r>
              <a:rPr lang="en-US" dirty="0"/>
              <a:t>Digitizes every invoice that comes in via any medium and leverages AI /ML to pull information into the system</a:t>
            </a:r>
          </a:p>
          <a:p>
            <a:r>
              <a:rPr lang="en-US" dirty="0"/>
              <a:t>Implements checks and balances by checking for potential errors and time-stamping every interaction</a:t>
            </a:r>
          </a:p>
          <a:p>
            <a:r>
              <a:rPr lang="en-US" dirty="0"/>
              <a:t>Keeps track of several different variable payment terms and ensures appropriate payment to vendors</a:t>
            </a:r>
          </a:p>
        </p:txBody>
      </p:sp>
      <p:sp>
        <p:nvSpPr>
          <p:cNvPr id="5" name="Text Placeholder 4">
            <a:extLst>
              <a:ext uri="{FF2B5EF4-FFF2-40B4-BE49-F238E27FC236}">
                <a16:creationId xmlns:a16="http://schemas.microsoft.com/office/drawing/2014/main" id="{12D5D6B3-E72D-CD9A-E0EA-066719C37D96}"/>
              </a:ext>
            </a:extLst>
          </p:cNvPr>
          <p:cNvSpPr>
            <a:spLocks noGrp="1"/>
          </p:cNvSpPr>
          <p:nvPr>
            <p:ph type="body" sz="quarter" idx="10"/>
          </p:nvPr>
        </p:nvSpPr>
        <p:spPr/>
        <p:txBody>
          <a:bodyPr/>
          <a:lstStyle/>
          <a:p>
            <a:r>
              <a:rPr lang="en-US" dirty="0"/>
              <a:t>Accounts Payable Automation</a:t>
            </a:r>
          </a:p>
        </p:txBody>
      </p:sp>
      <p:sp>
        <p:nvSpPr>
          <p:cNvPr id="6" name="Content Placeholder 5">
            <a:extLst>
              <a:ext uri="{FF2B5EF4-FFF2-40B4-BE49-F238E27FC236}">
                <a16:creationId xmlns:a16="http://schemas.microsoft.com/office/drawing/2014/main" id="{1D3C5E71-46F3-17E1-A967-48B3A326CDFC}"/>
              </a:ext>
            </a:extLst>
          </p:cNvPr>
          <p:cNvSpPr>
            <a:spLocks noGrp="1"/>
          </p:cNvSpPr>
          <p:nvPr>
            <p:ph idx="18"/>
          </p:nvPr>
        </p:nvSpPr>
        <p:spPr/>
        <p:txBody>
          <a:bodyPr>
            <a:normAutofit fontScale="92500" lnSpcReduction="10000"/>
          </a:bodyPr>
          <a:lstStyle/>
          <a:p>
            <a:r>
              <a:rPr lang="en-US" dirty="0"/>
              <a:t>Platform helps create, send, schedule sending one-time or invoices to the correct  customers on appropriate dates</a:t>
            </a:r>
          </a:p>
          <a:p>
            <a:r>
              <a:rPr lang="en-US" dirty="0"/>
              <a:t>Empowers businesses to track the invoice, filter invoices by status, and send reminders for unpaid invoices to clients</a:t>
            </a:r>
          </a:p>
          <a:p>
            <a:r>
              <a:rPr lang="en-US" dirty="0"/>
              <a:t>Syncs invoices with a several different accounting software for accurate reconciliation and record-keeping purposes</a:t>
            </a:r>
          </a:p>
        </p:txBody>
      </p:sp>
      <p:sp>
        <p:nvSpPr>
          <p:cNvPr id="7" name="Text Placeholder 6">
            <a:extLst>
              <a:ext uri="{FF2B5EF4-FFF2-40B4-BE49-F238E27FC236}">
                <a16:creationId xmlns:a16="http://schemas.microsoft.com/office/drawing/2014/main" id="{58581DD0-EF60-75E6-F677-8811B13A77FC}"/>
              </a:ext>
            </a:extLst>
          </p:cNvPr>
          <p:cNvSpPr>
            <a:spLocks noGrp="1"/>
          </p:cNvSpPr>
          <p:nvPr>
            <p:ph type="body" sz="quarter" idx="19"/>
          </p:nvPr>
        </p:nvSpPr>
        <p:spPr/>
        <p:txBody>
          <a:bodyPr/>
          <a:lstStyle/>
          <a:p>
            <a:r>
              <a:rPr lang="en-US" dirty="0"/>
              <a:t>Accounts Receivable Automation</a:t>
            </a:r>
          </a:p>
        </p:txBody>
      </p:sp>
      <p:sp>
        <p:nvSpPr>
          <p:cNvPr id="8" name="Content Placeholder 7">
            <a:extLst>
              <a:ext uri="{FF2B5EF4-FFF2-40B4-BE49-F238E27FC236}">
                <a16:creationId xmlns:a16="http://schemas.microsoft.com/office/drawing/2014/main" id="{6AD39D92-A3CA-0993-89F6-E447BB5B1692}"/>
              </a:ext>
            </a:extLst>
          </p:cNvPr>
          <p:cNvSpPr>
            <a:spLocks noGrp="1"/>
          </p:cNvSpPr>
          <p:nvPr>
            <p:ph idx="20"/>
          </p:nvPr>
        </p:nvSpPr>
        <p:spPr/>
        <p:txBody>
          <a:bodyPr>
            <a:normAutofit fontScale="92500" lnSpcReduction="10000"/>
          </a:bodyPr>
          <a:lstStyle/>
          <a:p>
            <a:r>
              <a:rPr lang="en-US" dirty="0"/>
              <a:t>Their spend and expense management platform is powered by their acquisition of Divvy in May, 2021</a:t>
            </a:r>
          </a:p>
          <a:p>
            <a:r>
              <a:rPr lang="en-US" dirty="0"/>
              <a:t>It powers collecting spending data and spend analytics that uses AI to identify opportunities to reduce costs</a:t>
            </a:r>
          </a:p>
          <a:p>
            <a:r>
              <a:rPr lang="en-US" dirty="0"/>
              <a:t>It identifies patterns between spending and Key Performance Indicators (KPIs) in order to indicate correlation</a:t>
            </a:r>
          </a:p>
          <a:p>
            <a:endParaRPr lang="en-US" dirty="0"/>
          </a:p>
        </p:txBody>
      </p:sp>
      <p:sp>
        <p:nvSpPr>
          <p:cNvPr id="9" name="Text Placeholder 8">
            <a:extLst>
              <a:ext uri="{FF2B5EF4-FFF2-40B4-BE49-F238E27FC236}">
                <a16:creationId xmlns:a16="http://schemas.microsoft.com/office/drawing/2014/main" id="{17E95661-6921-093D-E86C-96BADABF45B8}"/>
              </a:ext>
            </a:extLst>
          </p:cNvPr>
          <p:cNvSpPr>
            <a:spLocks noGrp="1"/>
          </p:cNvSpPr>
          <p:nvPr>
            <p:ph type="body" sz="quarter" idx="21"/>
          </p:nvPr>
        </p:nvSpPr>
        <p:spPr/>
        <p:txBody>
          <a:bodyPr/>
          <a:lstStyle/>
          <a:p>
            <a:r>
              <a:rPr lang="en-US" dirty="0"/>
              <a:t>Spend and Expense Management</a:t>
            </a:r>
          </a:p>
        </p:txBody>
      </p:sp>
      <p:sp>
        <p:nvSpPr>
          <p:cNvPr id="10" name="Content Placeholder 9">
            <a:extLst>
              <a:ext uri="{FF2B5EF4-FFF2-40B4-BE49-F238E27FC236}">
                <a16:creationId xmlns:a16="http://schemas.microsoft.com/office/drawing/2014/main" id="{DD5CDD5D-5E00-528D-E6D1-0DD0A0C45DB8}"/>
              </a:ext>
            </a:extLst>
          </p:cNvPr>
          <p:cNvSpPr>
            <a:spLocks noGrp="1"/>
          </p:cNvSpPr>
          <p:nvPr>
            <p:ph idx="22"/>
          </p:nvPr>
        </p:nvSpPr>
        <p:spPr>
          <a:xfrm>
            <a:off x="461623" y="6097095"/>
            <a:ext cx="9144000" cy="936751"/>
          </a:xfrm>
        </p:spPr>
        <p:txBody>
          <a:bodyPr>
            <a:normAutofit/>
          </a:bodyPr>
          <a:lstStyle/>
          <a:p>
            <a:r>
              <a:rPr lang="en-US" dirty="0"/>
              <a:t>Bill.com helps businesses transition to paying vendors w. Automated Clearing House (ACH) instead of checks</a:t>
            </a:r>
          </a:p>
          <a:p>
            <a:r>
              <a:rPr lang="en-US" dirty="0"/>
              <a:t>Unlike other platforms that charge a percentage based-transaction fee, customers pay a flat fee for transactions</a:t>
            </a:r>
          </a:p>
          <a:p>
            <a:r>
              <a:rPr lang="en-US" dirty="0"/>
              <a:t>Bill.com automates ACH payments in payables and receivables processes to create a fully integrated platform</a:t>
            </a:r>
          </a:p>
          <a:p>
            <a:endParaRPr lang="en-US" dirty="0"/>
          </a:p>
        </p:txBody>
      </p:sp>
      <p:sp>
        <p:nvSpPr>
          <p:cNvPr id="11" name="Text Placeholder 10">
            <a:extLst>
              <a:ext uri="{FF2B5EF4-FFF2-40B4-BE49-F238E27FC236}">
                <a16:creationId xmlns:a16="http://schemas.microsoft.com/office/drawing/2014/main" id="{46A0DF6C-98D8-B0E3-F891-0D3095930974}"/>
              </a:ext>
            </a:extLst>
          </p:cNvPr>
          <p:cNvSpPr>
            <a:spLocks noGrp="1"/>
          </p:cNvSpPr>
          <p:nvPr>
            <p:ph type="body" sz="quarter" idx="23"/>
          </p:nvPr>
        </p:nvSpPr>
        <p:spPr/>
        <p:txBody>
          <a:bodyPr/>
          <a:lstStyle/>
          <a:p>
            <a:r>
              <a:rPr lang="en-US" dirty="0"/>
              <a:t>Payment Services</a:t>
            </a:r>
          </a:p>
        </p:txBody>
      </p:sp>
      <p:pic>
        <p:nvPicPr>
          <p:cNvPr id="14" name="Picture 2" descr="BILL: Online bill payment &amp; receivables software">
            <a:extLst>
              <a:ext uri="{FF2B5EF4-FFF2-40B4-BE49-F238E27FC236}">
                <a16:creationId xmlns:a16="http://schemas.microsoft.com/office/drawing/2014/main" id="{89B86987-B8E7-509A-093F-87E26FBF9264}"/>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607888" y="298740"/>
            <a:ext cx="1007035" cy="66406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88808490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Title 11">
            <a:extLst>
              <a:ext uri="{FF2B5EF4-FFF2-40B4-BE49-F238E27FC236}">
                <a16:creationId xmlns:a16="http://schemas.microsoft.com/office/drawing/2014/main" id="{83EE25BE-6690-4812-1F46-4D25586FEFF8}"/>
              </a:ext>
            </a:extLst>
          </p:cNvPr>
          <p:cNvSpPr>
            <a:spLocks noGrp="1"/>
          </p:cNvSpPr>
          <p:nvPr>
            <p:ph type="title"/>
          </p:nvPr>
        </p:nvSpPr>
        <p:spPr/>
        <p:txBody>
          <a:bodyPr/>
          <a:lstStyle/>
          <a:p>
            <a:r>
              <a:rPr lang="en-US" dirty="0"/>
              <a:t>Quick Figures</a:t>
            </a:r>
          </a:p>
        </p:txBody>
      </p:sp>
      <p:sp>
        <p:nvSpPr>
          <p:cNvPr id="15" name="Text Placeholder 14">
            <a:extLst>
              <a:ext uri="{FF2B5EF4-FFF2-40B4-BE49-F238E27FC236}">
                <a16:creationId xmlns:a16="http://schemas.microsoft.com/office/drawing/2014/main" id="{BE1FD2DB-B21C-DA79-777C-9605AB4735E4}"/>
              </a:ext>
            </a:extLst>
          </p:cNvPr>
          <p:cNvSpPr>
            <a:spLocks noGrp="1"/>
          </p:cNvSpPr>
          <p:nvPr>
            <p:ph type="body" sz="quarter" idx="18"/>
          </p:nvPr>
        </p:nvSpPr>
        <p:spPr/>
        <p:txBody>
          <a:bodyPr>
            <a:normAutofit/>
          </a:bodyPr>
          <a:lstStyle/>
          <a:p>
            <a:r>
              <a:rPr lang="en-US" i="1" dirty="0" err="1"/>
              <a:t>Bill.com’s</a:t>
            </a:r>
            <a:r>
              <a:rPr lang="en-US" i="1" dirty="0"/>
              <a:t> impressive numbers reflect their growing presence and strong vision.</a:t>
            </a:r>
          </a:p>
        </p:txBody>
      </p:sp>
      <p:sp>
        <p:nvSpPr>
          <p:cNvPr id="13" name="Content Placeholder 12">
            <a:extLst>
              <a:ext uri="{FF2B5EF4-FFF2-40B4-BE49-F238E27FC236}">
                <a16:creationId xmlns:a16="http://schemas.microsoft.com/office/drawing/2014/main" id="{079764CA-B85E-9EFA-7408-5A3CD1836186}"/>
              </a:ext>
            </a:extLst>
          </p:cNvPr>
          <p:cNvSpPr>
            <a:spLocks noGrp="1"/>
          </p:cNvSpPr>
          <p:nvPr>
            <p:ph idx="10"/>
          </p:nvPr>
        </p:nvSpPr>
        <p:spPr>
          <a:xfrm>
            <a:off x="446276" y="4435262"/>
            <a:ext cx="2121408" cy="1035008"/>
          </a:xfrm>
        </p:spPr>
        <p:txBody>
          <a:bodyPr>
            <a:normAutofit/>
          </a:bodyPr>
          <a:lstStyle/>
          <a:p>
            <a:pPr algn="ctr"/>
            <a:r>
              <a:rPr lang="en-US" sz="4800" dirty="0">
                <a:solidFill>
                  <a:srgbClr val="007DEE"/>
                </a:solidFill>
              </a:rPr>
              <a:t>4.7M</a:t>
            </a:r>
          </a:p>
        </p:txBody>
      </p:sp>
      <p:graphicFrame>
        <p:nvGraphicFramePr>
          <p:cNvPr id="24" name="Content Placeholder 23">
            <a:extLst>
              <a:ext uri="{FF2B5EF4-FFF2-40B4-BE49-F238E27FC236}">
                <a16:creationId xmlns:a16="http://schemas.microsoft.com/office/drawing/2014/main" id="{775B3BE8-D56E-EB97-81FE-DFD6406141D4}"/>
              </a:ext>
            </a:extLst>
          </p:cNvPr>
          <p:cNvGraphicFramePr>
            <a:graphicFrameLocks noGrp="1"/>
          </p:cNvGraphicFramePr>
          <p:nvPr>
            <p:ph sz="quarter" idx="12"/>
            <p:extLst>
              <p:ext uri="{D42A27DB-BD31-4B8C-83A1-F6EECF244321}">
                <p14:modId xmlns:p14="http://schemas.microsoft.com/office/powerpoint/2010/main" val="823879182"/>
              </p:ext>
            </p:extLst>
          </p:nvPr>
        </p:nvGraphicFramePr>
        <p:xfrm>
          <a:off x="5148001" y="2726600"/>
          <a:ext cx="2986632" cy="2852433"/>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16" name="Content Placeholder 15">
            <a:extLst>
              <a:ext uri="{FF2B5EF4-FFF2-40B4-BE49-F238E27FC236}">
                <a16:creationId xmlns:a16="http://schemas.microsoft.com/office/drawing/2014/main" id="{9B870077-1AC3-B774-9491-C41631BC596F}"/>
              </a:ext>
            </a:extLst>
          </p:cNvPr>
          <p:cNvSpPr>
            <a:spLocks noGrp="1"/>
          </p:cNvSpPr>
          <p:nvPr>
            <p:ph idx="19"/>
          </p:nvPr>
        </p:nvSpPr>
        <p:spPr>
          <a:xfrm>
            <a:off x="456972" y="3973399"/>
            <a:ext cx="2121408" cy="304337"/>
          </a:xfrm>
        </p:spPr>
        <p:txBody>
          <a:bodyPr/>
          <a:lstStyle/>
          <a:p>
            <a:r>
              <a:rPr lang="en-US" dirty="0"/>
              <a:t>Network Members</a:t>
            </a:r>
          </a:p>
        </p:txBody>
      </p:sp>
      <p:sp>
        <p:nvSpPr>
          <p:cNvPr id="17" name="Content Placeholder 16">
            <a:extLst>
              <a:ext uri="{FF2B5EF4-FFF2-40B4-BE49-F238E27FC236}">
                <a16:creationId xmlns:a16="http://schemas.microsoft.com/office/drawing/2014/main" id="{06510CE8-9BCF-5DEA-162A-C9D11615D455}"/>
              </a:ext>
            </a:extLst>
          </p:cNvPr>
          <p:cNvSpPr>
            <a:spLocks noGrp="1"/>
          </p:cNvSpPr>
          <p:nvPr>
            <p:ph idx="23"/>
          </p:nvPr>
        </p:nvSpPr>
        <p:spPr>
          <a:xfrm>
            <a:off x="2802486" y="3973397"/>
            <a:ext cx="2121408" cy="304337"/>
          </a:xfrm>
        </p:spPr>
        <p:txBody>
          <a:bodyPr/>
          <a:lstStyle/>
          <a:p>
            <a:r>
              <a:rPr lang="en-US" dirty="0"/>
              <a:t>Number of Clients</a:t>
            </a:r>
          </a:p>
        </p:txBody>
      </p:sp>
      <p:sp>
        <p:nvSpPr>
          <p:cNvPr id="18" name="Content Placeholder 17">
            <a:extLst>
              <a:ext uri="{FF2B5EF4-FFF2-40B4-BE49-F238E27FC236}">
                <a16:creationId xmlns:a16="http://schemas.microsoft.com/office/drawing/2014/main" id="{6FF00EEC-AABE-F956-9BD3-81B7767B3B6E}"/>
              </a:ext>
            </a:extLst>
          </p:cNvPr>
          <p:cNvSpPr>
            <a:spLocks noGrp="1"/>
          </p:cNvSpPr>
          <p:nvPr>
            <p:ph idx="24"/>
          </p:nvPr>
        </p:nvSpPr>
        <p:spPr>
          <a:xfrm>
            <a:off x="5152651" y="1588910"/>
            <a:ext cx="4462272" cy="304337"/>
          </a:xfrm>
        </p:spPr>
        <p:txBody>
          <a:bodyPr/>
          <a:lstStyle/>
          <a:p>
            <a:r>
              <a:rPr lang="en-US" dirty="0"/>
              <a:t>Target Segments</a:t>
            </a:r>
          </a:p>
        </p:txBody>
      </p:sp>
      <p:sp>
        <p:nvSpPr>
          <p:cNvPr id="19" name="Content Placeholder 18">
            <a:extLst>
              <a:ext uri="{FF2B5EF4-FFF2-40B4-BE49-F238E27FC236}">
                <a16:creationId xmlns:a16="http://schemas.microsoft.com/office/drawing/2014/main" id="{0DDC64F5-D57D-E393-F783-76B66CAF56E5}"/>
              </a:ext>
            </a:extLst>
          </p:cNvPr>
          <p:cNvSpPr>
            <a:spLocks noGrp="1"/>
          </p:cNvSpPr>
          <p:nvPr>
            <p:ph idx="26"/>
          </p:nvPr>
        </p:nvSpPr>
        <p:spPr>
          <a:xfrm>
            <a:off x="2948572" y="4448818"/>
            <a:ext cx="2121408" cy="1035008"/>
          </a:xfrm>
        </p:spPr>
        <p:txBody>
          <a:bodyPr>
            <a:normAutofit/>
          </a:bodyPr>
          <a:lstStyle/>
          <a:p>
            <a:pPr algn="ctr"/>
            <a:r>
              <a:rPr lang="en-US" sz="4800" dirty="0">
                <a:solidFill>
                  <a:srgbClr val="005EB4"/>
                </a:solidFill>
              </a:rPr>
              <a:t>400K+</a:t>
            </a:r>
          </a:p>
        </p:txBody>
      </p:sp>
      <p:sp>
        <p:nvSpPr>
          <p:cNvPr id="20" name="Content Placeholder 19">
            <a:extLst>
              <a:ext uri="{FF2B5EF4-FFF2-40B4-BE49-F238E27FC236}">
                <a16:creationId xmlns:a16="http://schemas.microsoft.com/office/drawing/2014/main" id="{34DE12D5-5562-2654-3534-C3335AD7E8E6}"/>
              </a:ext>
            </a:extLst>
          </p:cNvPr>
          <p:cNvSpPr>
            <a:spLocks noGrp="1"/>
          </p:cNvSpPr>
          <p:nvPr>
            <p:ph idx="28"/>
          </p:nvPr>
        </p:nvSpPr>
        <p:spPr>
          <a:xfrm>
            <a:off x="428122" y="6131050"/>
            <a:ext cx="2121408" cy="1035008"/>
          </a:xfrm>
        </p:spPr>
        <p:txBody>
          <a:bodyPr>
            <a:normAutofit/>
          </a:bodyPr>
          <a:lstStyle/>
          <a:p>
            <a:pPr algn="ctr"/>
            <a:r>
              <a:rPr lang="en-US" sz="4800" dirty="0">
                <a:solidFill>
                  <a:srgbClr val="1E1F49"/>
                </a:solidFill>
              </a:rPr>
              <a:t>87%</a:t>
            </a:r>
          </a:p>
        </p:txBody>
      </p:sp>
      <p:sp>
        <p:nvSpPr>
          <p:cNvPr id="21" name="Content Placeholder 20">
            <a:extLst>
              <a:ext uri="{FF2B5EF4-FFF2-40B4-BE49-F238E27FC236}">
                <a16:creationId xmlns:a16="http://schemas.microsoft.com/office/drawing/2014/main" id="{20BFD78C-4F56-479E-4647-F7C039B56ED1}"/>
              </a:ext>
            </a:extLst>
          </p:cNvPr>
          <p:cNvSpPr>
            <a:spLocks noGrp="1"/>
          </p:cNvSpPr>
          <p:nvPr>
            <p:ph idx="30"/>
          </p:nvPr>
        </p:nvSpPr>
        <p:spPr>
          <a:xfrm>
            <a:off x="528195" y="5656172"/>
            <a:ext cx="2121408" cy="304337"/>
          </a:xfrm>
        </p:spPr>
        <p:txBody>
          <a:bodyPr>
            <a:normAutofit fontScale="92500"/>
          </a:bodyPr>
          <a:lstStyle/>
          <a:p>
            <a:r>
              <a:rPr lang="en-US" dirty="0"/>
              <a:t>Gross Margin (Pro-Forma)</a:t>
            </a:r>
          </a:p>
        </p:txBody>
      </p:sp>
      <p:sp>
        <p:nvSpPr>
          <p:cNvPr id="22" name="Content Placeholder 21">
            <a:extLst>
              <a:ext uri="{FF2B5EF4-FFF2-40B4-BE49-F238E27FC236}">
                <a16:creationId xmlns:a16="http://schemas.microsoft.com/office/drawing/2014/main" id="{ACB24C35-3864-333F-F1BB-31D8E4A9ED0D}"/>
              </a:ext>
            </a:extLst>
          </p:cNvPr>
          <p:cNvSpPr>
            <a:spLocks noGrp="1"/>
          </p:cNvSpPr>
          <p:nvPr>
            <p:ph idx="31"/>
          </p:nvPr>
        </p:nvSpPr>
        <p:spPr>
          <a:xfrm>
            <a:off x="2816822" y="5656171"/>
            <a:ext cx="2121408" cy="304337"/>
          </a:xfrm>
        </p:spPr>
        <p:txBody>
          <a:bodyPr/>
          <a:lstStyle/>
          <a:p>
            <a:r>
              <a:rPr lang="en-US" dirty="0"/>
              <a:t>Net $ Retention Rate</a:t>
            </a:r>
          </a:p>
        </p:txBody>
      </p:sp>
      <p:sp>
        <p:nvSpPr>
          <p:cNvPr id="23" name="Content Placeholder 22">
            <a:extLst>
              <a:ext uri="{FF2B5EF4-FFF2-40B4-BE49-F238E27FC236}">
                <a16:creationId xmlns:a16="http://schemas.microsoft.com/office/drawing/2014/main" id="{55B921E5-9BD7-7535-7781-0F556F3D958E}"/>
              </a:ext>
            </a:extLst>
          </p:cNvPr>
          <p:cNvSpPr>
            <a:spLocks noGrp="1"/>
          </p:cNvSpPr>
          <p:nvPr>
            <p:ph idx="34"/>
          </p:nvPr>
        </p:nvSpPr>
        <p:spPr>
          <a:xfrm>
            <a:off x="2890074" y="6166190"/>
            <a:ext cx="2121408" cy="1035008"/>
          </a:xfrm>
        </p:spPr>
        <p:txBody>
          <a:bodyPr>
            <a:normAutofit/>
          </a:bodyPr>
          <a:lstStyle/>
          <a:p>
            <a:pPr algn="ctr"/>
            <a:r>
              <a:rPr lang="en-US" sz="4800" dirty="0"/>
              <a:t>131%</a:t>
            </a:r>
          </a:p>
        </p:txBody>
      </p:sp>
      <p:sp>
        <p:nvSpPr>
          <p:cNvPr id="25" name="TextBox 24">
            <a:extLst>
              <a:ext uri="{FF2B5EF4-FFF2-40B4-BE49-F238E27FC236}">
                <a16:creationId xmlns:a16="http://schemas.microsoft.com/office/drawing/2014/main" id="{976C619E-A1F2-8DF3-D581-F6A94C5F8B40}"/>
              </a:ext>
            </a:extLst>
          </p:cNvPr>
          <p:cNvSpPr txBox="1"/>
          <p:nvPr/>
        </p:nvSpPr>
        <p:spPr>
          <a:xfrm>
            <a:off x="5829254" y="2099227"/>
            <a:ext cx="1624126" cy="338554"/>
          </a:xfrm>
          <a:prstGeom prst="rect">
            <a:avLst/>
          </a:prstGeom>
          <a:noFill/>
        </p:spPr>
        <p:txBody>
          <a:bodyPr wrap="square" rtlCol="0">
            <a:spAutoFit/>
          </a:bodyPr>
          <a:lstStyle/>
          <a:p>
            <a:r>
              <a:rPr lang="en-US" sz="1600" b="1" u="sng" dirty="0"/>
              <a:t>Market Segment</a:t>
            </a:r>
          </a:p>
        </p:txBody>
      </p:sp>
      <p:sp>
        <p:nvSpPr>
          <p:cNvPr id="26" name="TextBox 25">
            <a:extLst>
              <a:ext uri="{FF2B5EF4-FFF2-40B4-BE49-F238E27FC236}">
                <a16:creationId xmlns:a16="http://schemas.microsoft.com/office/drawing/2014/main" id="{CAA28FEB-25B0-5BEA-A785-263F95BECCB6}"/>
              </a:ext>
            </a:extLst>
          </p:cNvPr>
          <p:cNvSpPr txBox="1"/>
          <p:nvPr/>
        </p:nvSpPr>
        <p:spPr>
          <a:xfrm>
            <a:off x="8249746" y="2099227"/>
            <a:ext cx="1608082" cy="338554"/>
          </a:xfrm>
          <a:prstGeom prst="rect">
            <a:avLst/>
          </a:prstGeom>
          <a:noFill/>
        </p:spPr>
        <p:txBody>
          <a:bodyPr wrap="square" rtlCol="0">
            <a:spAutoFit/>
          </a:bodyPr>
          <a:lstStyle/>
          <a:p>
            <a:r>
              <a:rPr lang="en-US" sz="1600" b="1" u="sng" dirty="0"/>
              <a:t>Current Tools</a:t>
            </a:r>
          </a:p>
        </p:txBody>
      </p:sp>
      <p:sp>
        <p:nvSpPr>
          <p:cNvPr id="27" name="TextBox 26">
            <a:extLst>
              <a:ext uri="{FF2B5EF4-FFF2-40B4-BE49-F238E27FC236}">
                <a16:creationId xmlns:a16="http://schemas.microsoft.com/office/drawing/2014/main" id="{10F44073-40B5-F55A-B1DC-36BF1D0E48CB}"/>
              </a:ext>
            </a:extLst>
          </p:cNvPr>
          <p:cNvSpPr txBox="1"/>
          <p:nvPr/>
        </p:nvSpPr>
        <p:spPr>
          <a:xfrm>
            <a:off x="8299974" y="5052733"/>
            <a:ext cx="1429407" cy="307777"/>
          </a:xfrm>
          <a:prstGeom prst="rect">
            <a:avLst/>
          </a:prstGeom>
          <a:noFill/>
        </p:spPr>
        <p:txBody>
          <a:bodyPr wrap="square" rtlCol="0">
            <a:spAutoFit/>
          </a:bodyPr>
          <a:lstStyle/>
          <a:p>
            <a:r>
              <a:rPr lang="en-US" sz="1400" dirty="0"/>
              <a:t>Excel, paper</a:t>
            </a:r>
          </a:p>
        </p:txBody>
      </p:sp>
      <p:sp>
        <p:nvSpPr>
          <p:cNvPr id="29" name="TextBox 28">
            <a:extLst>
              <a:ext uri="{FF2B5EF4-FFF2-40B4-BE49-F238E27FC236}">
                <a16:creationId xmlns:a16="http://schemas.microsoft.com/office/drawing/2014/main" id="{6627963F-4CEC-5B47-4DCE-4B70F53E0930}"/>
              </a:ext>
            </a:extLst>
          </p:cNvPr>
          <p:cNvSpPr txBox="1"/>
          <p:nvPr/>
        </p:nvSpPr>
        <p:spPr>
          <a:xfrm>
            <a:off x="8299974" y="4281373"/>
            <a:ext cx="1429407" cy="307777"/>
          </a:xfrm>
          <a:prstGeom prst="rect">
            <a:avLst/>
          </a:prstGeom>
          <a:noFill/>
        </p:spPr>
        <p:txBody>
          <a:bodyPr wrap="square" rtlCol="0">
            <a:spAutoFit/>
          </a:bodyPr>
          <a:lstStyle/>
          <a:p>
            <a:r>
              <a:rPr lang="en-US" sz="1400" dirty="0"/>
              <a:t>Excel, paper</a:t>
            </a:r>
          </a:p>
        </p:txBody>
      </p:sp>
      <p:sp>
        <p:nvSpPr>
          <p:cNvPr id="30" name="TextBox 29">
            <a:extLst>
              <a:ext uri="{FF2B5EF4-FFF2-40B4-BE49-F238E27FC236}">
                <a16:creationId xmlns:a16="http://schemas.microsoft.com/office/drawing/2014/main" id="{381825CD-F5DC-DCBB-9E2F-288541868A0E}"/>
              </a:ext>
            </a:extLst>
          </p:cNvPr>
          <p:cNvSpPr txBox="1"/>
          <p:nvPr/>
        </p:nvSpPr>
        <p:spPr>
          <a:xfrm>
            <a:off x="8250349" y="3013767"/>
            <a:ext cx="1720867" cy="307777"/>
          </a:xfrm>
          <a:prstGeom prst="rect">
            <a:avLst/>
          </a:prstGeom>
          <a:noFill/>
        </p:spPr>
        <p:txBody>
          <a:bodyPr wrap="square" rtlCol="0">
            <a:spAutoFit/>
          </a:bodyPr>
          <a:lstStyle/>
          <a:p>
            <a:r>
              <a:rPr lang="en-US" sz="1400" dirty="0"/>
              <a:t>Point solutions, ERP</a:t>
            </a:r>
          </a:p>
        </p:txBody>
      </p:sp>
      <p:cxnSp>
        <p:nvCxnSpPr>
          <p:cNvPr id="32" name="Straight Arrow Connector 31">
            <a:extLst>
              <a:ext uri="{FF2B5EF4-FFF2-40B4-BE49-F238E27FC236}">
                <a16:creationId xmlns:a16="http://schemas.microsoft.com/office/drawing/2014/main" id="{B526ABB2-F4A2-62C5-8334-5605A91A07F1}"/>
              </a:ext>
            </a:extLst>
          </p:cNvPr>
          <p:cNvCxnSpPr>
            <a:cxnSpLocks/>
          </p:cNvCxnSpPr>
          <p:nvPr/>
        </p:nvCxnSpPr>
        <p:spPr>
          <a:xfrm>
            <a:off x="6831724" y="3198433"/>
            <a:ext cx="1302908" cy="0"/>
          </a:xfrm>
          <a:prstGeom prst="straightConnector1">
            <a:avLst/>
          </a:prstGeom>
          <a:ln w="19050">
            <a:solidFill>
              <a:srgbClr val="007DEE"/>
            </a:solidFill>
            <a:tailEnd type="triangle"/>
          </a:ln>
        </p:spPr>
        <p:style>
          <a:lnRef idx="1">
            <a:schemeClr val="accent1"/>
          </a:lnRef>
          <a:fillRef idx="0">
            <a:schemeClr val="accent1"/>
          </a:fillRef>
          <a:effectRef idx="0">
            <a:schemeClr val="accent1"/>
          </a:effectRef>
          <a:fontRef idx="minor">
            <a:schemeClr val="tx1"/>
          </a:fontRef>
        </p:style>
      </p:cxnSp>
      <p:cxnSp>
        <p:nvCxnSpPr>
          <p:cNvPr id="36" name="Straight Arrow Connector 35">
            <a:extLst>
              <a:ext uri="{FF2B5EF4-FFF2-40B4-BE49-F238E27FC236}">
                <a16:creationId xmlns:a16="http://schemas.microsoft.com/office/drawing/2014/main" id="{BDCA1B21-FA6F-EA4F-8595-45A9607F5555}"/>
              </a:ext>
            </a:extLst>
          </p:cNvPr>
          <p:cNvCxnSpPr>
            <a:cxnSpLocks/>
          </p:cNvCxnSpPr>
          <p:nvPr/>
        </p:nvCxnSpPr>
        <p:spPr>
          <a:xfrm flipV="1">
            <a:off x="7189076" y="3778184"/>
            <a:ext cx="945556" cy="6178"/>
          </a:xfrm>
          <a:prstGeom prst="straightConnector1">
            <a:avLst/>
          </a:prstGeom>
          <a:ln w="19050">
            <a:solidFill>
              <a:srgbClr val="007DEE"/>
            </a:solidFill>
            <a:tailEnd type="triangle"/>
          </a:ln>
        </p:spPr>
        <p:style>
          <a:lnRef idx="1">
            <a:schemeClr val="accent1"/>
          </a:lnRef>
          <a:fillRef idx="0">
            <a:schemeClr val="accent1"/>
          </a:fillRef>
          <a:effectRef idx="0">
            <a:schemeClr val="accent1"/>
          </a:effectRef>
          <a:fontRef idx="minor">
            <a:schemeClr val="tx1"/>
          </a:fontRef>
        </p:style>
      </p:cxnSp>
      <p:cxnSp>
        <p:nvCxnSpPr>
          <p:cNvPr id="38" name="Straight Arrow Connector 37">
            <a:extLst>
              <a:ext uri="{FF2B5EF4-FFF2-40B4-BE49-F238E27FC236}">
                <a16:creationId xmlns:a16="http://schemas.microsoft.com/office/drawing/2014/main" id="{51B46A49-3C07-ECFA-501A-4ABFB8648B7C}"/>
              </a:ext>
            </a:extLst>
          </p:cNvPr>
          <p:cNvCxnSpPr>
            <a:cxnSpLocks/>
          </p:cNvCxnSpPr>
          <p:nvPr/>
        </p:nvCxnSpPr>
        <p:spPr>
          <a:xfrm>
            <a:off x="7552786" y="4435262"/>
            <a:ext cx="581846" cy="0"/>
          </a:xfrm>
          <a:prstGeom prst="straightConnector1">
            <a:avLst/>
          </a:prstGeom>
          <a:ln w="19050">
            <a:solidFill>
              <a:srgbClr val="004C92"/>
            </a:solidFill>
            <a:tailEnd type="triangle"/>
          </a:ln>
        </p:spPr>
        <p:style>
          <a:lnRef idx="1">
            <a:schemeClr val="accent1"/>
          </a:lnRef>
          <a:fillRef idx="0">
            <a:schemeClr val="accent1"/>
          </a:fillRef>
          <a:effectRef idx="0">
            <a:schemeClr val="accent1"/>
          </a:effectRef>
          <a:fontRef idx="minor">
            <a:schemeClr val="tx1"/>
          </a:fontRef>
        </p:style>
      </p:cxnSp>
      <p:cxnSp>
        <p:nvCxnSpPr>
          <p:cNvPr id="40" name="Straight Arrow Connector 39">
            <a:extLst>
              <a:ext uri="{FF2B5EF4-FFF2-40B4-BE49-F238E27FC236}">
                <a16:creationId xmlns:a16="http://schemas.microsoft.com/office/drawing/2014/main" id="{09DF6FE4-FAD3-47C8-62C2-09F7834D03D1}"/>
              </a:ext>
            </a:extLst>
          </p:cNvPr>
          <p:cNvCxnSpPr>
            <a:cxnSpLocks/>
          </p:cNvCxnSpPr>
          <p:nvPr/>
        </p:nvCxnSpPr>
        <p:spPr>
          <a:xfrm>
            <a:off x="7893269" y="5225051"/>
            <a:ext cx="295707" cy="0"/>
          </a:xfrm>
          <a:prstGeom prst="straightConnector1">
            <a:avLst/>
          </a:prstGeom>
          <a:ln w="19050">
            <a:solidFill>
              <a:srgbClr val="1E1F49"/>
            </a:solidFill>
            <a:tailEnd type="triangle"/>
          </a:ln>
        </p:spPr>
        <p:style>
          <a:lnRef idx="1">
            <a:schemeClr val="accent1"/>
          </a:lnRef>
          <a:fillRef idx="0">
            <a:schemeClr val="accent1"/>
          </a:fillRef>
          <a:effectRef idx="0">
            <a:schemeClr val="accent1"/>
          </a:effectRef>
          <a:fontRef idx="minor">
            <a:schemeClr val="tx1"/>
          </a:fontRef>
        </p:style>
      </p:cxnSp>
      <p:sp>
        <p:nvSpPr>
          <p:cNvPr id="48" name="Left Bracket 47">
            <a:extLst>
              <a:ext uri="{FF2B5EF4-FFF2-40B4-BE49-F238E27FC236}">
                <a16:creationId xmlns:a16="http://schemas.microsoft.com/office/drawing/2014/main" id="{CC01910D-C5ED-268A-B7D8-F16D32ED0096}"/>
              </a:ext>
            </a:extLst>
          </p:cNvPr>
          <p:cNvSpPr/>
          <p:nvPr/>
        </p:nvSpPr>
        <p:spPr>
          <a:xfrm>
            <a:off x="5771863" y="3979575"/>
            <a:ext cx="144764" cy="1599458"/>
          </a:xfrm>
          <a:prstGeom prst="leftBracket">
            <a:avLst>
              <a:gd name="adj" fmla="val 31586"/>
            </a:avLst>
          </a:prstGeom>
          <a:noFill/>
          <a:ln w="38100">
            <a:solidFill>
              <a:schemeClr val="accent2"/>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pic>
        <p:nvPicPr>
          <p:cNvPr id="2050" name="Picture 2">
            <a:extLst>
              <a:ext uri="{FF2B5EF4-FFF2-40B4-BE49-F238E27FC236}">
                <a16:creationId xmlns:a16="http://schemas.microsoft.com/office/drawing/2014/main" id="{AB7DFE2B-436B-B553-1E49-B580261A1095}"/>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5758554" y="6058405"/>
            <a:ext cx="2794000" cy="673100"/>
          </a:xfrm>
          <a:prstGeom prst="rect">
            <a:avLst/>
          </a:prstGeom>
          <a:noFill/>
          <a:extLst>
            <a:ext uri="{909E8E84-426E-40DD-AFC4-6F175D3DCCD1}">
              <a14:hiddenFill xmlns:a14="http://schemas.microsoft.com/office/drawing/2010/main">
                <a:solidFill>
                  <a:srgbClr val="FFFFFF"/>
                </a:solidFill>
              </a14:hiddenFill>
            </a:ext>
          </a:extLst>
        </p:spPr>
      </p:pic>
      <p:sp>
        <p:nvSpPr>
          <p:cNvPr id="52" name="U-turn Arrow 51">
            <a:extLst>
              <a:ext uri="{FF2B5EF4-FFF2-40B4-BE49-F238E27FC236}">
                <a16:creationId xmlns:a16="http://schemas.microsoft.com/office/drawing/2014/main" id="{71C01AD3-C0FD-2588-1C58-DD37027D0561}"/>
              </a:ext>
            </a:extLst>
          </p:cNvPr>
          <p:cNvSpPr/>
          <p:nvPr/>
        </p:nvSpPr>
        <p:spPr>
          <a:xfrm rot="16200000" flipH="1">
            <a:off x="4687548" y="5439257"/>
            <a:ext cx="1809596" cy="359037"/>
          </a:xfrm>
          <a:prstGeom prst="uturnArrow">
            <a:avLst>
              <a:gd name="adj1" fmla="val 11652"/>
              <a:gd name="adj2" fmla="val 25000"/>
              <a:gd name="adj3" fmla="val 25000"/>
              <a:gd name="adj4" fmla="val 37744"/>
              <a:gd name="adj5" fmla="val 75000"/>
            </a:avLst>
          </a:prstGeom>
          <a:solidFill>
            <a:schemeClr val="accent2"/>
          </a:solid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53" name="Content Placeholder 12">
            <a:extLst>
              <a:ext uri="{FF2B5EF4-FFF2-40B4-BE49-F238E27FC236}">
                <a16:creationId xmlns:a16="http://schemas.microsoft.com/office/drawing/2014/main" id="{B25E0D0F-2913-88C0-5166-3BE37A9B09C7}"/>
              </a:ext>
            </a:extLst>
          </p:cNvPr>
          <p:cNvSpPr txBox="1">
            <a:spLocks/>
          </p:cNvSpPr>
          <p:nvPr/>
        </p:nvSpPr>
        <p:spPr>
          <a:xfrm>
            <a:off x="456453" y="2000901"/>
            <a:ext cx="4467441" cy="1801957"/>
          </a:xfrm>
          <a:prstGeom prst="rect">
            <a:avLst/>
          </a:prstGeom>
        </p:spPr>
        <p:txBody>
          <a:bodyPr vert="horz" lIns="91440" tIns="45720" rIns="91440" bIns="45720" rtlCol="0">
            <a:normAutofit fontScale="92500" lnSpcReduction="10000"/>
          </a:bodyPr>
          <a:lstStyle>
            <a:lvl1pPr marL="0" indent="0" algn="l" defTabSz="1005840" rtl="0" eaLnBrk="1" latinLnBrk="0" hangingPunct="1">
              <a:lnSpc>
                <a:spcPct val="90000"/>
              </a:lnSpc>
              <a:spcBef>
                <a:spcPts val="1100"/>
              </a:spcBef>
              <a:buClr>
                <a:srgbClr val="1E1F49"/>
              </a:buClr>
              <a:buSzPct val="90000"/>
              <a:buFont typeface="Wingdings" pitchFamily="2" charset="2"/>
              <a:buNone/>
              <a:tabLst/>
              <a:defRPr sz="1600" b="0" i="0" kern="1200">
                <a:solidFill>
                  <a:schemeClr val="tx1"/>
                </a:solidFill>
                <a:latin typeface="Garamond" panose="02020404030301010803" pitchFamily="18" charset="0"/>
                <a:ea typeface="+mn-ea"/>
                <a:cs typeface="+mn-cs"/>
              </a:defRPr>
            </a:lvl1pPr>
            <a:lvl2pPr marL="344488" indent="-173038" algn="l" defTabSz="1005840" rtl="0" eaLnBrk="1" latinLnBrk="0" hangingPunct="1">
              <a:lnSpc>
                <a:spcPct val="90000"/>
              </a:lnSpc>
              <a:spcBef>
                <a:spcPts val="550"/>
              </a:spcBef>
              <a:buClr>
                <a:srgbClr val="1E1F49"/>
              </a:buClr>
              <a:buSzPct val="90000"/>
              <a:buFont typeface=".Hiragino Kaku Gothic Interface W3"/>
              <a:buChar char="▫"/>
              <a:tabLst/>
              <a:defRPr sz="1600" b="0" i="0" kern="1200">
                <a:solidFill>
                  <a:schemeClr val="tx1"/>
                </a:solidFill>
                <a:latin typeface="Garamond" panose="02020404030301010803" pitchFamily="18" charset="0"/>
                <a:ea typeface="+mn-ea"/>
                <a:cs typeface="+mn-cs"/>
              </a:defRPr>
            </a:lvl2pPr>
            <a:lvl3pPr marL="517525" indent="-173038" algn="l" defTabSz="1005840" rtl="0" eaLnBrk="1" latinLnBrk="0" hangingPunct="1">
              <a:lnSpc>
                <a:spcPct val="90000"/>
              </a:lnSpc>
              <a:spcBef>
                <a:spcPts val="550"/>
              </a:spcBef>
              <a:buClr>
                <a:srgbClr val="1E1F49"/>
              </a:buClr>
              <a:buSzPct val="90000"/>
              <a:buFont typeface="Arial" panose="020B0604020202020204" pitchFamily="34" charset="0"/>
              <a:buChar char="•"/>
              <a:tabLst/>
              <a:defRPr sz="1600" b="0" i="0" kern="1200">
                <a:solidFill>
                  <a:schemeClr val="tx1"/>
                </a:solidFill>
                <a:latin typeface="Garamond" panose="02020404030301010803" pitchFamily="18" charset="0"/>
                <a:ea typeface="+mn-ea"/>
                <a:cs typeface="+mn-cs"/>
              </a:defRPr>
            </a:lvl3pPr>
            <a:lvl4pPr marL="690563" indent="-173038" algn="l" defTabSz="1005840" rtl="0" eaLnBrk="1" latinLnBrk="0" hangingPunct="1">
              <a:lnSpc>
                <a:spcPct val="90000"/>
              </a:lnSpc>
              <a:spcBef>
                <a:spcPts val="550"/>
              </a:spcBef>
              <a:buClr>
                <a:srgbClr val="1E1F49"/>
              </a:buClr>
              <a:buSzPct val="90000"/>
              <a:buFont typeface="Arial" panose="020B0604020202020204" pitchFamily="34" charset="0"/>
              <a:buChar char="•"/>
              <a:tabLst/>
              <a:defRPr sz="1600" b="0" i="0" kern="1200">
                <a:solidFill>
                  <a:schemeClr val="tx1"/>
                </a:solidFill>
                <a:latin typeface="Garamond" panose="02020404030301010803" pitchFamily="18" charset="0"/>
                <a:ea typeface="+mn-ea"/>
                <a:cs typeface="+mn-cs"/>
              </a:defRPr>
            </a:lvl4pPr>
            <a:lvl5pPr marL="863600" indent="-173038" algn="l" defTabSz="1005840" rtl="0" eaLnBrk="1" latinLnBrk="0" hangingPunct="1">
              <a:lnSpc>
                <a:spcPct val="90000"/>
              </a:lnSpc>
              <a:spcBef>
                <a:spcPts val="550"/>
              </a:spcBef>
              <a:buClr>
                <a:srgbClr val="1E1F49"/>
              </a:buClr>
              <a:buSzPct val="90000"/>
              <a:buFont typeface="Arial" panose="020B0604020202020204" pitchFamily="34" charset="0"/>
              <a:buChar char="•"/>
              <a:tabLst/>
              <a:defRPr sz="1600" b="0" i="0" kern="1200">
                <a:solidFill>
                  <a:schemeClr val="tx1"/>
                </a:solidFill>
                <a:latin typeface="Garamond" panose="02020404030301010803" pitchFamily="18" charset="0"/>
                <a:ea typeface="+mn-ea"/>
                <a:cs typeface="+mn-cs"/>
              </a:defRPr>
            </a:lvl5pPr>
            <a:lvl6pPr marL="2766060" indent="-251460" algn="l" defTabSz="1005840" rtl="0" eaLnBrk="1" latinLnBrk="0" hangingPunct="1">
              <a:lnSpc>
                <a:spcPct val="90000"/>
              </a:lnSpc>
              <a:spcBef>
                <a:spcPts val="550"/>
              </a:spcBef>
              <a:buFont typeface="Arial" panose="020B0604020202020204" pitchFamily="34" charset="0"/>
              <a:buChar char="•"/>
              <a:defRPr sz="1980" kern="1200">
                <a:solidFill>
                  <a:schemeClr val="tx1"/>
                </a:solidFill>
                <a:latin typeface="+mn-lt"/>
                <a:ea typeface="+mn-ea"/>
                <a:cs typeface="+mn-cs"/>
              </a:defRPr>
            </a:lvl6pPr>
            <a:lvl7pPr marL="3268980" indent="-251460" algn="l" defTabSz="1005840" rtl="0" eaLnBrk="1" latinLnBrk="0" hangingPunct="1">
              <a:lnSpc>
                <a:spcPct val="90000"/>
              </a:lnSpc>
              <a:spcBef>
                <a:spcPts val="550"/>
              </a:spcBef>
              <a:buFont typeface="Arial" panose="020B0604020202020204" pitchFamily="34" charset="0"/>
              <a:buChar char="•"/>
              <a:defRPr sz="1980" kern="1200">
                <a:solidFill>
                  <a:schemeClr val="tx1"/>
                </a:solidFill>
                <a:latin typeface="+mn-lt"/>
                <a:ea typeface="+mn-ea"/>
                <a:cs typeface="+mn-cs"/>
              </a:defRPr>
            </a:lvl7pPr>
            <a:lvl8pPr marL="3771900" indent="-251460" algn="l" defTabSz="1005840" rtl="0" eaLnBrk="1" latinLnBrk="0" hangingPunct="1">
              <a:lnSpc>
                <a:spcPct val="90000"/>
              </a:lnSpc>
              <a:spcBef>
                <a:spcPts val="550"/>
              </a:spcBef>
              <a:buFont typeface="Arial" panose="020B0604020202020204" pitchFamily="34" charset="0"/>
              <a:buChar char="•"/>
              <a:defRPr sz="1980" kern="1200">
                <a:solidFill>
                  <a:schemeClr val="tx1"/>
                </a:solidFill>
                <a:latin typeface="+mn-lt"/>
                <a:ea typeface="+mn-ea"/>
                <a:cs typeface="+mn-cs"/>
              </a:defRPr>
            </a:lvl8pPr>
            <a:lvl9pPr marL="4274820" indent="-251460" algn="l" defTabSz="1005840" rtl="0" eaLnBrk="1" latinLnBrk="0" hangingPunct="1">
              <a:lnSpc>
                <a:spcPct val="90000"/>
              </a:lnSpc>
              <a:spcBef>
                <a:spcPts val="550"/>
              </a:spcBef>
              <a:buFont typeface="Arial" panose="020B0604020202020204" pitchFamily="34" charset="0"/>
              <a:buChar char="•"/>
              <a:defRPr sz="1980" kern="1200">
                <a:solidFill>
                  <a:schemeClr val="tx1"/>
                </a:solidFill>
                <a:latin typeface="+mn-lt"/>
                <a:ea typeface="+mn-ea"/>
                <a:cs typeface="+mn-cs"/>
              </a:defRPr>
            </a:lvl9pPr>
          </a:lstStyle>
          <a:p>
            <a:pPr marL="171450" indent="-171450">
              <a:buFont typeface="Wingdings" pitchFamily="2" charset="2"/>
              <a:buChar char="§"/>
            </a:pPr>
            <a:r>
              <a:rPr lang="en-US" sz="1500" dirty="0"/>
              <a:t>Payments are a manual and brain-dead task. Having it automated will free up time and energy</a:t>
            </a:r>
          </a:p>
          <a:p>
            <a:pPr marL="171450" indent="-171450">
              <a:buFont typeface="Wingdings" pitchFamily="2" charset="2"/>
              <a:buChar char="§"/>
            </a:pPr>
            <a:r>
              <a:rPr lang="en-US" sz="1500" dirty="0"/>
              <a:t>Current methods using paper/Excel are inaccurate and error-prone. Additionally, paper is not secure</a:t>
            </a:r>
          </a:p>
          <a:p>
            <a:pPr marL="171450" indent="-171450">
              <a:buFont typeface="Wingdings" pitchFamily="2" charset="2"/>
              <a:buChar char="§"/>
            </a:pPr>
            <a:r>
              <a:rPr lang="en-US" sz="1500" dirty="0"/>
              <a:t>There is a lack of visibility and data</a:t>
            </a:r>
          </a:p>
          <a:p>
            <a:pPr marL="171450" indent="-171450">
              <a:buFont typeface="Wingdings" pitchFamily="2" charset="2"/>
              <a:buChar char="§"/>
            </a:pPr>
            <a:r>
              <a:rPr lang="en-US" sz="1500" dirty="0"/>
              <a:t>Using </a:t>
            </a:r>
            <a:r>
              <a:rPr lang="en-US" sz="1500" dirty="0" err="1"/>
              <a:t>Bill.com</a:t>
            </a:r>
            <a:r>
              <a:rPr lang="en-US" sz="1500" dirty="0"/>
              <a:t> means SMBs have more time to focus on customers and mission</a:t>
            </a:r>
          </a:p>
        </p:txBody>
      </p:sp>
      <p:sp>
        <p:nvSpPr>
          <p:cNvPr id="54" name="Content Placeholder 15">
            <a:extLst>
              <a:ext uri="{FF2B5EF4-FFF2-40B4-BE49-F238E27FC236}">
                <a16:creationId xmlns:a16="http://schemas.microsoft.com/office/drawing/2014/main" id="{557237C4-FE37-55E5-910E-4AAA7B9B0B3A}"/>
              </a:ext>
            </a:extLst>
          </p:cNvPr>
          <p:cNvSpPr txBox="1">
            <a:spLocks/>
          </p:cNvSpPr>
          <p:nvPr/>
        </p:nvSpPr>
        <p:spPr>
          <a:xfrm>
            <a:off x="456452" y="1622798"/>
            <a:ext cx="4467441" cy="304337"/>
          </a:xfrm>
          <a:prstGeom prst="rect">
            <a:avLst/>
          </a:prstGeom>
          <a:solidFill>
            <a:srgbClr val="1E1F49"/>
          </a:solidFill>
          <a:ln>
            <a:noFill/>
          </a:ln>
        </p:spPr>
        <p:txBody>
          <a:bodyPr vert="horz" lIns="0" tIns="0" rIns="0" bIns="0" rtlCol="0" anchor="ctr">
            <a:normAutofit/>
          </a:bodyPr>
          <a:lstStyle>
            <a:lvl1pPr marL="0" marR="0" indent="0" algn="ctr" defTabSz="1005840" rtl="0" eaLnBrk="1" fontAlgn="auto" latinLnBrk="0" hangingPunct="1">
              <a:lnSpc>
                <a:spcPct val="90000"/>
              </a:lnSpc>
              <a:spcBef>
                <a:spcPts val="1100"/>
              </a:spcBef>
              <a:spcAft>
                <a:spcPts val="0"/>
              </a:spcAft>
              <a:buClr>
                <a:srgbClr val="710F32"/>
              </a:buClr>
              <a:buSzPct val="90000"/>
              <a:buFont typeface="Wingdings" pitchFamily="2" charset="2"/>
              <a:buNone/>
              <a:tabLst/>
              <a:defRPr sz="1600" b="0" i="0" kern="1200">
                <a:solidFill>
                  <a:schemeClr val="bg1"/>
                </a:solidFill>
                <a:latin typeface="Garamond" panose="02020404030301010803" pitchFamily="18" charset="0"/>
                <a:ea typeface="+mn-ea"/>
                <a:cs typeface="+mn-cs"/>
              </a:defRPr>
            </a:lvl1pPr>
            <a:lvl2pPr marL="502920" indent="0" algn="l" defTabSz="1005840" rtl="0" eaLnBrk="1" latinLnBrk="0" hangingPunct="1">
              <a:lnSpc>
                <a:spcPct val="90000"/>
              </a:lnSpc>
              <a:spcBef>
                <a:spcPts val="550"/>
              </a:spcBef>
              <a:buClr>
                <a:srgbClr val="1E1F49"/>
              </a:buClr>
              <a:buSzPct val="90000"/>
              <a:buFont typeface=".Hiragino Kaku Gothic Interface W3"/>
              <a:buNone/>
              <a:tabLst/>
              <a:defRPr sz="1600" b="0" i="0" kern="1200">
                <a:solidFill>
                  <a:schemeClr val="tx1"/>
                </a:solidFill>
                <a:latin typeface="Garamond" panose="02020404030301010803" pitchFamily="18" charset="0"/>
                <a:ea typeface="+mn-ea"/>
                <a:cs typeface="+mn-cs"/>
              </a:defRPr>
            </a:lvl2pPr>
            <a:lvl3pPr marL="517525" indent="-173038" algn="l" defTabSz="1005840" rtl="0" eaLnBrk="1" latinLnBrk="0" hangingPunct="1">
              <a:lnSpc>
                <a:spcPct val="90000"/>
              </a:lnSpc>
              <a:spcBef>
                <a:spcPts val="550"/>
              </a:spcBef>
              <a:buClr>
                <a:srgbClr val="1E1F49"/>
              </a:buClr>
              <a:buSzPct val="90000"/>
              <a:buFont typeface="Arial" panose="020B0604020202020204" pitchFamily="34" charset="0"/>
              <a:buChar char="•"/>
              <a:tabLst/>
              <a:defRPr sz="1600" b="0" i="0" kern="1200">
                <a:solidFill>
                  <a:schemeClr val="tx1"/>
                </a:solidFill>
                <a:latin typeface="Garamond" panose="02020404030301010803" pitchFamily="18" charset="0"/>
                <a:ea typeface="+mn-ea"/>
                <a:cs typeface="+mn-cs"/>
              </a:defRPr>
            </a:lvl3pPr>
            <a:lvl4pPr marL="690563" indent="-173038" algn="l" defTabSz="1005840" rtl="0" eaLnBrk="1" latinLnBrk="0" hangingPunct="1">
              <a:lnSpc>
                <a:spcPct val="90000"/>
              </a:lnSpc>
              <a:spcBef>
                <a:spcPts val="550"/>
              </a:spcBef>
              <a:buClr>
                <a:srgbClr val="1E1F49"/>
              </a:buClr>
              <a:buSzPct val="90000"/>
              <a:buFont typeface="Arial" panose="020B0604020202020204" pitchFamily="34" charset="0"/>
              <a:buChar char="•"/>
              <a:tabLst/>
              <a:defRPr sz="1600" b="0" i="0" kern="1200">
                <a:solidFill>
                  <a:schemeClr val="tx1"/>
                </a:solidFill>
                <a:latin typeface="Garamond" panose="02020404030301010803" pitchFamily="18" charset="0"/>
                <a:ea typeface="+mn-ea"/>
                <a:cs typeface="+mn-cs"/>
              </a:defRPr>
            </a:lvl4pPr>
            <a:lvl5pPr marL="863600" indent="-173038" algn="l" defTabSz="1005840" rtl="0" eaLnBrk="1" latinLnBrk="0" hangingPunct="1">
              <a:lnSpc>
                <a:spcPct val="90000"/>
              </a:lnSpc>
              <a:spcBef>
                <a:spcPts val="550"/>
              </a:spcBef>
              <a:buClr>
                <a:srgbClr val="1E1F49"/>
              </a:buClr>
              <a:buSzPct val="90000"/>
              <a:buFont typeface="Arial" panose="020B0604020202020204" pitchFamily="34" charset="0"/>
              <a:buChar char="•"/>
              <a:tabLst/>
              <a:defRPr sz="1600" b="0" i="0" kern="1200">
                <a:solidFill>
                  <a:schemeClr val="tx1"/>
                </a:solidFill>
                <a:latin typeface="Garamond" panose="02020404030301010803" pitchFamily="18" charset="0"/>
                <a:ea typeface="+mn-ea"/>
                <a:cs typeface="+mn-cs"/>
              </a:defRPr>
            </a:lvl5pPr>
            <a:lvl6pPr marL="2766060" indent="-251460" algn="l" defTabSz="1005840" rtl="0" eaLnBrk="1" latinLnBrk="0" hangingPunct="1">
              <a:lnSpc>
                <a:spcPct val="90000"/>
              </a:lnSpc>
              <a:spcBef>
                <a:spcPts val="550"/>
              </a:spcBef>
              <a:buFont typeface="Arial" panose="020B0604020202020204" pitchFamily="34" charset="0"/>
              <a:buChar char="•"/>
              <a:defRPr sz="1980" kern="1200">
                <a:solidFill>
                  <a:schemeClr val="tx1"/>
                </a:solidFill>
                <a:latin typeface="+mn-lt"/>
                <a:ea typeface="+mn-ea"/>
                <a:cs typeface="+mn-cs"/>
              </a:defRPr>
            </a:lvl6pPr>
            <a:lvl7pPr marL="3268980" indent="-251460" algn="l" defTabSz="1005840" rtl="0" eaLnBrk="1" latinLnBrk="0" hangingPunct="1">
              <a:lnSpc>
                <a:spcPct val="90000"/>
              </a:lnSpc>
              <a:spcBef>
                <a:spcPts val="550"/>
              </a:spcBef>
              <a:buFont typeface="Arial" panose="020B0604020202020204" pitchFamily="34" charset="0"/>
              <a:buChar char="•"/>
              <a:defRPr sz="1980" kern="1200">
                <a:solidFill>
                  <a:schemeClr val="tx1"/>
                </a:solidFill>
                <a:latin typeface="+mn-lt"/>
                <a:ea typeface="+mn-ea"/>
                <a:cs typeface="+mn-cs"/>
              </a:defRPr>
            </a:lvl7pPr>
            <a:lvl8pPr marL="3771900" indent="-251460" algn="l" defTabSz="1005840" rtl="0" eaLnBrk="1" latinLnBrk="0" hangingPunct="1">
              <a:lnSpc>
                <a:spcPct val="90000"/>
              </a:lnSpc>
              <a:spcBef>
                <a:spcPts val="550"/>
              </a:spcBef>
              <a:buFont typeface="Arial" panose="020B0604020202020204" pitchFamily="34" charset="0"/>
              <a:buChar char="•"/>
              <a:defRPr sz="1980" kern="1200">
                <a:solidFill>
                  <a:schemeClr val="tx1"/>
                </a:solidFill>
                <a:latin typeface="+mn-lt"/>
                <a:ea typeface="+mn-ea"/>
                <a:cs typeface="+mn-cs"/>
              </a:defRPr>
            </a:lvl8pPr>
            <a:lvl9pPr marL="4274820" indent="-251460" algn="l" defTabSz="1005840" rtl="0" eaLnBrk="1" latinLnBrk="0" hangingPunct="1">
              <a:lnSpc>
                <a:spcPct val="90000"/>
              </a:lnSpc>
              <a:spcBef>
                <a:spcPts val="550"/>
              </a:spcBef>
              <a:buFont typeface="Arial" panose="020B0604020202020204" pitchFamily="34" charset="0"/>
              <a:buChar char="•"/>
              <a:defRPr sz="1980" kern="1200">
                <a:solidFill>
                  <a:schemeClr val="tx1"/>
                </a:solidFill>
                <a:latin typeface="+mn-lt"/>
                <a:ea typeface="+mn-ea"/>
                <a:cs typeface="+mn-cs"/>
              </a:defRPr>
            </a:lvl9pPr>
          </a:lstStyle>
          <a:p>
            <a:r>
              <a:rPr lang="en-US" dirty="0"/>
              <a:t>Value add for SMBs</a:t>
            </a:r>
          </a:p>
        </p:txBody>
      </p:sp>
      <p:sp>
        <p:nvSpPr>
          <p:cNvPr id="9" name="TextBox 8">
            <a:extLst>
              <a:ext uri="{FF2B5EF4-FFF2-40B4-BE49-F238E27FC236}">
                <a16:creationId xmlns:a16="http://schemas.microsoft.com/office/drawing/2014/main" id="{207B39F4-10D8-C5C0-34C9-17714D320AF8}"/>
              </a:ext>
            </a:extLst>
          </p:cNvPr>
          <p:cNvSpPr txBox="1"/>
          <p:nvPr/>
        </p:nvSpPr>
        <p:spPr>
          <a:xfrm>
            <a:off x="8263814" y="3631238"/>
            <a:ext cx="1720867" cy="307777"/>
          </a:xfrm>
          <a:prstGeom prst="rect">
            <a:avLst/>
          </a:prstGeom>
          <a:noFill/>
        </p:spPr>
        <p:txBody>
          <a:bodyPr wrap="square" rtlCol="0">
            <a:spAutoFit/>
          </a:bodyPr>
          <a:lstStyle/>
          <a:p>
            <a:r>
              <a:rPr lang="en-US" sz="1400" dirty="0"/>
              <a:t>Point solutions, Paper</a:t>
            </a:r>
          </a:p>
        </p:txBody>
      </p:sp>
      <p:pic>
        <p:nvPicPr>
          <p:cNvPr id="3" name="Picture 2" descr="BILL: Online bill payment &amp; receivables software">
            <a:extLst>
              <a:ext uri="{FF2B5EF4-FFF2-40B4-BE49-F238E27FC236}">
                <a16:creationId xmlns:a16="http://schemas.microsoft.com/office/drawing/2014/main" id="{84F37DD4-4DAB-A4F2-712C-DC1F8887E6F3}"/>
              </a:ext>
            </a:extLst>
          </p:cNvPr>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8607888" y="298740"/>
            <a:ext cx="1007035" cy="66406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08250978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692B3D7C-6230-BA83-4739-7CAE072BD8B6}"/>
              </a:ext>
            </a:extLst>
          </p:cNvPr>
          <p:cNvSpPr>
            <a:spLocks noGrp="1"/>
          </p:cNvSpPr>
          <p:nvPr>
            <p:ph type="title"/>
          </p:nvPr>
        </p:nvSpPr>
        <p:spPr/>
        <p:txBody>
          <a:bodyPr/>
          <a:lstStyle/>
          <a:p>
            <a:r>
              <a:rPr lang="en-US" dirty="0"/>
              <a:t>Company Past, Present, and Future</a:t>
            </a:r>
          </a:p>
        </p:txBody>
      </p:sp>
      <p:sp>
        <p:nvSpPr>
          <p:cNvPr id="36" name="Text Placeholder 35">
            <a:extLst>
              <a:ext uri="{FF2B5EF4-FFF2-40B4-BE49-F238E27FC236}">
                <a16:creationId xmlns:a16="http://schemas.microsoft.com/office/drawing/2014/main" id="{3A9D372E-052D-11F9-16A5-CA4B33ACE94E}"/>
              </a:ext>
            </a:extLst>
          </p:cNvPr>
          <p:cNvSpPr>
            <a:spLocks noGrp="1"/>
          </p:cNvSpPr>
          <p:nvPr>
            <p:ph type="body" sz="quarter" idx="18"/>
          </p:nvPr>
        </p:nvSpPr>
        <p:spPr>
          <a:xfrm>
            <a:off x="461963" y="1248827"/>
            <a:ext cx="9144000" cy="630545"/>
          </a:xfrm>
        </p:spPr>
        <p:txBody>
          <a:bodyPr>
            <a:normAutofit/>
          </a:bodyPr>
          <a:lstStyle/>
          <a:p>
            <a:r>
              <a:rPr lang="en-US" i="1" dirty="0" err="1"/>
              <a:t>Bill.com</a:t>
            </a:r>
            <a:r>
              <a:rPr lang="en-US" i="1" dirty="0"/>
              <a:t> has recently focused on expanding their platform offerings through strategic acquisitions and partnerships. They have a long runway for growth and are looking to continue on that trajectory.</a:t>
            </a:r>
          </a:p>
        </p:txBody>
      </p:sp>
      <p:sp>
        <p:nvSpPr>
          <p:cNvPr id="18" name="Content Placeholder 17">
            <a:extLst>
              <a:ext uri="{FF2B5EF4-FFF2-40B4-BE49-F238E27FC236}">
                <a16:creationId xmlns:a16="http://schemas.microsoft.com/office/drawing/2014/main" id="{00B79E49-4FA1-C6DA-355B-8A558CDAEEC3}"/>
              </a:ext>
            </a:extLst>
          </p:cNvPr>
          <p:cNvSpPr>
            <a:spLocks noGrp="1"/>
          </p:cNvSpPr>
          <p:nvPr>
            <p:ph idx="10"/>
          </p:nvPr>
        </p:nvSpPr>
        <p:spPr>
          <a:xfrm>
            <a:off x="461623" y="2227815"/>
            <a:ext cx="4462272" cy="2180330"/>
          </a:xfrm>
        </p:spPr>
        <p:txBody>
          <a:bodyPr>
            <a:normAutofit fontScale="92500" lnSpcReduction="10000"/>
          </a:bodyPr>
          <a:lstStyle/>
          <a:p>
            <a:pPr>
              <a:spcBef>
                <a:spcPts val="1100"/>
              </a:spcBef>
            </a:pPr>
            <a:r>
              <a:rPr lang="en-US" dirty="0"/>
              <a:t>06/2021 – Acquires Divvy, a leading spend management company that combines expense management software and smart corporate cards into a single platform</a:t>
            </a:r>
          </a:p>
          <a:p>
            <a:pPr>
              <a:spcBef>
                <a:spcPts val="1100"/>
              </a:spcBef>
            </a:pPr>
            <a:r>
              <a:rPr lang="en-US" dirty="0"/>
              <a:t>09/2021 – Acquires Invoice2Go, an AR mobile-first company</a:t>
            </a:r>
          </a:p>
          <a:p>
            <a:pPr>
              <a:spcBef>
                <a:spcPts val="1100"/>
              </a:spcBef>
            </a:pPr>
            <a:r>
              <a:rPr lang="en-US" dirty="0"/>
              <a:t>11/2022 – Acquires </a:t>
            </a:r>
            <a:r>
              <a:rPr lang="en-US" dirty="0" err="1"/>
              <a:t>Finmark</a:t>
            </a:r>
            <a:r>
              <a:rPr lang="en-US" dirty="0"/>
              <a:t>, a leading financial planning software provider that simplifies financial planning and cash flow insights for SMBs</a:t>
            </a:r>
          </a:p>
          <a:p>
            <a:pPr>
              <a:spcBef>
                <a:spcPts val="1100"/>
              </a:spcBef>
            </a:pPr>
            <a:endParaRPr lang="en-US" dirty="0"/>
          </a:p>
        </p:txBody>
      </p:sp>
      <p:sp>
        <p:nvSpPr>
          <p:cNvPr id="34" name="Content Placeholder 33">
            <a:extLst>
              <a:ext uri="{FF2B5EF4-FFF2-40B4-BE49-F238E27FC236}">
                <a16:creationId xmlns:a16="http://schemas.microsoft.com/office/drawing/2014/main" id="{6CC90369-C1A1-97DE-1D73-04FCE96841C5}"/>
              </a:ext>
            </a:extLst>
          </p:cNvPr>
          <p:cNvSpPr>
            <a:spLocks noGrp="1"/>
          </p:cNvSpPr>
          <p:nvPr>
            <p:ph sz="quarter" idx="11"/>
          </p:nvPr>
        </p:nvSpPr>
        <p:spPr/>
        <p:txBody>
          <a:bodyPr/>
          <a:lstStyle/>
          <a:p>
            <a:r>
              <a:rPr lang="en-US" dirty="0" err="1"/>
              <a:t>Bill.com</a:t>
            </a:r>
            <a:r>
              <a:rPr lang="en-US" dirty="0"/>
              <a:t> is currently partnered with 6000+ accounting firms</a:t>
            </a:r>
          </a:p>
        </p:txBody>
      </p:sp>
      <p:sp>
        <p:nvSpPr>
          <p:cNvPr id="9" name="Content Placeholder 8">
            <a:extLst>
              <a:ext uri="{FF2B5EF4-FFF2-40B4-BE49-F238E27FC236}">
                <a16:creationId xmlns:a16="http://schemas.microsoft.com/office/drawing/2014/main" id="{E396D05F-D524-1FED-B81D-9764712E0BC3}"/>
              </a:ext>
            </a:extLst>
          </p:cNvPr>
          <p:cNvSpPr>
            <a:spLocks noGrp="1"/>
          </p:cNvSpPr>
          <p:nvPr>
            <p:ph sz="quarter" idx="12"/>
          </p:nvPr>
        </p:nvSpPr>
        <p:spPr>
          <a:xfrm>
            <a:off x="5152651" y="2226595"/>
            <a:ext cx="4464119" cy="2175165"/>
          </a:xfrm>
        </p:spPr>
        <p:txBody>
          <a:bodyPr>
            <a:normAutofit fontScale="92500" lnSpcReduction="10000"/>
          </a:bodyPr>
          <a:lstStyle/>
          <a:p>
            <a:pPr>
              <a:spcBef>
                <a:spcPts val="1100"/>
              </a:spcBef>
            </a:pPr>
            <a:r>
              <a:rPr lang="en-US" dirty="0"/>
              <a:t>Acquiring new customers and focusing on SMBs</a:t>
            </a:r>
          </a:p>
          <a:p>
            <a:pPr>
              <a:spcBef>
                <a:spcPts val="1100"/>
              </a:spcBef>
            </a:pPr>
            <a:r>
              <a:rPr lang="en-US" dirty="0"/>
              <a:t>Increasing adoption by existing customers and having existing customers use more of their product offerings</a:t>
            </a:r>
          </a:p>
          <a:p>
            <a:pPr>
              <a:spcBef>
                <a:spcPts val="1100"/>
              </a:spcBef>
            </a:pPr>
            <a:r>
              <a:rPr lang="en-US" dirty="0"/>
              <a:t>Growing the number of network users including partner firms and institutions</a:t>
            </a:r>
          </a:p>
          <a:p>
            <a:pPr>
              <a:spcBef>
                <a:spcPts val="1100"/>
              </a:spcBef>
            </a:pPr>
            <a:r>
              <a:rPr lang="en-US" dirty="0"/>
              <a:t>Increasing platform capabilities through both acquisitions and in-house growth</a:t>
            </a:r>
          </a:p>
          <a:p>
            <a:pPr>
              <a:spcBef>
                <a:spcPts val="1100"/>
              </a:spcBef>
            </a:pPr>
            <a:r>
              <a:rPr lang="en-US" dirty="0"/>
              <a:t>Expanding internationally to capture growth potential</a:t>
            </a:r>
          </a:p>
          <a:p>
            <a:endParaRPr lang="en-US" dirty="0"/>
          </a:p>
        </p:txBody>
      </p:sp>
      <p:sp>
        <p:nvSpPr>
          <p:cNvPr id="35" name="Content Placeholder 34">
            <a:extLst>
              <a:ext uri="{FF2B5EF4-FFF2-40B4-BE49-F238E27FC236}">
                <a16:creationId xmlns:a16="http://schemas.microsoft.com/office/drawing/2014/main" id="{547D788B-3572-B21D-505B-763BBC8E2F41}"/>
              </a:ext>
            </a:extLst>
          </p:cNvPr>
          <p:cNvSpPr>
            <a:spLocks noGrp="1"/>
          </p:cNvSpPr>
          <p:nvPr>
            <p:ph sz="quarter" idx="13"/>
          </p:nvPr>
        </p:nvSpPr>
        <p:spPr/>
        <p:txBody>
          <a:bodyPr/>
          <a:lstStyle/>
          <a:p>
            <a:r>
              <a:rPr lang="en-US" dirty="0" err="1"/>
              <a:t>Bill.com</a:t>
            </a:r>
            <a:r>
              <a:rPr lang="en-US" dirty="0"/>
              <a:t> is also partnered with 6 of the top 10 financial institutions in the US</a:t>
            </a:r>
          </a:p>
        </p:txBody>
      </p:sp>
      <p:sp>
        <p:nvSpPr>
          <p:cNvPr id="12" name="Content Placeholder 11">
            <a:extLst>
              <a:ext uri="{FF2B5EF4-FFF2-40B4-BE49-F238E27FC236}">
                <a16:creationId xmlns:a16="http://schemas.microsoft.com/office/drawing/2014/main" id="{86D2CB1A-C1CC-7BEA-B168-7525D1160544}"/>
              </a:ext>
            </a:extLst>
          </p:cNvPr>
          <p:cNvSpPr>
            <a:spLocks noGrp="1"/>
          </p:cNvSpPr>
          <p:nvPr>
            <p:ph idx="19"/>
          </p:nvPr>
        </p:nvSpPr>
        <p:spPr/>
        <p:txBody>
          <a:bodyPr/>
          <a:lstStyle/>
          <a:p>
            <a:r>
              <a:rPr lang="en-US" dirty="0"/>
              <a:t>Key Events</a:t>
            </a:r>
          </a:p>
        </p:txBody>
      </p:sp>
      <p:sp>
        <p:nvSpPr>
          <p:cNvPr id="13" name="Content Placeholder 12">
            <a:extLst>
              <a:ext uri="{FF2B5EF4-FFF2-40B4-BE49-F238E27FC236}">
                <a16:creationId xmlns:a16="http://schemas.microsoft.com/office/drawing/2014/main" id="{C9EACBAB-3F63-C8FE-8A50-E0CBA2B9DE23}"/>
              </a:ext>
            </a:extLst>
          </p:cNvPr>
          <p:cNvSpPr>
            <a:spLocks noGrp="1"/>
          </p:cNvSpPr>
          <p:nvPr>
            <p:ph idx="20"/>
          </p:nvPr>
        </p:nvSpPr>
        <p:spPr/>
        <p:txBody>
          <a:bodyPr/>
          <a:lstStyle/>
          <a:p>
            <a:r>
              <a:rPr lang="en-US" dirty="0"/>
              <a:t>Forward-looking Growth Drivers</a:t>
            </a:r>
          </a:p>
        </p:txBody>
      </p:sp>
      <p:sp>
        <p:nvSpPr>
          <p:cNvPr id="37" name="Content Placeholder 36">
            <a:extLst>
              <a:ext uri="{FF2B5EF4-FFF2-40B4-BE49-F238E27FC236}">
                <a16:creationId xmlns:a16="http://schemas.microsoft.com/office/drawing/2014/main" id="{C13A668A-2D1B-BCD0-5954-391B04C164CC}"/>
              </a:ext>
            </a:extLst>
          </p:cNvPr>
          <p:cNvSpPr>
            <a:spLocks noGrp="1"/>
          </p:cNvSpPr>
          <p:nvPr>
            <p:ph idx="21"/>
          </p:nvPr>
        </p:nvSpPr>
        <p:spPr/>
        <p:txBody>
          <a:bodyPr/>
          <a:lstStyle/>
          <a:p>
            <a:r>
              <a:rPr lang="en-US" dirty="0"/>
              <a:t>Partner Accounting Firms</a:t>
            </a:r>
          </a:p>
        </p:txBody>
      </p:sp>
      <p:sp>
        <p:nvSpPr>
          <p:cNvPr id="38" name="Content Placeholder 37">
            <a:extLst>
              <a:ext uri="{FF2B5EF4-FFF2-40B4-BE49-F238E27FC236}">
                <a16:creationId xmlns:a16="http://schemas.microsoft.com/office/drawing/2014/main" id="{575A4CF4-1978-1688-A215-AF2CB0F85F36}"/>
              </a:ext>
            </a:extLst>
          </p:cNvPr>
          <p:cNvSpPr>
            <a:spLocks noGrp="1"/>
          </p:cNvSpPr>
          <p:nvPr>
            <p:ph idx="22"/>
          </p:nvPr>
        </p:nvSpPr>
        <p:spPr/>
        <p:txBody>
          <a:bodyPr/>
          <a:lstStyle/>
          <a:p>
            <a:r>
              <a:rPr lang="en-US" dirty="0"/>
              <a:t>Partner Financial Institutions</a:t>
            </a:r>
          </a:p>
        </p:txBody>
      </p:sp>
      <p:pic>
        <p:nvPicPr>
          <p:cNvPr id="40" name="Picture 39" descr="A picture containing diagram&#10;&#10;Description automatically generated">
            <a:extLst>
              <a:ext uri="{FF2B5EF4-FFF2-40B4-BE49-F238E27FC236}">
                <a16:creationId xmlns:a16="http://schemas.microsoft.com/office/drawing/2014/main" id="{54314086-4598-AD3F-B6EA-3A81E0008F92}"/>
              </a:ext>
            </a:extLst>
          </p:cNvPr>
          <p:cNvPicPr>
            <a:picLocks noChangeAspect="1"/>
          </p:cNvPicPr>
          <p:nvPr/>
        </p:nvPicPr>
        <p:blipFill>
          <a:blip r:embed="rId2"/>
          <a:stretch>
            <a:fillRect/>
          </a:stretch>
        </p:blipFill>
        <p:spPr>
          <a:xfrm>
            <a:off x="352030" y="5384099"/>
            <a:ext cx="4681457" cy="1336261"/>
          </a:xfrm>
          <a:prstGeom prst="rect">
            <a:avLst/>
          </a:prstGeom>
        </p:spPr>
      </p:pic>
      <p:pic>
        <p:nvPicPr>
          <p:cNvPr id="42" name="Picture 41" descr="A picture containing graphical user interface&#10;&#10;Description automatically generated">
            <a:extLst>
              <a:ext uri="{FF2B5EF4-FFF2-40B4-BE49-F238E27FC236}">
                <a16:creationId xmlns:a16="http://schemas.microsoft.com/office/drawing/2014/main" id="{EFB4991D-2B36-CC39-ADDD-5A03E91C2601}"/>
              </a:ext>
            </a:extLst>
          </p:cNvPr>
          <p:cNvPicPr>
            <a:picLocks noChangeAspect="1"/>
          </p:cNvPicPr>
          <p:nvPr/>
        </p:nvPicPr>
        <p:blipFill>
          <a:blip r:embed="rId3"/>
          <a:stretch>
            <a:fillRect/>
          </a:stretch>
        </p:blipFill>
        <p:spPr>
          <a:xfrm>
            <a:off x="5033486" y="5318333"/>
            <a:ext cx="4672883" cy="1315251"/>
          </a:xfrm>
          <a:prstGeom prst="rect">
            <a:avLst/>
          </a:prstGeom>
        </p:spPr>
      </p:pic>
      <p:pic>
        <p:nvPicPr>
          <p:cNvPr id="4" name="Picture 2" descr="BILL: Online bill payment &amp; receivables software">
            <a:extLst>
              <a:ext uri="{FF2B5EF4-FFF2-40B4-BE49-F238E27FC236}">
                <a16:creationId xmlns:a16="http://schemas.microsoft.com/office/drawing/2014/main" id="{D20557AE-1A96-5A49-6BE5-A6840F53C451}"/>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8607888" y="298740"/>
            <a:ext cx="1007035" cy="66406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5928005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330"/>
        <p:cNvGrpSpPr/>
        <p:nvPr/>
      </p:nvGrpSpPr>
      <p:grpSpPr>
        <a:xfrm>
          <a:off x="0" y="0"/>
          <a:ext cx="0" cy="0"/>
          <a:chOff x="0" y="0"/>
          <a:chExt cx="0" cy="0"/>
        </a:xfrm>
      </p:grpSpPr>
      <p:sp>
        <p:nvSpPr>
          <p:cNvPr id="331" name="Google Shape;331;p1"/>
          <p:cNvSpPr txBox="1">
            <a:spLocks noGrp="1"/>
          </p:cNvSpPr>
          <p:nvPr>
            <p:ph type="title"/>
          </p:nvPr>
        </p:nvSpPr>
        <p:spPr>
          <a:xfrm>
            <a:off x="457200" y="3520440"/>
            <a:ext cx="9144000" cy="731520"/>
          </a:xfrm>
          <a:prstGeom prst="rect">
            <a:avLst/>
          </a:prstGeom>
          <a:noFill/>
          <a:ln>
            <a:noFill/>
          </a:ln>
        </p:spPr>
        <p:txBody>
          <a:bodyPr spcFirstLastPara="1" wrap="square" lIns="0" tIns="0" rIns="0" bIns="0" anchor="t" anchorCtr="0">
            <a:noAutofit/>
          </a:bodyPr>
          <a:lstStyle/>
          <a:p>
            <a:pPr marL="0" lvl="0" indent="0" algn="l" rtl="0">
              <a:lnSpc>
                <a:spcPct val="90000"/>
              </a:lnSpc>
              <a:spcBef>
                <a:spcPts val="0"/>
              </a:spcBef>
              <a:spcAft>
                <a:spcPts val="0"/>
              </a:spcAft>
              <a:buClr>
                <a:schemeClr val="dk1"/>
              </a:buClr>
              <a:buSzPts val="3200"/>
              <a:buFont typeface="Garamond"/>
              <a:buNone/>
            </a:pPr>
            <a:r>
              <a:rPr lang="en-US" dirty="0"/>
              <a:t>Industry Overview</a:t>
            </a:r>
            <a:br>
              <a:rPr lang="en-US" dirty="0"/>
            </a:br>
            <a:endParaRPr dirty="0"/>
          </a:p>
        </p:txBody>
      </p:sp>
      <p:pic>
        <p:nvPicPr>
          <p:cNvPr id="4" name="Picture 2" descr="BILL: Online bill payment &amp; receivables software">
            <a:extLst>
              <a:ext uri="{FF2B5EF4-FFF2-40B4-BE49-F238E27FC236}">
                <a16:creationId xmlns:a16="http://schemas.microsoft.com/office/drawing/2014/main" id="{B478A700-3AFC-2538-B540-3161ABB3DBCF}"/>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607888" y="298740"/>
            <a:ext cx="1007035" cy="664060"/>
          </a:xfrm>
          <a:prstGeom prst="rect">
            <a:avLst/>
          </a:prstGeom>
          <a:noFill/>
          <a:extLst>
            <a:ext uri="{909E8E84-426E-40DD-AFC4-6F175D3DCCD1}">
              <a14:hiddenFill xmlns:a14="http://schemas.microsoft.com/office/drawing/2010/main">
                <a:solidFill>
                  <a:srgbClr val="FFFFFF"/>
                </a:solidFill>
              </a14:hiddenFill>
            </a:ext>
          </a:extLst>
        </p:spPr>
      </p:pic>
      <p:sp>
        <p:nvSpPr>
          <p:cNvPr id="2" name="Title 1">
            <a:extLst>
              <a:ext uri="{FF2B5EF4-FFF2-40B4-BE49-F238E27FC236}">
                <a16:creationId xmlns:a16="http://schemas.microsoft.com/office/drawing/2014/main" id="{5A233E32-14AA-CE3C-B471-2ECD82C301D2}"/>
              </a:ext>
            </a:extLst>
          </p:cNvPr>
          <p:cNvSpPr txBox="1">
            <a:spLocks/>
          </p:cNvSpPr>
          <p:nvPr/>
        </p:nvSpPr>
        <p:spPr>
          <a:xfrm>
            <a:off x="457200" y="4033555"/>
            <a:ext cx="9144000" cy="731520"/>
          </a:xfrm>
          <a:prstGeom prst="rect">
            <a:avLst/>
          </a:prstGeom>
        </p:spPr>
        <p:txBody>
          <a:bodyPr vert="horz" lIns="0" tIns="0" rIns="0" bIns="0" rtlCol="0" anchor="t">
            <a:noAutofit/>
          </a:bodyPr>
          <a:lstStyle>
            <a:lvl1pPr algn="l" defTabSz="1005840" rtl="0" eaLnBrk="1" latinLnBrk="0" hangingPunct="1">
              <a:lnSpc>
                <a:spcPct val="90000"/>
              </a:lnSpc>
              <a:spcBef>
                <a:spcPct val="0"/>
              </a:spcBef>
              <a:buNone/>
              <a:defRPr sz="3200" b="1" kern="1200">
                <a:solidFill>
                  <a:schemeClr val="tx1"/>
                </a:solidFill>
                <a:latin typeface="+mj-lt"/>
                <a:ea typeface="+mj-ea"/>
                <a:cs typeface="+mj-cs"/>
              </a:defRPr>
            </a:lvl1pPr>
          </a:lstStyle>
          <a:p>
            <a:r>
              <a:rPr lang="en-US" sz="2000" b="0" dirty="0"/>
              <a:t>Lila Melkumova</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335"/>
        <p:cNvGrpSpPr/>
        <p:nvPr/>
      </p:nvGrpSpPr>
      <p:grpSpPr>
        <a:xfrm>
          <a:off x="0" y="0"/>
          <a:ext cx="0" cy="0"/>
          <a:chOff x="0" y="0"/>
          <a:chExt cx="0" cy="0"/>
        </a:xfrm>
      </p:grpSpPr>
      <p:sp>
        <p:nvSpPr>
          <p:cNvPr id="336" name="Google Shape;336;p2"/>
          <p:cNvSpPr txBox="1">
            <a:spLocks noGrp="1"/>
          </p:cNvSpPr>
          <p:nvPr>
            <p:ph type="title"/>
          </p:nvPr>
        </p:nvSpPr>
        <p:spPr>
          <a:xfrm>
            <a:off x="443477" y="728946"/>
            <a:ext cx="9144000" cy="731520"/>
          </a:xfrm>
          <a:prstGeom prst="rect">
            <a:avLst/>
          </a:prstGeom>
          <a:noFill/>
          <a:ln>
            <a:noFill/>
          </a:ln>
        </p:spPr>
        <p:txBody>
          <a:bodyPr spcFirstLastPara="1" wrap="square" lIns="0" tIns="0" rIns="0" bIns="0" anchor="t" anchorCtr="0">
            <a:noAutofit/>
          </a:bodyPr>
          <a:lstStyle/>
          <a:p>
            <a:pPr marL="0" lvl="0" indent="0" algn="l" rtl="0">
              <a:lnSpc>
                <a:spcPct val="90000"/>
              </a:lnSpc>
              <a:spcBef>
                <a:spcPts val="0"/>
              </a:spcBef>
              <a:spcAft>
                <a:spcPts val="0"/>
              </a:spcAft>
              <a:buClr>
                <a:schemeClr val="dk1"/>
              </a:buClr>
              <a:buSzPts val="3200"/>
              <a:buFont typeface="Garamond"/>
              <a:buNone/>
            </a:pPr>
            <a:r>
              <a:rPr lang="en-US" sz="2800" dirty="0"/>
              <a:t>AP/AR Automation Industry Growth</a:t>
            </a:r>
            <a:br>
              <a:rPr lang="en-US" sz="2800" dirty="0"/>
            </a:br>
            <a:endParaRPr sz="2800" dirty="0"/>
          </a:p>
        </p:txBody>
      </p:sp>
      <p:cxnSp>
        <p:nvCxnSpPr>
          <p:cNvPr id="337" name="Google Shape;337;p2"/>
          <p:cNvCxnSpPr/>
          <p:nvPr/>
        </p:nvCxnSpPr>
        <p:spPr>
          <a:xfrm>
            <a:off x="415200" y="1129472"/>
            <a:ext cx="9243391" cy="0"/>
          </a:xfrm>
          <a:prstGeom prst="straightConnector1">
            <a:avLst/>
          </a:prstGeom>
          <a:noFill/>
          <a:ln w="38100" cap="flat" cmpd="sng">
            <a:solidFill>
              <a:srgbClr val="004C92"/>
            </a:solidFill>
            <a:prstDash val="solid"/>
            <a:miter lim="800000"/>
            <a:headEnd type="none" w="sm" len="sm"/>
            <a:tailEnd type="none" w="sm" len="sm"/>
          </a:ln>
        </p:spPr>
      </p:cxnSp>
      <p:sp>
        <p:nvSpPr>
          <p:cNvPr id="338" name="Google Shape;338;p2"/>
          <p:cNvSpPr txBox="1"/>
          <p:nvPr/>
        </p:nvSpPr>
        <p:spPr>
          <a:xfrm>
            <a:off x="457200" y="1261379"/>
            <a:ext cx="3627900" cy="338514"/>
          </a:xfrm>
          <a:prstGeom prst="rect">
            <a:avLst/>
          </a:prstGeom>
          <a:solidFill>
            <a:schemeClr val="dk2"/>
          </a:solid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n-US" sz="1600" b="0" i="0" u="none" strike="noStrike" cap="none" dirty="0">
                <a:solidFill>
                  <a:schemeClr val="lt1"/>
                </a:solidFill>
                <a:latin typeface="Garamond"/>
                <a:ea typeface="Garamond"/>
                <a:cs typeface="Garamond"/>
                <a:sym typeface="Garamond"/>
              </a:rPr>
              <a:t>General Environment</a:t>
            </a:r>
            <a:endParaRPr sz="1600" dirty="0"/>
          </a:p>
        </p:txBody>
      </p:sp>
      <p:sp>
        <p:nvSpPr>
          <p:cNvPr id="339" name="Google Shape;339;p2"/>
          <p:cNvSpPr txBox="1"/>
          <p:nvPr/>
        </p:nvSpPr>
        <p:spPr>
          <a:xfrm>
            <a:off x="415200" y="1627138"/>
            <a:ext cx="3669900" cy="5401438"/>
          </a:xfrm>
          <a:prstGeom prst="rect">
            <a:avLst/>
          </a:prstGeom>
          <a:noFill/>
          <a:ln>
            <a:noFill/>
          </a:ln>
        </p:spPr>
        <p:txBody>
          <a:bodyPr spcFirstLastPara="1" wrap="square" lIns="91425" tIns="45700" rIns="91425" bIns="45700" anchor="t" anchorCtr="0">
            <a:spAutoFit/>
          </a:bodyPr>
          <a:lstStyle/>
          <a:p>
            <a:pPr marL="285750" indent="-285750" algn="l" rtl="0" fontAlgn="base">
              <a:spcBef>
                <a:spcPts val="0"/>
              </a:spcBef>
              <a:spcAft>
                <a:spcPts val="0"/>
              </a:spcAft>
              <a:buFont typeface="Wingdings" pitchFamily="2" charset="2"/>
              <a:buChar char="§"/>
            </a:pPr>
            <a:r>
              <a:rPr lang="en-US" sz="1500" b="0" i="0" u="none" strike="noStrike" dirty="0">
                <a:solidFill>
                  <a:srgbClr val="000000"/>
                </a:solidFill>
                <a:effectLst/>
                <a:latin typeface="Garamond" panose="02020404030301010803" pitchFamily="18" charset="0"/>
              </a:rPr>
              <a:t>AP/AR automation market is currently valued at $2.7bb, growing at CAGR of 10.2%</a:t>
            </a:r>
          </a:p>
          <a:p>
            <a:pPr marL="285750" indent="-285750" algn="l" rtl="0" fontAlgn="base">
              <a:spcBef>
                <a:spcPts val="0"/>
              </a:spcBef>
              <a:spcAft>
                <a:spcPts val="0"/>
              </a:spcAft>
              <a:buFont typeface="Wingdings" pitchFamily="2" charset="2"/>
              <a:buChar char="§"/>
            </a:pPr>
            <a:r>
              <a:rPr lang="en-US" sz="1500" b="0" i="0" u="none" strike="noStrike" dirty="0">
                <a:solidFill>
                  <a:srgbClr val="000000"/>
                </a:solidFill>
                <a:effectLst/>
                <a:latin typeface="Garamond" panose="02020404030301010803" pitchFamily="18" charset="0"/>
              </a:rPr>
              <a:t>Industry is broadly separated into cloud (provider servers) vs. on-premise (company servers) solutions</a:t>
            </a:r>
          </a:p>
          <a:p>
            <a:pPr marL="285750" indent="-285750" algn="l" rtl="0" fontAlgn="base">
              <a:spcBef>
                <a:spcPts val="0"/>
              </a:spcBef>
              <a:spcAft>
                <a:spcPts val="0"/>
              </a:spcAft>
              <a:buFont typeface="Wingdings" pitchFamily="2" charset="2"/>
              <a:buChar char="§"/>
            </a:pPr>
            <a:r>
              <a:rPr lang="en-US" sz="1500" b="0" i="0" u="none" strike="noStrike" dirty="0">
                <a:solidFill>
                  <a:srgbClr val="000000"/>
                </a:solidFill>
                <a:effectLst/>
                <a:latin typeface="Garamond" panose="02020404030301010803" pitchFamily="18" charset="0"/>
              </a:rPr>
              <a:t>But generally, many SMBs use traditional, pen and paper methods, despite savings potential</a:t>
            </a:r>
          </a:p>
          <a:p>
            <a:pPr marL="285750" indent="-285750" algn="l" rtl="0" fontAlgn="base">
              <a:spcBef>
                <a:spcPts val="0"/>
              </a:spcBef>
              <a:spcAft>
                <a:spcPts val="0"/>
              </a:spcAft>
              <a:buFont typeface="Wingdings" pitchFamily="2" charset="2"/>
              <a:buChar char="§"/>
            </a:pPr>
            <a:r>
              <a:rPr lang="en-US" sz="1500" b="0" i="0" u="none" strike="noStrike" dirty="0">
                <a:solidFill>
                  <a:srgbClr val="000000"/>
                </a:solidFill>
                <a:effectLst/>
                <a:latin typeface="Garamond" panose="02020404030301010803" pitchFamily="18" charset="0"/>
              </a:rPr>
              <a:t>Other big benefits reported are faster turnaround time on payment and better monitoring and transparency of invoice status</a:t>
            </a:r>
          </a:p>
          <a:p>
            <a:pPr marL="285750" indent="-285750" algn="l" rtl="0" fontAlgn="base">
              <a:spcBef>
                <a:spcPts val="0"/>
              </a:spcBef>
              <a:spcAft>
                <a:spcPts val="0"/>
              </a:spcAft>
              <a:buFont typeface="Wingdings" pitchFamily="2" charset="2"/>
              <a:buChar char="§"/>
            </a:pPr>
            <a:r>
              <a:rPr lang="en-US" sz="1500" b="0" i="0" u="none" strike="noStrike" dirty="0">
                <a:solidFill>
                  <a:srgbClr val="000000"/>
                </a:solidFill>
                <a:effectLst/>
                <a:latin typeface="Garamond" panose="02020404030301010803" pitchFamily="18" charset="0"/>
              </a:rPr>
              <a:t>Yet, only 20% of small business (SMB) have adopted AP/AR automation compared to 30% of companies total</a:t>
            </a:r>
          </a:p>
          <a:p>
            <a:pPr marL="285750" indent="-285750" algn="l" rtl="0" fontAlgn="base">
              <a:spcBef>
                <a:spcPts val="0"/>
              </a:spcBef>
              <a:spcAft>
                <a:spcPts val="0"/>
              </a:spcAft>
              <a:buFont typeface="Wingdings" pitchFamily="2" charset="2"/>
              <a:buChar char="§"/>
            </a:pPr>
            <a:r>
              <a:rPr lang="en-US" sz="1500" b="0" i="0" u="none" strike="noStrike" dirty="0">
                <a:solidFill>
                  <a:srgbClr val="000000"/>
                </a:solidFill>
                <a:effectLst/>
                <a:latin typeface="Garamond" panose="02020404030301010803" pitchFamily="18" charset="0"/>
              </a:rPr>
              <a:t>20% of SMBs have 3+ year plans to address automation compared to 35% of MMBs</a:t>
            </a:r>
          </a:p>
          <a:p>
            <a:pPr marL="285750" indent="-285750" algn="l" rtl="0" fontAlgn="base">
              <a:spcBef>
                <a:spcPts val="0"/>
              </a:spcBef>
              <a:spcAft>
                <a:spcPts val="0"/>
              </a:spcAft>
              <a:buFont typeface="Wingdings" pitchFamily="2" charset="2"/>
              <a:buChar char="§"/>
            </a:pPr>
            <a:r>
              <a:rPr lang="en-US" sz="1500" b="0" i="0" u="none" strike="noStrike" dirty="0">
                <a:solidFill>
                  <a:srgbClr val="000000"/>
                </a:solidFill>
                <a:effectLst/>
                <a:latin typeface="Garamond" panose="02020404030301010803" pitchFamily="18" charset="0"/>
              </a:rPr>
              <a:t>23% of SMBs expect to increase their same-day ACH usage</a:t>
            </a:r>
          </a:p>
          <a:p>
            <a:pPr marL="285750" indent="-285750" algn="l" rtl="0" fontAlgn="base">
              <a:spcBef>
                <a:spcPts val="0"/>
              </a:spcBef>
              <a:spcAft>
                <a:spcPts val="0"/>
              </a:spcAft>
              <a:buFont typeface="Wingdings" pitchFamily="2" charset="2"/>
              <a:buChar char="§"/>
            </a:pPr>
            <a:r>
              <a:rPr lang="en-US" sz="1500" b="0" i="0" u="none" strike="noStrike" dirty="0">
                <a:solidFill>
                  <a:srgbClr val="000000"/>
                </a:solidFill>
                <a:effectLst/>
                <a:latin typeface="Garamond" panose="02020404030301010803" pitchFamily="18" charset="0"/>
              </a:rPr>
              <a:t>72% of companies expect to automate and adopt real-time payments</a:t>
            </a:r>
          </a:p>
        </p:txBody>
      </p:sp>
      <p:sp>
        <p:nvSpPr>
          <p:cNvPr id="340" name="Google Shape;340;p2"/>
          <p:cNvSpPr txBox="1"/>
          <p:nvPr/>
        </p:nvSpPr>
        <p:spPr>
          <a:xfrm>
            <a:off x="4433950" y="4650100"/>
            <a:ext cx="5147400" cy="338514"/>
          </a:xfrm>
          <a:prstGeom prst="rect">
            <a:avLst/>
          </a:prstGeom>
          <a:solidFill>
            <a:schemeClr val="dk2"/>
          </a:solid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n-US" sz="1600">
                <a:solidFill>
                  <a:schemeClr val="lt1"/>
                </a:solidFill>
                <a:latin typeface="Garamond"/>
                <a:ea typeface="Garamond"/>
                <a:cs typeface="Garamond"/>
                <a:sym typeface="Garamond"/>
              </a:rPr>
              <a:t>High Savings Potential for SMBs &amp; MMBs</a:t>
            </a:r>
            <a:endParaRPr sz="1600"/>
          </a:p>
        </p:txBody>
      </p:sp>
      <p:sp>
        <p:nvSpPr>
          <p:cNvPr id="341" name="Google Shape;341;p2"/>
          <p:cNvSpPr txBox="1"/>
          <p:nvPr/>
        </p:nvSpPr>
        <p:spPr>
          <a:xfrm>
            <a:off x="4433950" y="1261379"/>
            <a:ext cx="5147400" cy="338514"/>
          </a:xfrm>
          <a:prstGeom prst="rect">
            <a:avLst/>
          </a:prstGeom>
          <a:solidFill>
            <a:schemeClr val="dk2"/>
          </a:solid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n-US" sz="1600">
                <a:solidFill>
                  <a:schemeClr val="lt1"/>
                </a:solidFill>
                <a:latin typeface="Garamond"/>
                <a:ea typeface="Garamond"/>
                <a:cs typeface="Garamond"/>
                <a:sym typeface="Garamond"/>
              </a:rPr>
              <a:t>AP/AR Automation by Industry (End-User)</a:t>
            </a:r>
            <a:endParaRPr sz="1600"/>
          </a:p>
        </p:txBody>
      </p:sp>
      <p:pic>
        <p:nvPicPr>
          <p:cNvPr id="342" name="Google Shape;342;p2" title="Points scored"/>
          <p:cNvPicPr preferRelativeResize="0"/>
          <p:nvPr/>
        </p:nvPicPr>
        <p:blipFill>
          <a:blip r:embed="rId3">
            <a:alphaModFix/>
          </a:blip>
          <a:stretch>
            <a:fillRect/>
          </a:stretch>
        </p:blipFill>
        <p:spPr>
          <a:xfrm>
            <a:off x="4550259" y="1630679"/>
            <a:ext cx="4914781" cy="3019421"/>
          </a:xfrm>
          <a:prstGeom prst="rect">
            <a:avLst/>
          </a:prstGeom>
          <a:noFill/>
          <a:ln>
            <a:noFill/>
          </a:ln>
        </p:spPr>
      </p:pic>
      <p:sp>
        <p:nvSpPr>
          <p:cNvPr id="343" name="Google Shape;343;p2"/>
          <p:cNvSpPr txBox="1"/>
          <p:nvPr/>
        </p:nvSpPr>
        <p:spPr>
          <a:xfrm>
            <a:off x="4399150" y="5019400"/>
            <a:ext cx="5217000" cy="2031900"/>
          </a:xfrm>
          <a:prstGeom prst="rect">
            <a:avLst/>
          </a:prstGeom>
          <a:noFill/>
          <a:ln>
            <a:noFill/>
          </a:ln>
        </p:spPr>
        <p:txBody>
          <a:bodyPr spcFirstLastPara="1" wrap="square" lIns="91425" tIns="91425" rIns="91425" bIns="91425" anchor="t" anchorCtr="0">
            <a:spAutoFit/>
          </a:bodyPr>
          <a:lstStyle/>
          <a:p>
            <a:pPr marL="457200" lvl="0" indent="-323850" algn="l" rtl="0">
              <a:lnSpc>
                <a:spcPct val="100000"/>
              </a:lnSpc>
              <a:spcBef>
                <a:spcPts val="0"/>
              </a:spcBef>
              <a:spcAft>
                <a:spcPts val="0"/>
              </a:spcAft>
              <a:buClr>
                <a:schemeClr val="dk1"/>
              </a:buClr>
              <a:buSzPts val="1500"/>
              <a:buFont typeface="Wingdings" pitchFamily="2" charset="2"/>
              <a:buChar char="§"/>
            </a:pPr>
            <a:r>
              <a:rPr lang="en-US" sz="1500" dirty="0">
                <a:solidFill>
                  <a:schemeClr val="dk1"/>
                </a:solidFill>
                <a:latin typeface="Garamond"/>
                <a:ea typeface="Garamond"/>
                <a:cs typeface="Garamond"/>
                <a:sym typeface="Garamond"/>
              </a:rPr>
              <a:t>On average, companies save more than 30% with AP/AR solutions, which has spurred  recent industry growth</a:t>
            </a:r>
            <a:endParaRPr sz="1500" dirty="0">
              <a:solidFill>
                <a:schemeClr val="dk1"/>
              </a:solidFill>
              <a:latin typeface="Garamond"/>
              <a:ea typeface="Garamond"/>
              <a:cs typeface="Garamond"/>
              <a:sym typeface="Garamond"/>
            </a:endParaRPr>
          </a:p>
          <a:p>
            <a:pPr marL="457200" lvl="0" indent="-323850" algn="l" rtl="0">
              <a:lnSpc>
                <a:spcPct val="100000"/>
              </a:lnSpc>
              <a:spcBef>
                <a:spcPts val="0"/>
              </a:spcBef>
              <a:spcAft>
                <a:spcPts val="0"/>
              </a:spcAft>
              <a:buClr>
                <a:schemeClr val="dk1"/>
              </a:buClr>
              <a:buSzPts val="1500"/>
              <a:buFont typeface="Wingdings" pitchFamily="2" charset="2"/>
              <a:buChar char="§"/>
            </a:pPr>
            <a:r>
              <a:rPr lang="en-US" sz="1500" dirty="0">
                <a:solidFill>
                  <a:schemeClr val="dk1"/>
                </a:solidFill>
                <a:highlight>
                  <a:srgbClr val="FFFFFF"/>
                </a:highlight>
                <a:latin typeface="Garamond"/>
                <a:ea typeface="Garamond"/>
                <a:cs typeface="Garamond"/>
                <a:sym typeface="Garamond"/>
              </a:rPr>
              <a:t>The median cost per invoice to process is $10. SMBs &amp; MMBs might be processing 1000 or more invoices per month. At this level, a 29% saving at $10 per invoice is around $30,000 per year.</a:t>
            </a:r>
            <a:endParaRPr sz="1500" dirty="0">
              <a:solidFill>
                <a:schemeClr val="dk1"/>
              </a:solidFill>
              <a:highlight>
                <a:srgbClr val="FFFFFF"/>
              </a:highlight>
              <a:latin typeface="Garamond"/>
              <a:ea typeface="Garamond"/>
              <a:cs typeface="Garamond"/>
              <a:sym typeface="Garamond"/>
            </a:endParaRPr>
          </a:p>
          <a:p>
            <a:pPr marL="457200" lvl="0" indent="-323850" algn="l" rtl="0">
              <a:lnSpc>
                <a:spcPct val="100000"/>
              </a:lnSpc>
              <a:spcBef>
                <a:spcPts val="0"/>
              </a:spcBef>
              <a:spcAft>
                <a:spcPts val="0"/>
              </a:spcAft>
              <a:buClr>
                <a:schemeClr val="dk1"/>
              </a:buClr>
              <a:buSzPts val="1500"/>
              <a:buFont typeface="Wingdings" pitchFamily="2" charset="2"/>
              <a:buChar char="§"/>
            </a:pPr>
            <a:r>
              <a:rPr lang="en-US" sz="1500" dirty="0">
                <a:solidFill>
                  <a:schemeClr val="dk1"/>
                </a:solidFill>
                <a:highlight>
                  <a:srgbClr val="FFFFFF"/>
                </a:highlight>
                <a:latin typeface="Garamond"/>
                <a:ea typeface="Garamond"/>
                <a:cs typeface="Garamond"/>
                <a:sym typeface="Garamond"/>
              </a:rPr>
              <a:t>41% of AR system users report a payback time of 9 months or less. This rises to 82% in 18 months or less.</a:t>
            </a:r>
            <a:endParaRPr sz="1500" dirty="0">
              <a:solidFill>
                <a:schemeClr val="dk1"/>
              </a:solidFill>
              <a:highlight>
                <a:srgbClr val="FFFFFF"/>
              </a:highlight>
              <a:latin typeface="Garamond"/>
              <a:ea typeface="Garamond"/>
              <a:cs typeface="Garamond"/>
              <a:sym typeface="Garamond"/>
            </a:endParaRPr>
          </a:p>
        </p:txBody>
      </p:sp>
      <p:pic>
        <p:nvPicPr>
          <p:cNvPr id="3" name="Picture 2" descr="BILL: Online bill payment &amp; receivables software">
            <a:extLst>
              <a:ext uri="{FF2B5EF4-FFF2-40B4-BE49-F238E27FC236}">
                <a16:creationId xmlns:a16="http://schemas.microsoft.com/office/drawing/2014/main" id="{8A7F610E-B336-0B5D-0AC2-AA9F99AFAE34}"/>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8607888" y="298740"/>
            <a:ext cx="1007035" cy="664060"/>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347"/>
        <p:cNvGrpSpPr/>
        <p:nvPr/>
      </p:nvGrpSpPr>
      <p:grpSpPr>
        <a:xfrm>
          <a:off x="0" y="0"/>
          <a:ext cx="0" cy="0"/>
          <a:chOff x="0" y="0"/>
          <a:chExt cx="0" cy="0"/>
        </a:xfrm>
      </p:grpSpPr>
      <p:sp>
        <p:nvSpPr>
          <p:cNvPr id="350" name="Google Shape;350;g1f353b082ab_0_15"/>
          <p:cNvSpPr txBox="1"/>
          <p:nvPr/>
        </p:nvSpPr>
        <p:spPr>
          <a:xfrm>
            <a:off x="415200" y="1533516"/>
            <a:ext cx="5009400" cy="338514"/>
          </a:xfrm>
          <a:prstGeom prst="rect">
            <a:avLst/>
          </a:prstGeom>
          <a:solidFill>
            <a:schemeClr val="dk2"/>
          </a:solid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n-US" sz="1600">
                <a:solidFill>
                  <a:schemeClr val="lt1"/>
                </a:solidFill>
                <a:latin typeface="Garamond"/>
                <a:ea typeface="Garamond"/>
                <a:cs typeface="Garamond"/>
                <a:sym typeface="Garamond"/>
              </a:rPr>
              <a:t>Key Factors of Client Needs</a:t>
            </a:r>
            <a:endParaRPr sz="1600">
              <a:solidFill>
                <a:schemeClr val="lt1"/>
              </a:solidFill>
              <a:latin typeface="Garamond"/>
              <a:ea typeface="Garamond"/>
              <a:cs typeface="Garamond"/>
              <a:sym typeface="Garamond"/>
            </a:endParaRPr>
          </a:p>
        </p:txBody>
      </p:sp>
      <p:pic>
        <p:nvPicPr>
          <p:cNvPr id="352" name="Google Shape;352;g1f353b082ab_0_15"/>
          <p:cNvPicPr preferRelativeResize="0"/>
          <p:nvPr/>
        </p:nvPicPr>
        <p:blipFill>
          <a:blip r:embed="rId3">
            <a:alphaModFix/>
          </a:blip>
          <a:stretch>
            <a:fillRect/>
          </a:stretch>
        </p:blipFill>
        <p:spPr>
          <a:xfrm>
            <a:off x="5556736" y="2755156"/>
            <a:ext cx="1816249" cy="1014073"/>
          </a:xfrm>
          <a:prstGeom prst="rect">
            <a:avLst/>
          </a:prstGeom>
          <a:noFill/>
          <a:ln>
            <a:noFill/>
          </a:ln>
        </p:spPr>
      </p:pic>
      <p:sp>
        <p:nvSpPr>
          <p:cNvPr id="354" name="Google Shape;354;g1f353b082ab_0_15"/>
          <p:cNvSpPr txBox="1"/>
          <p:nvPr/>
        </p:nvSpPr>
        <p:spPr>
          <a:xfrm>
            <a:off x="597700" y="5931575"/>
            <a:ext cx="4794300" cy="1146600"/>
          </a:xfrm>
          <a:prstGeom prst="rect">
            <a:avLst/>
          </a:prstGeom>
          <a:noFill/>
          <a:ln w="9525" cap="flat" cmpd="sng">
            <a:solidFill>
              <a:srgbClr val="005EB4"/>
            </a:solidFill>
            <a:prstDash val="dash"/>
            <a:round/>
            <a:headEnd type="none" w="sm" len="sm"/>
            <a:tailEnd type="none" w="sm" len="sm"/>
          </a:ln>
        </p:spPr>
        <p:txBody>
          <a:bodyPr spcFirstLastPara="1" wrap="square" lIns="91425" tIns="91425" rIns="91425" bIns="91425" anchor="t" anchorCtr="0">
            <a:spAutoFit/>
          </a:bodyPr>
          <a:lstStyle/>
          <a:p>
            <a:pPr marL="0" lvl="0" indent="0" algn="l" rtl="0">
              <a:spcBef>
                <a:spcPts val="0"/>
              </a:spcBef>
              <a:spcAft>
                <a:spcPts val="0"/>
              </a:spcAft>
              <a:buNone/>
            </a:pPr>
            <a:r>
              <a:rPr lang="en-US" sz="1250" i="1" dirty="0">
                <a:solidFill>
                  <a:schemeClr val="dk1"/>
                </a:solidFill>
                <a:highlight>
                  <a:srgbClr val="FFFFFF"/>
                </a:highlight>
                <a:latin typeface="Garamond"/>
                <a:ea typeface="Garamond"/>
                <a:cs typeface="Garamond"/>
                <a:sym typeface="Garamond"/>
              </a:rPr>
              <a:t>As they [MMBs] grow, they need to design processes, build out functions, and create ever-more-sophisticated systems and infrastructure to support their growth. But at the same time, they tell us, they want to preserve their agility and they don’t want to get ahead of themselves. I call it just enough process – enough to support growth, not enough to encumber it. </a:t>
            </a:r>
            <a:r>
              <a:rPr lang="en-US" sz="1250" dirty="0">
                <a:solidFill>
                  <a:schemeClr val="dk1"/>
                </a:solidFill>
                <a:highlight>
                  <a:srgbClr val="FFFFFF"/>
                </a:highlight>
                <a:latin typeface="Garamond"/>
                <a:ea typeface="Garamond"/>
                <a:cs typeface="Garamond"/>
                <a:sym typeface="Garamond"/>
              </a:rPr>
              <a:t>- Tom Stewart to VISA</a:t>
            </a:r>
            <a:endParaRPr sz="1600" dirty="0">
              <a:latin typeface="Garamond"/>
              <a:ea typeface="Garamond"/>
              <a:cs typeface="Garamond"/>
              <a:sym typeface="Garamond"/>
            </a:endParaRPr>
          </a:p>
        </p:txBody>
      </p:sp>
      <p:sp>
        <p:nvSpPr>
          <p:cNvPr id="356" name="Google Shape;356;g1f353b082ab_0_15"/>
          <p:cNvSpPr txBox="1"/>
          <p:nvPr/>
        </p:nvSpPr>
        <p:spPr>
          <a:xfrm>
            <a:off x="7295400" y="2571525"/>
            <a:ext cx="939300" cy="4464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US" sz="1700" b="1" dirty="0">
                <a:latin typeface="Garamond"/>
                <a:ea typeface="Garamond"/>
                <a:cs typeface="Garamond"/>
                <a:sym typeface="Garamond"/>
              </a:rPr>
              <a:t>MMBs</a:t>
            </a:r>
            <a:endParaRPr sz="1700" b="1" dirty="0">
              <a:latin typeface="Garamond"/>
              <a:ea typeface="Garamond"/>
              <a:cs typeface="Garamond"/>
              <a:sym typeface="Garamond"/>
            </a:endParaRPr>
          </a:p>
        </p:txBody>
      </p:sp>
      <p:pic>
        <p:nvPicPr>
          <p:cNvPr id="357" name="Google Shape;357;g1f353b082ab_0_15"/>
          <p:cNvPicPr preferRelativeResize="0"/>
          <p:nvPr/>
        </p:nvPicPr>
        <p:blipFill rotWithShape="1">
          <a:blip r:embed="rId4">
            <a:alphaModFix/>
          </a:blip>
          <a:srcRect b="25594"/>
          <a:stretch/>
        </p:blipFill>
        <p:spPr>
          <a:xfrm>
            <a:off x="5747789" y="1785061"/>
            <a:ext cx="2186414" cy="853133"/>
          </a:xfrm>
          <a:prstGeom prst="rect">
            <a:avLst/>
          </a:prstGeom>
          <a:noFill/>
          <a:ln>
            <a:noFill/>
          </a:ln>
        </p:spPr>
      </p:pic>
      <p:pic>
        <p:nvPicPr>
          <p:cNvPr id="359" name="Google Shape;359;g1f353b082ab_0_15"/>
          <p:cNvPicPr preferRelativeResize="0"/>
          <p:nvPr/>
        </p:nvPicPr>
        <p:blipFill>
          <a:blip r:embed="rId5">
            <a:alphaModFix/>
          </a:blip>
          <a:stretch>
            <a:fillRect/>
          </a:stretch>
        </p:blipFill>
        <p:spPr>
          <a:xfrm>
            <a:off x="8228155" y="4362813"/>
            <a:ext cx="1187900" cy="783325"/>
          </a:xfrm>
          <a:prstGeom prst="rect">
            <a:avLst/>
          </a:prstGeom>
          <a:noFill/>
          <a:ln>
            <a:noFill/>
          </a:ln>
        </p:spPr>
      </p:pic>
      <p:sp>
        <p:nvSpPr>
          <p:cNvPr id="361" name="Google Shape;361;g1f353b082ab_0_15"/>
          <p:cNvSpPr txBox="1"/>
          <p:nvPr/>
        </p:nvSpPr>
        <p:spPr>
          <a:xfrm>
            <a:off x="7295400" y="5211188"/>
            <a:ext cx="768600" cy="4464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US" sz="1700" b="1">
                <a:latin typeface="Garamond"/>
                <a:ea typeface="Garamond"/>
                <a:cs typeface="Garamond"/>
                <a:sym typeface="Garamond"/>
              </a:rPr>
              <a:t>SMBs</a:t>
            </a:r>
            <a:endParaRPr sz="1700" b="1">
              <a:latin typeface="Garamond"/>
              <a:ea typeface="Garamond"/>
              <a:cs typeface="Garamond"/>
              <a:sym typeface="Garamond"/>
            </a:endParaRPr>
          </a:p>
        </p:txBody>
      </p:sp>
      <p:pic>
        <p:nvPicPr>
          <p:cNvPr id="362" name="Google Shape;362;g1f353b082ab_0_15"/>
          <p:cNvPicPr preferRelativeResize="0"/>
          <p:nvPr/>
        </p:nvPicPr>
        <p:blipFill>
          <a:blip r:embed="rId6">
            <a:alphaModFix/>
          </a:blip>
          <a:stretch>
            <a:fillRect/>
          </a:stretch>
        </p:blipFill>
        <p:spPr>
          <a:xfrm>
            <a:off x="6168332" y="6326345"/>
            <a:ext cx="2593213" cy="635407"/>
          </a:xfrm>
          <a:prstGeom prst="rect">
            <a:avLst/>
          </a:prstGeom>
          <a:noFill/>
          <a:ln>
            <a:noFill/>
          </a:ln>
        </p:spPr>
      </p:pic>
      <p:pic>
        <p:nvPicPr>
          <p:cNvPr id="1026" name="Picture 2" descr="Stampli Named to G2's Leader Quadrant in AP Automation for Fourth  Consecutive Quarter; Ranked #1 Across All Indexes | Business Wire">
            <a:extLst>
              <a:ext uri="{FF2B5EF4-FFF2-40B4-BE49-F238E27FC236}">
                <a16:creationId xmlns:a16="http://schemas.microsoft.com/office/drawing/2014/main" id="{AB5AA4A9-3437-E979-DA4E-E54057752005}"/>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8133528" y="5444910"/>
            <a:ext cx="1498990" cy="783326"/>
          </a:xfrm>
          <a:prstGeom prst="rect">
            <a:avLst/>
          </a:prstGeom>
          <a:noFill/>
          <a:extLst>
            <a:ext uri="{909E8E84-426E-40DD-AFC4-6F175D3DCCD1}">
              <a14:hiddenFill xmlns:a14="http://schemas.microsoft.com/office/drawing/2010/main">
                <a:solidFill>
                  <a:srgbClr val="FFFFFF"/>
                </a:solidFill>
              </a14:hiddenFill>
            </a:ext>
          </a:extLst>
        </p:spPr>
      </p:pic>
      <p:pic>
        <p:nvPicPr>
          <p:cNvPr id="1028" name="Picture 4" descr="Tipalti | Finance Automation that puts you in charge">
            <a:extLst>
              <a:ext uri="{FF2B5EF4-FFF2-40B4-BE49-F238E27FC236}">
                <a16:creationId xmlns:a16="http://schemas.microsoft.com/office/drawing/2014/main" id="{9979AD83-2871-7B2E-52AE-7139993CA859}"/>
              </a:ext>
            </a:extLst>
          </p:cNvPr>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6033300" y="5510524"/>
            <a:ext cx="986971" cy="500807"/>
          </a:xfrm>
          <a:prstGeom prst="rect">
            <a:avLst/>
          </a:prstGeom>
          <a:noFill/>
          <a:extLst>
            <a:ext uri="{909E8E84-426E-40DD-AFC4-6F175D3DCCD1}">
              <a14:hiddenFill xmlns:a14="http://schemas.microsoft.com/office/drawing/2010/main">
                <a:solidFill>
                  <a:srgbClr val="FFFFFF"/>
                </a:solidFill>
              </a14:hiddenFill>
            </a:ext>
          </a:extLst>
        </p:spPr>
      </p:pic>
      <p:pic>
        <p:nvPicPr>
          <p:cNvPr id="1030" name="Picture 6" descr="Airbase: Spend management software done right">
            <a:extLst>
              <a:ext uri="{FF2B5EF4-FFF2-40B4-BE49-F238E27FC236}">
                <a16:creationId xmlns:a16="http://schemas.microsoft.com/office/drawing/2014/main" id="{CBB3014B-45DB-796C-226D-22C3DEF38C80}"/>
              </a:ext>
            </a:extLst>
          </p:cNvPr>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5598948" y="4574238"/>
            <a:ext cx="2158606" cy="537253"/>
          </a:xfrm>
          <a:prstGeom prst="rect">
            <a:avLst/>
          </a:prstGeom>
          <a:noFill/>
          <a:extLst>
            <a:ext uri="{909E8E84-426E-40DD-AFC4-6F175D3DCCD1}">
              <a14:hiddenFill xmlns:a14="http://schemas.microsoft.com/office/drawing/2010/main">
                <a:solidFill>
                  <a:srgbClr val="FFFFFF"/>
                </a:solidFill>
              </a14:hiddenFill>
            </a:ext>
          </a:extLst>
        </p:spPr>
      </p:pic>
      <p:pic>
        <p:nvPicPr>
          <p:cNvPr id="1034" name="Picture 10" descr="Epicor">
            <a:extLst>
              <a:ext uri="{FF2B5EF4-FFF2-40B4-BE49-F238E27FC236}">
                <a16:creationId xmlns:a16="http://schemas.microsoft.com/office/drawing/2014/main" id="{689D41CB-158D-54AA-3A05-3E4284C33F92}"/>
              </a:ext>
            </a:extLst>
          </p:cNvPr>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5807376" y="3526897"/>
            <a:ext cx="1952536" cy="1098302"/>
          </a:xfrm>
          <a:prstGeom prst="rect">
            <a:avLst/>
          </a:prstGeom>
          <a:noFill/>
          <a:extLst>
            <a:ext uri="{909E8E84-426E-40DD-AFC4-6F175D3DCCD1}">
              <a14:hiddenFill xmlns:a14="http://schemas.microsoft.com/office/drawing/2010/main">
                <a:solidFill>
                  <a:srgbClr val="FFFFFF"/>
                </a:solidFill>
              </a14:hiddenFill>
            </a:ext>
          </a:extLst>
        </p:spPr>
      </p:pic>
      <p:pic>
        <p:nvPicPr>
          <p:cNvPr id="3" name="Picture 2" descr="BILL: Online bill payment &amp; receivables software">
            <a:extLst>
              <a:ext uri="{FF2B5EF4-FFF2-40B4-BE49-F238E27FC236}">
                <a16:creationId xmlns:a16="http://schemas.microsoft.com/office/drawing/2014/main" id="{70A3253E-E532-8999-1ACB-775DC9672CE9}"/>
              </a:ext>
            </a:extLst>
          </p:cNvPr>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8607888" y="298740"/>
            <a:ext cx="1007035" cy="664060"/>
          </a:xfrm>
          <a:prstGeom prst="rect">
            <a:avLst/>
          </a:prstGeom>
          <a:noFill/>
          <a:extLst>
            <a:ext uri="{909E8E84-426E-40DD-AFC4-6F175D3DCCD1}">
              <a14:hiddenFill xmlns:a14="http://schemas.microsoft.com/office/drawing/2010/main">
                <a:solidFill>
                  <a:srgbClr val="FFFFFF"/>
                </a:solidFill>
              </a14:hiddenFill>
            </a:ext>
          </a:extLst>
        </p:spPr>
      </p:pic>
      <p:cxnSp>
        <p:nvCxnSpPr>
          <p:cNvPr id="2" name="Google Shape;337;p2">
            <a:extLst>
              <a:ext uri="{FF2B5EF4-FFF2-40B4-BE49-F238E27FC236}">
                <a16:creationId xmlns:a16="http://schemas.microsoft.com/office/drawing/2014/main" id="{97362F63-85AB-B0ED-ACCB-EBFF80C68EB7}"/>
              </a:ext>
            </a:extLst>
          </p:cNvPr>
          <p:cNvCxnSpPr/>
          <p:nvPr/>
        </p:nvCxnSpPr>
        <p:spPr>
          <a:xfrm>
            <a:off x="415200" y="1129472"/>
            <a:ext cx="9243391" cy="0"/>
          </a:xfrm>
          <a:prstGeom prst="straightConnector1">
            <a:avLst/>
          </a:prstGeom>
          <a:noFill/>
          <a:ln w="38100" cap="flat" cmpd="sng">
            <a:solidFill>
              <a:srgbClr val="004C92"/>
            </a:solidFill>
            <a:prstDash val="solid"/>
            <a:miter lim="800000"/>
            <a:headEnd type="none" w="sm" len="sm"/>
            <a:tailEnd type="none" w="sm" len="sm"/>
          </a:ln>
        </p:spPr>
      </p:cxnSp>
      <p:sp>
        <p:nvSpPr>
          <p:cNvPr id="355" name="Google Shape;355;g1f353b082ab_0_15"/>
          <p:cNvSpPr txBox="1"/>
          <p:nvPr/>
        </p:nvSpPr>
        <p:spPr>
          <a:xfrm>
            <a:off x="5826425" y="1553989"/>
            <a:ext cx="3463500" cy="338514"/>
          </a:xfrm>
          <a:prstGeom prst="rect">
            <a:avLst/>
          </a:prstGeom>
          <a:solidFill>
            <a:schemeClr val="dk2"/>
          </a:solid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n-US" sz="1600">
                <a:solidFill>
                  <a:schemeClr val="lt1"/>
                </a:solidFill>
                <a:latin typeface="Garamond"/>
                <a:ea typeface="Garamond"/>
                <a:cs typeface="Garamond"/>
                <a:sym typeface="Garamond"/>
              </a:rPr>
              <a:t>Players in SMB-MMB Space</a:t>
            </a:r>
            <a:endParaRPr sz="1600">
              <a:solidFill>
                <a:schemeClr val="lt1"/>
              </a:solidFill>
              <a:latin typeface="Garamond"/>
              <a:ea typeface="Garamond"/>
              <a:cs typeface="Garamond"/>
              <a:sym typeface="Garamond"/>
            </a:endParaRPr>
          </a:p>
        </p:txBody>
      </p:sp>
      <p:sp>
        <p:nvSpPr>
          <p:cNvPr id="4" name="Text Placeholder 3">
            <a:extLst>
              <a:ext uri="{FF2B5EF4-FFF2-40B4-BE49-F238E27FC236}">
                <a16:creationId xmlns:a16="http://schemas.microsoft.com/office/drawing/2014/main" id="{DEBED6C8-9A66-693B-05AD-0E2DB7618304}"/>
              </a:ext>
            </a:extLst>
          </p:cNvPr>
          <p:cNvSpPr txBox="1">
            <a:spLocks/>
          </p:cNvSpPr>
          <p:nvPr/>
        </p:nvSpPr>
        <p:spPr>
          <a:xfrm>
            <a:off x="457200" y="1129472"/>
            <a:ext cx="9144000" cy="355600"/>
          </a:xfrm>
          <a:prstGeom prst="rect">
            <a:avLst/>
          </a:prstGeom>
        </p:spPr>
        <p:txBody>
          <a:bodyPr/>
          <a:lstStyle>
            <a:lvl1pPr marL="171450" indent="-171450" algn="l" defTabSz="1005840" rtl="0" eaLnBrk="1" latinLnBrk="0" hangingPunct="1">
              <a:lnSpc>
                <a:spcPct val="90000"/>
              </a:lnSpc>
              <a:spcBef>
                <a:spcPts val="1100"/>
              </a:spcBef>
              <a:buClr>
                <a:srgbClr val="1E1F49"/>
              </a:buClr>
              <a:buSzPct val="90000"/>
              <a:buFont typeface="Wingdings" pitchFamily="2" charset="2"/>
              <a:buChar char="§"/>
              <a:tabLst/>
              <a:defRPr sz="1800" kern="1200">
                <a:solidFill>
                  <a:schemeClr val="tx1"/>
                </a:solidFill>
                <a:latin typeface="Garamond" panose="02020404030301010803" pitchFamily="18" charset="0"/>
                <a:ea typeface="+mn-ea"/>
                <a:cs typeface="+mn-cs"/>
              </a:defRPr>
            </a:lvl1pPr>
            <a:lvl2pPr marL="344488" indent="-173038" algn="l" defTabSz="1005840" rtl="0" eaLnBrk="1" latinLnBrk="0" hangingPunct="1">
              <a:lnSpc>
                <a:spcPct val="90000"/>
              </a:lnSpc>
              <a:spcBef>
                <a:spcPts val="550"/>
              </a:spcBef>
              <a:buClr>
                <a:srgbClr val="1E1F49"/>
              </a:buClr>
              <a:buSzPct val="90000"/>
              <a:buFont typeface=".Hiragino Kaku Gothic Interface W3"/>
              <a:buChar char="▫"/>
              <a:tabLst/>
              <a:defRPr sz="1800" kern="1200">
                <a:solidFill>
                  <a:schemeClr val="tx1"/>
                </a:solidFill>
                <a:latin typeface="Garamond" panose="02020404030301010803" pitchFamily="18" charset="0"/>
                <a:ea typeface="+mn-ea"/>
                <a:cs typeface="+mn-cs"/>
              </a:defRPr>
            </a:lvl2pPr>
            <a:lvl3pPr marL="517525" indent="-173038" algn="l" defTabSz="1005840" rtl="0" eaLnBrk="1" latinLnBrk="0" hangingPunct="1">
              <a:lnSpc>
                <a:spcPct val="90000"/>
              </a:lnSpc>
              <a:spcBef>
                <a:spcPts val="550"/>
              </a:spcBef>
              <a:buClr>
                <a:srgbClr val="1E1F49"/>
              </a:buClr>
              <a:buSzPct val="90000"/>
              <a:buFont typeface="Arial" panose="020B0604020202020204" pitchFamily="34" charset="0"/>
              <a:buChar char="•"/>
              <a:tabLst/>
              <a:defRPr sz="1800" kern="1200">
                <a:solidFill>
                  <a:schemeClr val="tx1"/>
                </a:solidFill>
                <a:latin typeface="Garamond" panose="02020404030301010803" pitchFamily="18" charset="0"/>
                <a:ea typeface="+mn-ea"/>
                <a:cs typeface="+mn-cs"/>
              </a:defRPr>
            </a:lvl3pPr>
            <a:lvl4pPr marL="690563" indent="-173038" algn="l" defTabSz="1005840" rtl="0" eaLnBrk="1" latinLnBrk="0" hangingPunct="1">
              <a:lnSpc>
                <a:spcPct val="90000"/>
              </a:lnSpc>
              <a:spcBef>
                <a:spcPts val="550"/>
              </a:spcBef>
              <a:buClr>
                <a:srgbClr val="1E1F49"/>
              </a:buClr>
              <a:buSzPct val="90000"/>
              <a:buFont typeface="Arial" panose="020B0604020202020204" pitchFamily="34" charset="0"/>
              <a:buChar char="•"/>
              <a:tabLst/>
              <a:defRPr sz="1800" kern="1200">
                <a:solidFill>
                  <a:schemeClr val="tx1"/>
                </a:solidFill>
                <a:latin typeface="Garamond" panose="02020404030301010803" pitchFamily="18" charset="0"/>
                <a:ea typeface="+mn-ea"/>
                <a:cs typeface="+mn-cs"/>
              </a:defRPr>
            </a:lvl4pPr>
            <a:lvl5pPr marL="863600" indent="-173038" algn="l" defTabSz="1005840" rtl="0" eaLnBrk="1" latinLnBrk="0" hangingPunct="1">
              <a:lnSpc>
                <a:spcPct val="90000"/>
              </a:lnSpc>
              <a:spcBef>
                <a:spcPts val="550"/>
              </a:spcBef>
              <a:buClr>
                <a:srgbClr val="1E1F49"/>
              </a:buClr>
              <a:buSzPct val="90000"/>
              <a:buFont typeface="Arial" panose="020B0604020202020204" pitchFamily="34" charset="0"/>
              <a:buChar char="•"/>
              <a:tabLst/>
              <a:defRPr sz="1800" kern="1200">
                <a:solidFill>
                  <a:schemeClr val="tx1"/>
                </a:solidFill>
                <a:latin typeface="Garamond" panose="02020404030301010803" pitchFamily="18" charset="0"/>
                <a:ea typeface="+mn-ea"/>
                <a:cs typeface="+mn-cs"/>
              </a:defRPr>
            </a:lvl5pPr>
            <a:lvl6pPr marL="2766060" indent="-251460" algn="l" defTabSz="1005840" rtl="0" eaLnBrk="1" latinLnBrk="0" hangingPunct="1">
              <a:lnSpc>
                <a:spcPct val="90000"/>
              </a:lnSpc>
              <a:spcBef>
                <a:spcPts val="550"/>
              </a:spcBef>
              <a:buFont typeface="Arial" panose="020B0604020202020204" pitchFamily="34" charset="0"/>
              <a:buChar char="•"/>
              <a:defRPr sz="1980" kern="1200">
                <a:solidFill>
                  <a:schemeClr val="tx1"/>
                </a:solidFill>
                <a:latin typeface="+mn-lt"/>
                <a:ea typeface="+mn-ea"/>
                <a:cs typeface="+mn-cs"/>
              </a:defRPr>
            </a:lvl6pPr>
            <a:lvl7pPr marL="3268980" indent="-251460" algn="l" defTabSz="1005840" rtl="0" eaLnBrk="1" latinLnBrk="0" hangingPunct="1">
              <a:lnSpc>
                <a:spcPct val="90000"/>
              </a:lnSpc>
              <a:spcBef>
                <a:spcPts val="550"/>
              </a:spcBef>
              <a:buFont typeface="Arial" panose="020B0604020202020204" pitchFamily="34" charset="0"/>
              <a:buChar char="•"/>
              <a:defRPr sz="1980" kern="1200">
                <a:solidFill>
                  <a:schemeClr val="tx1"/>
                </a:solidFill>
                <a:latin typeface="+mn-lt"/>
                <a:ea typeface="+mn-ea"/>
                <a:cs typeface="+mn-cs"/>
              </a:defRPr>
            </a:lvl7pPr>
            <a:lvl8pPr marL="3771900" indent="-251460" algn="l" defTabSz="1005840" rtl="0" eaLnBrk="1" latinLnBrk="0" hangingPunct="1">
              <a:lnSpc>
                <a:spcPct val="90000"/>
              </a:lnSpc>
              <a:spcBef>
                <a:spcPts val="550"/>
              </a:spcBef>
              <a:buFont typeface="Arial" panose="020B0604020202020204" pitchFamily="34" charset="0"/>
              <a:buChar char="•"/>
              <a:defRPr sz="1980" kern="1200">
                <a:solidFill>
                  <a:schemeClr val="tx1"/>
                </a:solidFill>
                <a:latin typeface="+mn-lt"/>
                <a:ea typeface="+mn-ea"/>
                <a:cs typeface="+mn-cs"/>
              </a:defRPr>
            </a:lvl8pPr>
            <a:lvl9pPr marL="4274820" indent="-251460" algn="l" defTabSz="1005840" rtl="0" eaLnBrk="1" latinLnBrk="0" hangingPunct="1">
              <a:lnSpc>
                <a:spcPct val="90000"/>
              </a:lnSpc>
              <a:spcBef>
                <a:spcPts val="550"/>
              </a:spcBef>
              <a:buFont typeface="Arial" panose="020B0604020202020204" pitchFamily="34" charset="0"/>
              <a:buChar char="•"/>
              <a:defRPr sz="1980" kern="1200">
                <a:solidFill>
                  <a:schemeClr val="tx1"/>
                </a:solidFill>
                <a:latin typeface="+mn-lt"/>
                <a:ea typeface="+mn-ea"/>
                <a:cs typeface="+mn-cs"/>
              </a:defRPr>
            </a:lvl9pPr>
          </a:lstStyle>
          <a:p>
            <a:pPr marL="0" indent="0">
              <a:buNone/>
            </a:pPr>
            <a:r>
              <a:rPr lang="en-US" i="1" dirty="0"/>
              <a:t>BILL is well-positioned to lead in a historically underserved, untapped market.</a:t>
            </a:r>
          </a:p>
        </p:txBody>
      </p:sp>
      <p:sp>
        <p:nvSpPr>
          <p:cNvPr id="7" name="Google Shape;336;p2">
            <a:extLst>
              <a:ext uri="{FF2B5EF4-FFF2-40B4-BE49-F238E27FC236}">
                <a16:creationId xmlns:a16="http://schemas.microsoft.com/office/drawing/2014/main" id="{59AC8275-0793-1B9C-E8A2-BFB6453AF396}"/>
              </a:ext>
            </a:extLst>
          </p:cNvPr>
          <p:cNvSpPr txBox="1">
            <a:spLocks noGrp="1"/>
          </p:cNvSpPr>
          <p:nvPr>
            <p:ph type="title"/>
          </p:nvPr>
        </p:nvSpPr>
        <p:spPr>
          <a:xfrm>
            <a:off x="443477" y="728946"/>
            <a:ext cx="9144000" cy="382893"/>
          </a:xfrm>
          <a:prstGeom prst="rect">
            <a:avLst/>
          </a:prstGeom>
          <a:noFill/>
          <a:ln>
            <a:noFill/>
          </a:ln>
        </p:spPr>
        <p:txBody>
          <a:bodyPr spcFirstLastPara="1" wrap="square" lIns="0" tIns="0" rIns="0" bIns="0" anchor="t" anchorCtr="0">
            <a:noAutofit/>
          </a:bodyPr>
          <a:lstStyle/>
          <a:p>
            <a:pPr marL="0" lvl="0" indent="0" algn="l" rtl="0">
              <a:lnSpc>
                <a:spcPct val="90000"/>
              </a:lnSpc>
              <a:spcBef>
                <a:spcPts val="0"/>
              </a:spcBef>
              <a:spcAft>
                <a:spcPts val="0"/>
              </a:spcAft>
              <a:buClr>
                <a:schemeClr val="dk1"/>
              </a:buClr>
              <a:buSzPts val="3200"/>
              <a:buFont typeface="Garamond"/>
              <a:buNone/>
            </a:pPr>
            <a:r>
              <a:rPr lang="en-US" sz="2800" dirty="0"/>
              <a:t>SMBs and MMBs Face Unique Problems</a:t>
            </a:r>
            <a:endParaRPr sz="2800" dirty="0"/>
          </a:p>
        </p:txBody>
      </p:sp>
      <p:sp>
        <p:nvSpPr>
          <p:cNvPr id="5" name="Content Placeholder 6">
            <a:extLst>
              <a:ext uri="{FF2B5EF4-FFF2-40B4-BE49-F238E27FC236}">
                <a16:creationId xmlns:a16="http://schemas.microsoft.com/office/drawing/2014/main" id="{3E75825A-38A2-31DA-B294-F8460638981F}"/>
              </a:ext>
            </a:extLst>
          </p:cNvPr>
          <p:cNvSpPr txBox="1">
            <a:spLocks/>
          </p:cNvSpPr>
          <p:nvPr/>
        </p:nvSpPr>
        <p:spPr>
          <a:xfrm>
            <a:off x="412456" y="1936553"/>
            <a:ext cx="5009399" cy="3116826"/>
          </a:xfrm>
          <a:prstGeom prst="rect">
            <a:avLst/>
          </a:prstGeom>
        </p:spPr>
        <p:txBody>
          <a:bodyPr>
            <a:noAutofit/>
          </a:bodyPr>
          <a:lstStyle>
            <a:lvl1pPr marL="171450" indent="-171450" algn="l" defTabSz="1005840" rtl="0" eaLnBrk="1" latinLnBrk="0" hangingPunct="1">
              <a:lnSpc>
                <a:spcPct val="90000"/>
              </a:lnSpc>
              <a:spcBef>
                <a:spcPts val="1100"/>
              </a:spcBef>
              <a:buClr>
                <a:srgbClr val="1E1F49"/>
              </a:buClr>
              <a:buSzPct val="90000"/>
              <a:buFont typeface="Wingdings" pitchFamily="2" charset="2"/>
              <a:buChar char="§"/>
              <a:tabLst/>
              <a:defRPr sz="1800" kern="1200">
                <a:solidFill>
                  <a:schemeClr val="tx1"/>
                </a:solidFill>
                <a:latin typeface="Garamond" panose="02020404030301010803" pitchFamily="18" charset="0"/>
                <a:ea typeface="+mn-ea"/>
                <a:cs typeface="+mn-cs"/>
              </a:defRPr>
            </a:lvl1pPr>
            <a:lvl2pPr marL="344488" indent="-173038" algn="l" defTabSz="1005840" rtl="0" eaLnBrk="1" latinLnBrk="0" hangingPunct="1">
              <a:lnSpc>
                <a:spcPct val="90000"/>
              </a:lnSpc>
              <a:spcBef>
                <a:spcPts val="550"/>
              </a:spcBef>
              <a:buClr>
                <a:srgbClr val="1E1F49"/>
              </a:buClr>
              <a:buSzPct val="90000"/>
              <a:buFont typeface=".Hiragino Kaku Gothic Interface W3"/>
              <a:buChar char="▫"/>
              <a:tabLst/>
              <a:defRPr sz="1800" kern="1200">
                <a:solidFill>
                  <a:schemeClr val="tx1"/>
                </a:solidFill>
                <a:latin typeface="Garamond" panose="02020404030301010803" pitchFamily="18" charset="0"/>
                <a:ea typeface="+mn-ea"/>
                <a:cs typeface="+mn-cs"/>
              </a:defRPr>
            </a:lvl2pPr>
            <a:lvl3pPr marL="517525" indent="-173038" algn="l" defTabSz="1005840" rtl="0" eaLnBrk="1" latinLnBrk="0" hangingPunct="1">
              <a:lnSpc>
                <a:spcPct val="90000"/>
              </a:lnSpc>
              <a:spcBef>
                <a:spcPts val="550"/>
              </a:spcBef>
              <a:buClr>
                <a:srgbClr val="1E1F49"/>
              </a:buClr>
              <a:buSzPct val="90000"/>
              <a:buFont typeface="Arial" panose="020B0604020202020204" pitchFamily="34" charset="0"/>
              <a:buChar char="•"/>
              <a:tabLst/>
              <a:defRPr sz="1800" kern="1200">
                <a:solidFill>
                  <a:schemeClr val="tx1"/>
                </a:solidFill>
                <a:latin typeface="Garamond" panose="02020404030301010803" pitchFamily="18" charset="0"/>
                <a:ea typeface="+mn-ea"/>
                <a:cs typeface="+mn-cs"/>
              </a:defRPr>
            </a:lvl3pPr>
            <a:lvl4pPr marL="690563" indent="-173038" algn="l" defTabSz="1005840" rtl="0" eaLnBrk="1" latinLnBrk="0" hangingPunct="1">
              <a:lnSpc>
                <a:spcPct val="90000"/>
              </a:lnSpc>
              <a:spcBef>
                <a:spcPts val="550"/>
              </a:spcBef>
              <a:buClr>
                <a:srgbClr val="1E1F49"/>
              </a:buClr>
              <a:buSzPct val="90000"/>
              <a:buFont typeface="Arial" panose="020B0604020202020204" pitchFamily="34" charset="0"/>
              <a:buChar char="•"/>
              <a:tabLst/>
              <a:defRPr sz="1800" kern="1200">
                <a:solidFill>
                  <a:schemeClr val="tx1"/>
                </a:solidFill>
                <a:latin typeface="Garamond" panose="02020404030301010803" pitchFamily="18" charset="0"/>
                <a:ea typeface="+mn-ea"/>
                <a:cs typeface="+mn-cs"/>
              </a:defRPr>
            </a:lvl4pPr>
            <a:lvl5pPr marL="863600" indent="-173038" algn="l" defTabSz="1005840" rtl="0" eaLnBrk="1" latinLnBrk="0" hangingPunct="1">
              <a:lnSpc>
                <a:spcPct val="90000"/>
              </a:lnSpc>
              <a:spcBef>
                <a:spcPts val="550"/>
              </a:spcBef>
              <a:buClr>
                <a:srgbClr val="1E1F49"/>
              </a:buClr>
              <a:buSzPct val="90000"/>
              <a:buFont typeface="Arial" panose="020B0604020202020204" pitchFamily="34" charset="0"/>
              <a:buChar char="•"/>
              <a:tabLst/>
              <a:defRPr sz="1800" kern="1200">
                <a:solidFill>
                  <a:schemeClr val="tx1"/>
                </a:solidFill>
                <a:latin typeface="Garamond" panose="02020404030301010803" pitchFamily="18" charset="0"/>
                <a:ea typeface="+mn-ea"/>
                <a:cs typeface="+mn-cs"/>
              </a:defRPr>
            </a:lvl5pPr>
            <a:lvl6pPr marL="2766060" indent="-251460" algn="l" defTabSz="1005840" rtl="0" eaLnBrk="1" latinLnBrk="0" hangingPunct="1">
              <a:lnSpc>
                <a:spcPct val="90000"/>
              </a:lnSpc>
              <a:spcBef>
                <a:spcPts val="550"/>
              </a:spcBef>
              <a:buFont typeface="Arial" panose="020B0604020202020204" pitchFamily="34" charset="0"/>
              <a:buChar char="•"/>
              <a:defRPr sz="1980" kern="1200">
                <a:solidFill>
                  <a:schemeClr val="tx1"/>
                </a:solidFill>
                <a:latin typeface="+mn-lt"/>
                <a:ea typeface="+mn-ea"/>
                <a:cs typeface="+mn-cs"/>
              </a:defRPr>
            </a:lvl6pPr>
            <a:lvl7pPr marL="3268980" indent="-251460" algn="l" defTabSz="1005840" rtl="0" eaLnBrk="1" latinLnBrk="0" hangingPunct="1">
              <a:lnSpc>
                <a:spcPct val="90000"/>
              </a:lnSpc>
              <a:spcBef>
                <a:spcPts val="550"/>
              </a:spcBef>
              <a:buFont typeface="Arial" panose="020B0604020202020204" pitchFamily="34" charset="0"/>
              <a:buChar char="•"/>
              <a:defRPr sz="1980" kern="1200">
                <a:solidFill>
                  <a:schemeClr val="tx1"/>
                </a:solidFill>
                <a:latin typeface="+mn-lt"/>
                <a:ea typeface="+mn-ea"/>
                <a:cs typeface="+mn-cs"/>
              </a:defRPr>
            </a:lvl7pPr>
            <a:lvl8pPr marL="3771900" indent="-251460" algn="l" defTabSz="1005840" rtl="0" eaLnBrk="1" latinLnBrk="0" hangingPunct="1">
              <a:lnSpc>
                <a:spcPct val="90000"/>
              </a:lnSpc>
              <a:spcBef>
                <a:spcPts val="550"/>
              </a:spcBef>
              <a:buFont typeface="Arial" panose="020B0604020202020204" pitchFamily="34" charset="0"/>
              <a:buChar char="•"/>
              <a:defRPr sz="1980" kern="1200">
                <a:solidFill>
                  <a:schemeClr val="tx1"/>
                </a:solidFill>
                <a:latin typeface="+mn-lt"/>
                <a:ea typeface="+mn-ea"/>
                <a:cs typeface="+mn-cs"/>
              </a:defRPr>
            </a:lvl8pPr>
            <a:lvl9pPr marL="4274820" indent="-251460" algn="l" defTabSz="1005840" rtl="0" eaLnBrk="1" latinLnBrk="0" hangingPunct="1">
              <a:lnSpc>
                <a:spcPct val="90000"/>
              </a:lnSpc>
              <a:spcBef>
                <a:spcPts val="550"/>
              </a:spcBef>
              <a:buFont typeface="Arial" panose="020B0604020202020204" pitchFamily="34" charset="0"/>
              <a:buChar char="•"/>
              <a:defRPr sz="1980" kern="1200">
                <a:solidFill>
                  <a:schemeClr val="tx1"/>
                </a:solidFill>
                <a:latin typeface="+mn-lt"/>
                <a:ea typeface="+mn-ea"/>
                <a:cs typeface="+mn-cs"/>
              </a:defRPr>
            </a:lvl9pPr>
          </a:lstStyle>
          <a:p>
            <a:pPr marL="285750" lvl="0" indent="-285750" rtl="0">
              <a:spcBef>
                <a:spcPts val="0"/>
              </a:spcBef>
              <a:spcAft>
                <a:spcPts val="0"/>
              </a:spcAft>
              <a:buFont typeface="Wingdings" pitchFamily="2" charset="2"/>
              <a:buChar char="§"/>
            </a:pPr>
            <a:r>
              <a:rPr lang="en-US" sz="1500" dirty="0">
                <a:latin typeface="Garamond"/>
                <a:ea typeface="Garamond"/>
                <a:cs typeface="Garamond"/>
                <a:sym typeface="Garamond"/>
              </a:rPr>
              <a:t>COVID-19 pandemic highlighted the need for cloud-based solutions as compared to previously used on-premise ones, pushing demand for strictly digital ERP products.</a:t>
            </a:r>
          </a:p>
          <a:p>
            <a:pPr marL="0" lvl="0" indent="0" rtl="0">
              <a:spcBef>
                <a:spcPts val="0"/>
              </a:spcBef>
              <a:spcAft>
                <a:spcPts val="0"/>
              </a:spcAft>
              <a:buNone/>
            </a:pPr>
            <a:endParaRPr lang="en-US" sz="1500" dirty="0">
              <a:latin typeface="Garamond"/>
              <a:ea typeface="Garamond"/>
              <a:cs typeface="Garamond"/>
              <a:sym typeface="Garamond"/>
            </a:endParaRPr>
          </a:p>
          <a:p>
            <a:pPr marL="285750" lvl="0" indent="-285750" rtl="0">
              <a:spcBef>
                <a:spcPts val="0"/>
              </a:spcBef>
              <a:spcAft>
                <a:spcPts val="0"/>
              </a:spcAft>
              <a:buFont typeface="Wingdings" pitchFamily="2" charset="2"/>
              <a:buChar char="§"/>
            </a:pPr>
            <a:r>
              <a:rPr lang="en-US" sz="1500" dirty="0">
                <a:latin typeface="Garamond"/>
                <a:ea typeface="Garamond"/>
                <a:cs typeface="Garamond"/>
                <a:sym typeface="Garamond"/>
              </a:rPr>
              <a:t>Middle markets and small businesses feature hundreds of accounting systems and integrations across sub-industries, resulting in many complex sub-verticals and highly specific accounting and compliance requirements.</a:t>
            </a:r>
          </a:p>
          <a:p>
            <a:pPr lvl="1"/>
            <a:r>
              <a:rPr lang="en-US" sz="1500" dirty="0"/>
              <a:t>Costs related to AP/AR workflows can be a significant component of administrative expenses due to lower economies of scale, making them turn to payment solutions for cost savings. </a:t>
            </a:r>
          </a:p>
          <a:p>
            <a:r>
              <a:rPr lang="en-US" sz="1500" dirty="0">
                <a:latin typeface="Garamond"/>
                <a:ea typeface="Garamond"/>
                <a:cs typeface="Garamond"/>
                <a:sym typeface="Garamond"/>
              </a:rPr>
              <a:t>MMBs are largely underserved by existing payment processing software solutions. A few key providers serve large enterprise buyers and SMBs, but MMBs are served by highly fragmented market of software solutions and ERPs, resulting in overwhelming diversity of accounting systems in today’s market.</a:t>
            </a:r>
          </a:p>
          <a:p>
            <a:endParaRPr lang="en-US" sz="1500" dirty="0"/>
          </a:p>
        </p:txBody>
      </p:sp>
      <p:pic>
        <p:nvPicPr>
          <p:cNvPr id="2050" name="Picture 2" descr="Open photo">
            <a:extLst>
              <a:ext uri="{FF2B5EF4-FFF2-40B4-BE49-F238E27FC236}">
                <a16:creationId xmlns:a16="http://schemas.microsoft.com/office/drawing/2014/main" id="{28D08E72-A548-F922-3BBB-A74B01920F9E}"/>
              </a:ext>
            </a:extLst>
          </p:cNvPr>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8103754" y="2031285"/>
            <a:ext cx="1573762" cy="2091581"/>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368"/>
        <p:cNvGrpSpPr/>
        <p:nvPr/>
      </p:nvGrpSpPr>
      <p:grpSpPr>
        <a:xfrm>
          <a:off x="0" y="0"/>
          <a:ext cx="0" cy="0"/>
          <a:chOff x="0" y="0"/>
          <a:chExt cx="0" cy="0"/>
        </a:xfrm>
      </p:grpSpPr>
      <p:sp>
        <p:nvSpPr>
          <p:cNvPr id="372" name="Google Shape;372;g211821db1b7_0_11"/>
          <p:cNvSpPr txBox="1"/>
          <p:nvPr/>
        </p:nvSpPr>
        <p:spPr>
          <a:xfrm>
            <a:off x="477050" y="1919772"/>
            <a:ext cx="3724200" cy="5170606"/>
          </a:xfrm>
          <a:prstGeom prst="rect">
            <a:avLst/>
          </a:prstGeom>
          <a:noFill/>
          <a:ln>
            <a:noFill/>
          </a:ln>
        </p:spPr>
        <p:txBody>
          <a:bodyPr spcFirstLastPara="1" wrap="square" lIns="91425" tIns="45700" rIns="91425" bIns="45700" anchor="t" anchorCtr="0">
            <a:spAutoFit/>
          </a:bodyPr>
          <a:lstStyle/>
          <a:p>
            <a:pPr marL="298450" marR="0" lvl="0" indent="-285750" algn="l" rtl="0">
              <a:spcBef>
                <a:spcPts val="0"/>
              </a:spcBef>
              <a:spcAft>
                <a:spcPts val="0"/>
              </a:spcAft>
              <a:buClr>
                <a:schemeClr val="dk1"/>
              </a:buClr>
              <a:buSzPts val="1600"/>
              <a:buFont typeface="Wingdings" pitchFamily="2" charset="2"/>
              <a:buChar char="§"/>
            </a:pPr>
            <a:r>
              <a:rPr lang="en-US" sz="1500" dirty="0">
                <a:solidFill>
                  <a:schemeClr val="dk1"/>
                </a:solidFill>
                <a:latin typeface="Garamond"/>
                <a:ea typeface="Garamond"/>
                <a:cs typeface="Garamond"/>
                <a:sym typeface="Garamond"/>
              </a:rPr>
              <a:t>The acquisition of Divvy positions BILL well in expense management space, which is adjacent to the invoice processing and automation</a:t>
            </a:r>
            <a:endParaRPr sz="1500" dirty="0">
              <a:solidFill>
                <a:schemeClr val="dk1"/>
              </a:solidFill>
              <a:latin typeface="Garamond"/>
              <a:ea typeface="Garamond"/>
              <a:cs typeface="Garamond"/>
              <a:sym typeface="Garamond"/>
            </a:endParaRPr>
          </a:p>
          <a:p>
            <a:pPr marL="304800" marR="0" lvl="0" indent="-285750" algn="l" rtl="0">
              <a:spcBef>
                <a:spcPts val="0"/>
              </a:spcBef>
              <a:spcAft>
                <a:spcPts val="0"/>
              </a:spcAft>
              <a:buClr>
                <a:schemeClr val="dk1"/>
              </a:buClr>
              <a:buSzPts val="1500"/>
              <a:buFont typeface="Wingdings" pitchFamily="2" charset="2"/>
              <a:buChar char="§"/>
            </a:pPr>
            <a:r>
              <a:rPr lang="en-US" sz="1500" dirty="0">
                <a:solidFill>
                  <a:schemeClr val="dk1"/>
                </a:solidFill>
                <a:latin typeface="Garamond"/>
                <a:ea typeface="Garamond"/>
                <a:cs typeface="Garamond"/>
                <a:sym typeface="Garamond"/>
              </a:rPr>
              <a:t>Still, BILL will not be the first business in the shared space, second to SAP Concur and Coupa</a:t>
            </a:r>
            <a:endParaRPr sz="1500" dirty="0">
              <a:solidFill>
                <a:schemeClr val="dk1"/>
              </a:solidFill>
              <a:latin typeface="Garamond"/>
              <a:ea typeface="Garamond"/>
              <a:cs typeface="Garamond"/>
              <a:sym typeface="Garamond"/>
            </a:endParaRPr>
          </a:p>
          <a:p>
            <a:pPr marL="304800" marR="0" lvl="0" indent="-285750" algn="l" rtl="0">
              <a:spcBef>
                <a:spcPts val="0"/>
              </a:spcBef>
              <a:spcAft>
                <a:spcPts val="0"/>
              </a:spcAft>
              <a:buClr>
                <a:schemeClr val="dk1"/>
              </a:buClr>
              <a:buSzPts val="1500"/>
              <a:buFont typeface="Wingdings" pitchFamily="2" charset="2"/>
              <a:buChar char="§"/>
            </a:pPr>
            <a:r>
              <a:rPr lang="en-US" sz="1500" dirty="0">
                <a:solidFill>
                  <a:schemeClr val="dk1"/>
                </a:solidFill>
                <a:latin typeface="Garamond"/>
                <a:ea typeface="Garamond"/>
                <a:cs typeface="Garamond"/>
                <a:sym typeface="Garamond"/>
              </a:rPr>
              <a:t>Divvy’s integration enables BILL to expand its platform towards expense management, taking advantage of the corporate trend to shift towards real-time, same-day payments with virtual and physical charge cards</a:t>
            </a:r>
            <a:endParaRPr sz="1500" dirty="0">
              <a:solidFill>
                <a:schemeClr val="dk1"/>
              </a:solidFill>
              <a:latin typeface="Garamond"/>
              <a:ea typeface="Garamond"/>
              <a:cs typeface="Garamond"/>
              <a:sym typeface="Garamond"/>
            </a:endParaRPr>
          </a:p>
          <a:p>
            <a:pPr marL="304800" marR="0" lvl="0" indent="-285750" algn="l" rtl="0">
              <a:spcBef>
                <a:spcPts val="0"/>
              </a:spcBef>
              <a:spcAft>
                <a:spcPts val="0"/>
              </a:spcAft>
              <a:buClr>
                <a:schemeClr val="dk1"/>
              </a:buClr>
              <a:buSzPts val="1500"/>
              <a:buFont typeface="Wingdings" pitchFamily="2" charset="2"/>
              <a:buChar char="§"/>
            </a:pPr>
            <a:r>
              <a:rPr lang="en-US" sz="1500" dirty="0">
                <a:solidFill>
                  <a:schemeClr val="dk1"/>
                </a:solidFill>
                <a:latin typeface="Garamond"/>
                <a:ea typeface="Garamond"/>
                <a:cs typeface="Garamond"/>
                <a:sym typeface="Garamond"/>
              </a:rPr>
              <a:t>Other Divvy’s competitors in expense management space include Ramp, </a:t>
            </a:r>
            <a:r>
              <a:rPr lang="en-US" sz="1500" dirty="0" err="1">
                <a:solidFill>
                  <a:schemeClr val="dk1"/>
                </a:solidFill>
                <a:latin typeface="Garamond"/>
                <a:ea typeface="Garamond"/>
                <a:cs typeface="Garamond"/>
                <a:sym typeface="Garamond"/>
              </a:rPr>
              <a:t>Rydoo</a:t>
            </a:r>
            <a:r>
              <a:rPr lang="en-US" sz="1500" dirty="0">
                <a:solidFill>
                  <a:schemeClr val="dk1"/>
                </a:solidFill>
                <a:latin typeface="Garamond"/>
                <a:ea typeface="Garamond"/>
                <a:cs typeface="Garamond"/>
                <a:sym typeface="Garamond"/>
              </a:rPr>
              <a:t>, </a:t>
            </a:r>
            <a:r>
              <a:rPr lang="en-US" sz="1500" dirty="0" err="1">
                <a:solidFill>
                  <a:schemeClr val="dk1"/>
                </a:solidFill>
                <a:latin typeface="Garamond"/>
                <a:ea typeface="Garamond"/>
                <a:cs typeface="Garamond"/>
                <a:sym typeface="Garamond"/>
              </a:rPr>
              <a:t>Circula</a:t>
            </a:r>
            <a:r>
              <a:rPr lang="en-US" sz="1500" dirty="0">
                <a:solidFill>
                  <a:schemeClr val="dk1"/>
                </a:solidFill>
                <a:latin typeface="Garamond"/>
                <a:ea typeface="Garamond"/>
                <a:cs typeface="Garamond"/>
                <a:sym typeface="Garamond"/>
              </a:rPr>
              <a:t>, and </a:t>
            </a:r>
            <a:r>
              <a:rPr lang="en-US" sz="1500" dirty="0" err="1">
                <a:solidFill>
                  <a:schemeClr val="dk1"/>
                </a:solidFill>
                <a:latin typeface="Garamond"/>
                <a:ea typeface="Garamond"/>
                <a:cs typeface="Garamond"/>
                <a:sym typeface="Garamond"/>
              </a:rPr>
              <a:t>Payhawk</a:t>
            </a:r>
            <a:endParaRPr sz="1500" dirty="0">
              <a:solidFill>
                <a:schemeClr val="dk1"/>
              </a:solidFill>
              <a:latin typeface="Garamond"/>
              <a:ea typeface="Garamond"/>
              <a:cs typeface="Garamond"/>
              <a:sym typeface="Garamond"/>
            </a:endParaRPr>
          </a:p>
          <a:p>
            <a:pPr marL="304800" marR="0" lvl="0" indent="-285750" algn="l" rtl="0">
              <a:spcBef>
                <a:spcPts val="0"/>
              </a:spcBef>
              <a:spcAft>
                <a:spcPts val="0"/>
              </a:spcAft>
              <a:buClr>
                <a:schemeClr val="dk1"/>
              </a:buClr>
              <a:buSzPts val="1500"/>
              <a:buFont typeface="Wingdings" pitchFamily="2" charset="2"/>
              <a:buChar char="§"/>
            </a:pPr>
            <a:r>
              <a:rPr lang="en-US" sz="1500" dirty="0">
                <a:solidFill>
                  <a:schemeClr val="dk1"/>
                </a:solidFill>
                <a:latin typeface="Garamond"/>
                <a:ea typeface="Garamond"/>
                <a:cs typeface="Garamond"/>
                <a:sym typeface="Garamond"/>
              </a:rPr>
              <a:t>The industry in general is more mature than AP/AR automation; currently at $6BB and projected to grow at 9% CAGR</a:t>
            </a:r>
          </a:p>
          <a:p>
            <a:pPr marL="304800" marR="0" lvl="0" indent="-285750" algn="l" rtl="0">
              <a:spcBef>
                <a:spcPts val="0"/>
              </a:spcBef>
              <a:spcAft>
                <a:spcPts val="0"/>
              </a:spcAft>
              <a:buClr>
                <a:schemeClr val="dk1"/>
              </a:buClr>
              <a:buSzPts val="1500"/>
              <a:buFont typeface="Wingdings" pitchFamily="2" charset="2"/>
              <a:buChar char="§"/>
            </a:pPr>
            <a:r>
              <a:rPr lang="en-US" sz="1500" dirty="0">
                <a:solidFill>
                  <a:schemeClr val="dk1"/>
                </a:solidFill>
                <a:latin typeface="Garamond"/>
                <a:ea typeface="Garamond"/>
                <a:cs typeface="Garamond"/>
                <a:sym typeface="Garamond"/>
              </a:rPr>
              <a:t>Space dynamics similar to AP/AR automation - 43% of business still use traditional pen and paper methods, which suggests a huge untapped market</a:t>
            </a:r>
            <a:endParaRPr sz="1500" dirty="0">
              <a:solidFill>
                <a:schemeClr val="dk1"/>
              </a:solidFill>
              <a:latin typeface="Garamond"/>
              <a:ea typeface="Garamond"/>
              <a:cs typeface="Garamond"/>
              <a:sym typeface="Garamond"/>
            </a:endParaRPr>
          </a:p>
        </p:txBody>
      </p:sp>
      <p:sp>
        <p:nvSpPr>
          <p:cNvPr id="373" name="Google Shape;373;g211821db1b7_0_11"/>
          <p:cNvSpPr txBox="1"/>
          <p:nvPr/>
        </p:nvSpPr>
        <p:spPr>
          <a:xfrm>
            <a:off x="4433950" y="1533516"/>
            <a:ext cx="5147400" cy="338514"/>
          </a:xfrm>
          <a:prstGeom prst="rect">
            <a:avLst/>
          </a:prstGeom>
          <a:solidFill>
            <a:schemeClr val="dk2"/>
          </a:solid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n-US" sz="1600" dirty="0">
                <a:solidFill>
                  <a:schemeClr val="lt1"/>
                </a:solidFill>
                <a:latin typeface="Garamond"/>
                <a:ea typeface="Garamond"/>
                <a:cs typeface="Garamond"/>
                <a:sym typeface="Garamond"/>
              </a:rPr>
              <a:t>Players Attack the AP/AR Automation Differently</a:t>
            </a:r>
            <a:endParaRPr sz="1600" dirty="0">
              <a:solidFill>
                <a:schemeClr val="lt1"/>
              </a:solidFill>
              <a:latin typeface="Garamond"/>
              <a:ea typeface="Garamond"/>
              <a:cs typeface="Garamond"/>
              <a:sym typeface="Garamond"/>
            </a:endParaRPr>
          </a:p>
        </p:txBody>
      </p:sp>
      <p:sp>
        <p:nvSpPr>
          <p:cNvPr id="374" name="Google Shape;374;g211821db1b7_0_11"/>
          <p:cNvSpPr txBox="1"/>
          <p:nvPr/>
        </p:nvSpPr>
        <p:spPr>
          <a:xfrm>
            <a:off x="4433950" y="1941971"/>
            <a:ext cx="5147400" cy="3785611"/>
          </a:xfrm>
          <a:prstGeom prst="rect">
            <a:avLst/>
          </a:prstGeom>
          <a:noFill/>
          <a:ln>
            <a:noFill/>
          </a:ln>
        </p:spPr>
        <p:txBody>
          <a:bodyPr spcFirstLastPara="1" wrap="square" lIns="91425" tIns="45700" rIns="91425" bIns="45700" anchor="t" anchorCtr="0">
            <a:spAutoFit/>
          </a:bodyPr>
          <a:lstStyle/>
          <a:p>
            <a:pPr marL="285750" marR="0" lvl="0" indent="-273050" algn="l" rtl="0">
              <a:spcBef>
                <a:spcPts val="0"/>
              </a:spcBef>
              <a:spcAft>
                <a:spcPts val="0"/>
              </a:spcAft>
              <a:buClr>
                <a:schemeClr val="dk1"/>
              </a:buClr>
              <a:buSzPts val="1600"/>
              <a:buFont typeface="Garamond"/>
              <a:buChar char="▪"/>
            </a:pPr>
            <a:r>
              <a:rPr lang="en-US" sz="1600" dirty="0">
                <a:solidFill>
                  <a:schemeClr val="dk1"/>
                </a:solidFill>
                <a:latin typeface="Garamond"/>
                <a:ea typeface="Garamond"/>
                <a:cs typeface="Garamond"/>
                <a:sym typeface="Garamond"/>
              </a:rPr>
              <a:t>In general, the industry is separated in two categories: strictly AP/AR automation with some horizontal integration and full-scale ERP platforms</a:t>
            </a:r>
            <a:endParaRPr sz="1600" dirty="0">
              <a:solidFill>
                <a:schemeClr val="dk1"/>
              </a:solidFill>
              <a:latin typeface="Garamond"/>
              <a:ea typeface="Garamond"/>
              <a:cs typeface="Garamond"/>
              <a:sym typeface="Garamond"/>
            </a:endParaRPr>
          </a:p>
          <a:p>
            <a:pPr marL="298450" marR="0" lvl="0" indent="-285750" algn="l" rtl="0">
              <a:spcBef>
                <a:spcPts val="0"/>
              </a:spcBef>
              <a:spcAft>
                <a:spcPts val="0"/>
              </a:spcAft>
              <a:buClr>
                <a:schemeClr val="dk1"/>
              </a:buClr>
              <a:buSzPts val="1600"/>
              <a:buFont typeface="Wingdings" pitchFamily="2" charset="2"/>
              <a:buChar char="§"/>
            </a:pPr>
            <a:r>
              <a:rPr lang="en-US" sz="1600" dirty="0">
                <a:solidFill>
                  <a:schemeClr val="dk1"/>
                </a:solidFill>
                <a:latin typeface="Garamond"/>
                <a:ea typeface="Garamond"/>
                <a:cs typeface="Garamond"/>
                <a:sym typeface="Garamond"/>
              </a:rPr>
              <a:t>Additional categories include microbusiness, SMBs, and MMBs and enterprises; little-to-no movement across the categories to other clientele groups</a:t>
            </a:r>
          </a:p>
          <a:p>
            <a:pPr marL="298450" indent="-285750">
              <a:buClr>
                <a:schemeClr val="dk1"/>
              </a:buClr>
              <a:buSzPts val="1600"/>
              <a:buFont typeface="Wingdings" pitchFamily="2" charset="2"/>
              <a:buChar char="§"/>
            </a:pPr>
            <a:r>
              <a:rPr lang="en-US" sz="1600" dirty="0">
                <a:latin typeface="Garamond"/>
                <a:ea typeface="Garamond"/>
                <a:cs typeface="Garamond"/>
                <a:sym typeface="Garamond"/>
              </a:rPr>
              <a:t>Coupa’s ERP platform &amp; acquisition strategy emphasizes suite synergy across supply chain planning and general spend management. </a:t>
            </a:r>
            <a:r>
              <a:rPr lang="en-US" sz="1600" dirty="0" err="1">
                <a:latin typeface="Garamond"/>
                <a:ea typeface="Garamond"/>
                <a:cs typeface="Garamond"/>
                <a:sym typeface="Garamond"/>
              </a:rPr>
              <a:t>AvidXChange</a:t>
            </a:r>
            <a:r>
              <a:rPr lang="en-US" sz="1600" dirty="0">
                <a:latin typeface="Garamond"/>
                <a:ea typeface="Garamond"/>
                <a:cs typeface="Garamond"/>
                <a:sym typeface="Garamond"/>
              </a:rPr>
              <a:t>, on the other side, does not offer a full suite, but instead banks on network effects of </a:t>
            </a:r>
            <a:r>
              <a:rPr lang="en-US" sz="1600" dirty="0" err="1">
                <a:latin typeface="Garamond"/>
                <a:ea typeface="Garamond"/>
                <a:cs typeface="Garamond"/>
                <a:sym typeface="Garamond"/>
              </a:rPr>
              <a:t>AvidPay</a:t>
            </a:r>
            <a:r>
              <a:rPr lang="en-US" sz="1600" dirty="0">
                <a:latin typeface="Garamond"/>
                <a:ea typeface="Garamond"/>
                <a:cs typeface="Garamond"/>
                <a:sym typeface="Garamond"/>
              </a:rPr>
              <a:t> Network and the ease of use via their servers, as they operate on cloud-only mode.</a:t>
            </a:r>
          </a:p>
          <a:p>
            <a:pPr marL="12700" marR="0" lvl="0" algn="l" rtl="0">
              <a:spcBef>
                <a:spcPts val="0"/>
              </a:spcBef>
              <a:spcAft>
                <a:spcPts val="0"/>
              </a:spcAft>
              <a:buClr>
                <a:schemeClr val="dk1"/>
              </a:buClr>
              <a:buSzPts val="1600"/>
            </a:pPr>
            <a:endParaRPr lang="en-US" sz="1600" dirty="0">
              <a:solidFill>
                <a:schemeClr val="dk1"/>
              </a:solidFill>
              <a:latin typeface="Garamond"/>
              <a:ea typeface="Garamond"/>
              <a:cs typeface="Garamond"/>
              <a:sym typeface="Garamond"/>
            </a:endParaRPr>
          </a:p>
          <a:p>
            <a:pPr marL="0" marR="0" lvl="0" indent="0" algn="l" rtl="0">
              <a:spcBef>
                <a:spcPts val="0"/>
              </a:spcBef>
              <a:spcAft>
                <a:spcPts val="0"/>
              </a:spcAft>
              <a:buNone/>
            </a:pPr>
            <a:endParaRPr sz="1600" dirty="0">
              <a:solidFill>
                <a:schemeClr val="dk1"/>
              </a:solidFill>
              <a:latin typeface="Garamond"/>
              <a:ea typeface="Garamond"/>
              <a:cs typeface="Garamond"/>
              <a:sym typeface="Garamond"/>
            </a:endParaRPr>
          </a:p>
          <a:p>
            <a:pPr marL="0" marR="0" lvl="0" indent="0" algn="l" rtl="0">
              <a:spcBef>
                <a:spcPts val="0"/>
              </a:spcBef>
              <a:spcAft>
                <a:spcPts val="0"/>
              </a:spcAft>
              <a:buNone/>
            </a:pPr>
            <a:endParaRPr sz="1600" dirty="0">
              <a:solidFill>
                <a:schemeClr val="dk1"/>
              </a:solidFill>
              <a:latin typeface="Garamond"/>
              <a:ea typeface="Garamond"/>
              <a:cs typeface="Garamond"/>
              <a:sym typeface="Garamond"/>
            </a:endParaRPr>
          </a:p>
        </p:txBody>
      </p:sp>
      <p:pic>
        <p:nvPicPr>
          <p:cNvPr id="375" name="Google Shape;375;g211821db1b7_0_11"/>
          <p:cNvPicPr preferRelativeResize="0"/>
          <p:nvPr/>
        </p:nvPicPr>
        <p:blipFill rotWithShape="1">
          <a:blip r:embed="rId3">
            <a:alphaModFix/>
          </a:blip>
          <a:srcRect b="66078"/>
          <a:stretch/>
        </p:blipFill>
        <p:spPr>
          <a:xfrm>
            <a:off x="4438192" y="4983206"/>
            <a:ext cx="5217793" cy="2107172"/>
          </a:xfrm>
          <a:prstGeom prst="rect">
            <a:avLst/>
          </a:prstGeom>
          <a:noFill/>
          <a:ln>
            <a:noFill/>
          </a:ln>
        </p:spPr>
      </p:pic>
      <p:pic>
        <p:nvPicPr>
          <p:cNvPr id="3" name="Picture 2" descr="BILL: Online bill payment &amp; receivables software">
            <a:extLst>
              <a:ext uri="{FF2B5EF4-FFF2-40B4-BE49-F238E27FC236}">
                <a16:creationId xmlns:a16="http://schemas.microsoft.com/office/drawing/2014/main" id="{3F28B66F-5FB7-CEF8-E8E0-FD75C0198259}"/>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8607888" y="298740"/>
            <a:ext cx="1007035" cy="664060"/>
          </a:xfrm>
          <a:prstGeom prst="rect">
            <a:avLst/>
          </a:prstGeom>
          <a:noFill/>
          <a:extLst>
            <a:ext uri="{909E8E84-426E-40DD-AFC4-6F175D3DCCD1}">
              <a14:hiddenFill xmlns:a14="http://schemas.microsoft.com/office/drawing/2010/main">
                <a:solidFill>
                  <a:srgbClr val="FFFFFF"/>
                </a:solidFill>
              </a14:hiddenFill>
            </a:ext>
          </a:extLst>
        </p:spPr>
      </p:pic>
      <p:cxnSp>
        <p:nvCxnSpPr>
          <p:cNvPr id="4" name="Google Shape;337;p2">
            <a:extLst>
              <a:ext uri="{FF2B5EF4-FFF2-40B4-BE49-F238E27FC236}">
                <a16:creationId xmlns:a16="http://schemas.microsoft.com/office/drawing/2014/main" id="{FAD6CC42-AEDF-641F-5D8A-27FF2E94F66A}"/>
              </a:ext>
            </a:extLst>
          </p:cNvPr>
          <p:cNvCxnSpPr/>
          <p:nvPr/>
        </p:nvCxnSpPr>
        <p:spPr>
          <a:xfrm>
            <a:off x="415200" y="1129472"/>
            <a:ext cx="9243391" cy="0"/>
          </a:xfrm>
          <a:prstGeom prst="straightConnector1">
            <a:avLst/>
          </a:prstGeom>
          <a:noFill/>
          <a:ln w="38100" cap="flat" cmpd="sng">
            <a:solidFill>
              <a:srgbClr val="004C92"/>
            </a:solidFill>
            <a:prstDash val="solid"/>
            <a:miter lim="800000"/>
            <a:headEnd type="none" w="sm" len="sm"/>
            <a:tailEnd type="none" w="sm" len="sm"/>
          </a:ln>
        </p:spPr>
      </p:cxnSp>
      <p:sp>
        <p:nvSpPr>
          <p:cNvPr id="5" name="Text Placeholder 3">
            <a:extLst>
              <a:ext uri="{FF2B5EF4-FFF2-40B4-BE49-F238E27FC236}">
                <a16:creationId xmlns:a16="http://schemas.microsoft.com/office/drawing/2014/main" id="{ABF5FC6F-2685-4C82-9056-B7B6B5A196AE}"/>
              </a:ext>
            </a:extLst>
          </p:cNvPr>
          <p:cNvSpPr txBox="1">
            <a:spLocks/>
          </p:cNvSpPr>
          <p:nvPr/>
        </p:nvSpPr>
        <p:spPr>
          <a:xfrm>
            <a:off x="477050" y="1123514"/>
            <a:ext cx="9144000" cy="355600"/>
          </a:xfrm>
          <a:prstGeom prst="rect">
            <a:avLst/>
          </a:prstGeom>
        </p:spPr>
        <p:txBody>
          <a:bodyPr/>
          <a:lstStyle>
            <a:lvl1pPr marL="171450" indent="-171450" algn="l" defTabSz="1005840" rtl="0" eaLnBrk="1" latinLnBrk="0" hangingPunct="1">
              <a:lnSpc>
                <a:spcPct val="90000"/>
              </a:lnSpc>
              <a:spcBef>
                <a:spcPts val="1100"/>
              </a:spcBef>
              <a:buClr>
                <a:srgbClr val="1E1F49"/>
              </a:buClr>
              <a:buSzPct val="90000"/>
              <a:buFont typeface="Wingdings" pitchFamily="2" charset="2"/>
              <a:buChar char="§"/>
              <a:tabLst/>
              <a:defRPr sz="1800" kern="1200">
                <a:solidFill>
                  <a:schemeClr val="tx1"/>
                </a:solidFill>
                <a:latin typeface="Garamond" panose="02020404030301010803" pitchFamily="18" charset="0"/>
                <a:ea typeface="+mn-ea"/>
                <a:cs typeface="+mn-cs"/>
              </a:defRPr>
            </a:lvl1pPr>
            <a:lvl2pPr marL="344488" indent="-173038" algn="l" defTabSz="1005840" rtl="0" eaLnBrk="1" latinLnBrk="0" hangingPunct="1">
              <a:lnSpc>
                <a:spcPct val="90000"/>
              </a:lnSpc>
              <a:spcBef>
                <a:spcPts val="550"/>
              </a:spcBef>
              <a:buClr>
                <a:srgbClr val="1E1F49"/>
              </a:buClr>
              <a:buSzPct val="90000"/>
              <a:buFont typeface=".Hiragino Kaku Gothic Interface W3"/>
              <a:buChar char="▫"/>
              <a:tabLst/>
              <a:defRPr sz="1800" kern="1200">
                <a:solidFill>
                  <a:schemeClr val="tx1"/>
                </a:solidFill>
                <a:latin typeface="Garamond" panose="02020404030301010803" pitchFamily="18" charset="0"/>
                <a:ea typeface="+mn-ea"/>
                <a:cs typeface="+mn-cs"/>
              </a:defRPr>
            </a:lvl2pPr>
            <a:lvl3pPr marL="517525" indent="-173038" algn="l" defTabSz="1005840" rtl="0" eaLnBrk="1" latinLnBrk="0" hangingPunct="1">
              <a:lnSpc>
                <a:spcPct val="90000"/>
              </a:lnSpc>
              <a:spcBef>
                <a:spcPts val="550"/>
              </a:spcBef>
              <a:buClr>
                <a:srgbClr val="1E1F49"/>
              </a:buClr>
              <a:buSzPct val="90000"/>
              <a:buFont typeface="Arial" panose="020B0604020202020204" pitchFamily="34" charset="0"/>
              <a:buChar char="•"/>
              <a:tabLst/>
              <a:defRPr sz="1800" kern="1200">
                <a:solidFill>
                  <a:schemeClr val="tx1"/>
                </a:solidFill>
                <a:latin typeface="Garamond" panose="02020404030301010803" pitchFamily="18" charset="0"/>
                <a:ea typeface="+mn-ea"/>
                <a:cs typeface="+mn-cs"/>
              </a:defRPr>
            </a:lvl3pPr>
            <a:lvl4pPr marL="690563" indent="-173038" algn="l" defTabSz="1005840" rtl="0" eaLnBrk="1" latinLnBrk="0" hangingPunct="1">
              <a:lnSpc>
                <a:spcPct val="90000"/>
              </a:lnSpc>
              <a:spcBef>
                <a:spcPts val="550"/>
              </a:spcBef>
              <a:buClr>
                <a:srgbClr val="1E1F49"/>
              </a:buClr>
              <a:buSzPct val="90000"/>
              <a:buFont typeface="Arial" panose="020B0604020202020204" pitchFamily="34" charset="0"/>
              <a:buChar char="•"/>
              <a:tabLst/>
              <a:defRPr sz="1800" kern="1200">
                <a:solidFill>
                  <a:schemeClr val="tx1"/>
                </a:solidFill>
                <a:latin typeface="Garamond" panose="02020404030301010803" pitchFamily="18" charset="0"/>
                <a:ea typeface="+mn-ea"/>
                <a:cs typeface="+mn-cs"/>
              </a:defRPr>
            </a:lvl4pPr>
            <a:lvl5pPr marL="863600" indent="-173038" algn="l" defTabSz="1005840" rtl="0" eaLnBrk="1" latinLnBrk="0" hangingPunct="1">
              <a:lnSpc>
                <a:spcPct val="90000"/>
              </a:lnSpc>
              <a:spcBef>
                <a:spcPts val="550"/>
              </a:spcBef>
              <a:buClr>
                <a:srgbClr val="1E1F49"/>
              </a:buClr>
              <a:buSzPct val="90000"/>
              <a:buFont typeface="Arial" panose="020B0604020202020204" pitchFamily="34" charset="0"/>
              <a:buChar char="•"/>
              <a:tabLst/>
              <a:defRPr sz="1800" kern="1200">
                <a:solidFill>
                  <a:schemeClr val="tx1"/>
                </a:solidFill>
                <a:latin typeface="Garamond" panose="02020404030301010803" pitchFamily="18" charset="0"/>
                <a:ea typeface="+mn-ea"/>
                <a:cs typeface="+mn-cs"/>
              </a:defRPr>
            </a:lvl5pPr>
            <a:lvl6pPr marL="2766060" indent="-251460" algn="l" defTabSz="1005840" rtl="0" eaLnBrk="1" latinLnBrk="0" hangingPunct="1">
              <a:lnSpc>
                <a:spcPct val="90000"/>
              </a:lnSpc>
              <a:spcBef>
                <a:spcPts val="550"/>
              </a:spcBef>
              <a:buFont typeface="Arial" panose="020B0604020202020204" pitchFamily="34" charset="0"/>
              <a:buChar char="•"/>
              <a:defRPr sz="1980" kern="1200">
                <a:solidFill>
                  <a:schemeClr val="tx1"/>
                </a:solidFill>
                <a:latin typeface="+mn-lt"/>
                <a:ea typeface="+mn-ea"/>
                <a:cs typeface="+mn-cs"/>
              </a:defRPr>
            </a:lvl6pPr>
            <a:lvl7pPr marL="3268980" indent="-251460" algn="l" defTabSz="1005840" rtl="0" eaLnBrk="1" latinLnBrk="0" hangingPunct="1">
              <a:lnSpc>
                <a:spcPct val="90000"/>
              </a:lnSpc>
              <a:spcBef>
                <a:spcPts val="550"/>
              </a:spcBef>
              <a:buFont typeface="Arial" panose="020B0604020202020204" pitchFamily="34" charset="0"/>
              <a:buChar char="•"/>
              <a:defRPr sz="1980" kern="1200">
                <a:solidFill>
                  <a:schemeClr val="tx1"/>
                </a:solidFill>
                <a:latin typeface="+mn-lt"/>
                <a:ea typeface="+mn-ea"/>
                <a:cs typeface="+mn-cs"/>
              </a:defRPr>
            </a:lvl7pPr>
            <a:lvl8pPr marL="3771900" indent="-251460" algn="l" defTabSz="1005840" rtl="0" eaLnBrk="1" latinLnBrk="0" hangingPunct="1">
              <a:lnSpc>
                <a:spcPct val="90000"/>
              </a:lnSpc>
              <a:spcBef>
                <a:spcPts val="550"/>
              </a:spcBef>
              <a:buFont typeface="Arial" panose="020B0604020202020204" pitchFamily="34" charset="0"/>
              <a:buChar char="•"/>
              <a:defRPr sz="1980" kern="1200">
                <a:solidFill>
                  <a:schemeClr val="tx1"/>
                </a:solidFill>
                <a:latin typeface="+mn-lt"/>
                <a:ea typeface="+mn-ea"/>
                <a:cs typeface="+mn-cs"/>
              </a:defRPr>
            </a:lvl8pPr>
            <a:lvl9pPr marL="4274820" indent="-251460" algn="l" defTabSz="1005840" rtl="0" eaLnBrk="1" latinLnBrk="0" hangingPunct="1">
              <a:lnSpc>
                <a:spcPct val="90000"/>
              </a:lnSpc>
              <a:spcBef>
                <a:spcPts val="550"/>
              </a:spcBef>
              <a:buFont typeface="Arial" panose="020B0604020202020204" pitchFamily="34" charset="0"/>
              <a:buChar char="•"/>
              <a:defRPr sz="1980" kern="1200">
                <a:solidFill>
                  <a:schemeClr val="tx1"/>
                </a:solidFill>
                <a:latin typeface="+mn-lt"/>
                <a:ea typeface="+mn-ea"/>
                <a:cs typeface="+mn-cs"/>
              </a:defRPr>
            </a:lvl9pPr>
          </a:lstStyle>
          <a:p>
            <a:pPr marL="0" indent="0">
              <a:buNone/>
            </a:pPr>
            <a:r>
              <a:rPr lang="en-US" i="1" dirty="0"/>
              <a:t>The acquisition of Divvy is another step towards the full-suite ERP platform business model.</a:t>
            </a:r>
          </a:p>
        </p:txBody>
      </p:sp>
      <p:sp>
        <p:nvSpPr>
          <p:cNvPr id="8" name="Google Shape;336;p2">
            <a:extLst>
              <a:ext uri="{FF2B5EF4-FFF2-40B4-BE49-F238E27FC236}">
                <a16:creationId xmlns:a16="http://schemas.microsoft.com/office/drawing/2014/main" id="{FC7F618C-A3FC-5B1A-956E-A83B32CBE38A}"/>
              </a:ext>
            </a:extLst>
          </p:cNvPr>
          <p:cNvSpPr txBox="1">
            <a:spLocks noGrp="1"/>
          </p:cNvSpPr>
          <p:nvPr>
            <p:ph type="title"/>
          </p:nvPr>
        </p:nvSpPr>
        <p:spPr>
          <a:xfrm>
            <a:off x="443477" y="728946"/>
            <a:ext cx="9144000" cy="352205"/>
          </a:xfrm>
          <a:prstGeom prst="rect">
            <a:avLst/>
          </a:prstGeom>
          <a:noFill/>
          <a:ln>
            <a:noFill/>
          </a:ln>
        </p:spPr>
        <p:txBody>
          <a:bodyPr spcFirstLastPara="1" wrap="square" lIns="0" tIns="0" rIns="0" bIns="0" anchor="t" anchorCtr="0">
            <a:noAutofit/>
          </a:bodyPr>
          <a:lstStyle/>
          <a:p>
            <a:pPr marL="0" lvl="0" indent="0" algn="l" rtl="0">
              <a:lnSpc>
                <a:spcPct val="90000"/>
              </a:lnSpc>
              <a:spcBef>
                <a:spcPts val="0"/>
              </a:spcBef>
              <a:spcAft>
                <a:spcPts val="0"/>
              </a:spcAft>
              <a:buClr>
                <a:schemeClr val="dk1"/>
              </a:buClr>
              <a:buSzPts val="3200"/>
              <a:buFont typeface="Garamond"/>
              <a:buNone/>
            </a:pPr>
            <a:r>
              <a:rPr lang="en-US" sz="2800" dirty="0"/>
              <a:t>Competitor Differentiating Factors</a:t>
            </a:r>
            <a:endParaRPr sz="2800" dirty="0"/>
          </a:p>
        </p:txBody>
      </p:sp>
      <p:sp>
        <p:nvSpPr>
          <p:cNvPr id="11" name="Google Shape;350;g1f353b082ab_0_15">
            <a:extLst>
              <a:ext uri="{FF2B5EF4-FFF2-40B4-BE49-F238E27FC236}">
                <a16:creationId xmlns:a16="http://schemas.microsoft.com/office/drawing/2014/main" id="{DA67F170-806A-A42B-7549-81F22A0CC279}"/>
              </a:ext>
            </a:extLst>
          </p:cNvPr>
          <p:cNvSpPr txBox="1"/>
          <p:nvPr/>
        </p:nvSpPr>
        <p:spPr>
          <a:xfrm>
            <a:off x="415200" y="1533516"/>
            <a:ext cx="3786050" cy="338514"/>
          </a:xfrm>
          <a:prstGeom prst="rect">
            <a:avLst/>
          </a:prstGeom>
          <a:solidFill>
            <a:schemeClr val="dk2"/>
          </a:solid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n-US" sz="1600" dirty="0">
                <a:solidFill>
                  <a:schemeClr val="lt1"/>
                </a:solidFill>
                <a:latin typeface="Garamond"/>
                <a:ea typeface="Garamond"/>
                <a:cs typeface="Garamond"/>
                <a:sym typeface="Garamond"/>
              </a:rPr>
              <a:t>Divvy’s Competition in EM</a:t>
            </a:r>
            <a:endParaRPr sz="1600" dirty="0">
              <a:solidFill>
                <a:schemeClr val="lt1"/>
              </a:solidFill>
              <a:latin typeface="Garamond"/>
              <a:ea typeface="Garamond"/>
              <a:cs typeface="Garamond"/>
              <a:sym typeface="Garamond"/>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382"/>
        <p:cNvGrpSpPr/>
        <p:nvPr/>
      </p:nvGrpSpPr>
      <p:grpSpPr>
        <a:xfrm>
          <a:off x="0" y="0"/>
          <a:ext cx="0" cy="0"/>
          <a:chOff x="0" y="0"/>
          <a:chExt cx="0" cy="0"/>
        </a:xfrm>
      </p:grpSpPr>
      <p:sp>
        <p:nvSpPr>
          <p:cNvPr id="383" name="Google Shape;383;g1f353b082ab_0_3"/>
          <p:cNvSpPr txBox="1">
            <a:spLocks noGrp="1"/>
          </p:cNvSpPr>
          <p:nvPr>
            <p:ph type="title"/>
          </p:nvPr>
        </p:nvSpPr>
        <p:spPr>
          <a:xfrm>
            <a:off x="457200" y="720087"/>
            <a:ext cx="9144000" cy="731400"/>
          </a:xfrm>
          <a:prstGeom prst="rect">
            <a:avLst/>
          </a:prstGeom>
          <a:noFill/>
          <a:ln>
            <a:noFill/>
          </a:ln>
        </p:spPr>
        <p:txBody>
          <a:bodyPr spcFirstLastPara="1" wrap="square" lIns="0" tIns="0" rIns="0" bIns="0" anchor="t" anchorCtr="0">
            <a:noAutofit/>
          </a:bodyPr>
          <a:lstStyle/>
          <a:p>
            <a:pPr marL="0" lvl="0" indent="0" algn="l" rtl="0">
              <a:lnSpc>
                <a:spcPct val="90000"/>
              </a:lnSpc>
              <a:spcBef>
                <a:spcPts val="0"/>
              </a:spcBef>
              <a:spcAft>
                <a:spcPts val="0"/>
              </a:spcAft>
              <a:buClr>
                <a:schemeClr val="dk1"/>
              </a:buClr>
              <a:buSzPts val="3200"/>
              <a:buFont typeface="Garamond"/>
              <a:buNone/>
            </a:pPr>
            <a:r>
              <a:rPr lang="en-US" sz="2800" dirty="0"/>
              <a:t>Industry Players &amp; Market Share</a:t>
            </a:r>
            <a:br>
              <a:rPr lang="en-US" sz="2800" dirty="0"/>
            </a:br>
            <a:endParaRPr sz="2800" dirty="0"/>
          </a:p>
        </p:txBody>
      </p:sp>
      <p:sp>
        <p:nvSpPr>
          <p:cNvPr id="385" name="Google Shape;385;g1f353b082ab_0_3"/>
          <p:cNvSpPr txBox="1"/>
          <p:nvPr/>
        </p:nvSpPr>
        <p:spPr>
          <a:xfrm>
            <a:off x="4571996" y="1296145"/>
            <a:ext cx="5009400" cy="338514"/>
          </a:xfrm>
          <a:prstGeom prst="rect">
            <a:avLst/>
          </a:prstGeom>
          <a:solidFill>
            <a:schemeClr val="dk2"/>
          </a:solid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n-US" sz="1600" dirty="0">
                <a:solidFill>
                  <a:schemeClr val="lt1"/>
                </a:solidFill>
                <a:latin typeface="Garamond"/>
                <a:ea typeface="Garamond"/>
                <a:cs typeface="Garamond"/>
                <a:sym typeface="Garamond"/>
              </a:rPr>
              <a:t>AP/AR Automation Market Share</a:t>
            </a:r>
          </a:p>
        </p:txBody>
      </p:sp>
      <p:sp>
        <p:nvSpPr>
          <p:cNvPr id="386" name="Google Shape;386;g1f353b082ab_0_3"/>
          <p:cNvSpPr txBox="1"/>
          <p:nvPr/>
        </p:nvSpPr>
        <p:spPr>
          <a:xfrm>
            <a:off x="415200" y="1296145"/>
            <a:ext cx="3949200" cy="338514"/>
          </a:xfrm>
          <a:prstGeom prst="rect">
            <a:avLst/>
          </a:prstGeom>
          <a:solidFill>
            <a:schemeClr val="dk2"/>
          </a:solid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n-US" sz="1600">
                <a:solidFill>
                  <a:schemeClr val="lt1"/>
                </a:solidFill>
                <a:latin typeface="Garamond"/>
                <a:ea typeface="Garamond"/>
                <a:cs typeface="Garamond"/>
                <a:sym typeface="Garamond"/>
              </a:rPr>
              <a:t>Competitive Environment</a:t>
            </a:r>
            <a:endParaRPr sz="1600">
              <a:solidFill>
                <a:schemeClr val="lt1"/>
              </a:solidFill>
              <a:latin typeface="Garamond"/>
              <a:ea typeface="Garamond"/>
              <a:cs typeface="Garamond"/>
              <a:sym typeface="Garamond"/>
            </a:endParaRPr>
          </a:p>
        </p:txBody>
      </p:sp>
      <p:sp>
        <p:nvSpPr>
          <p:cNvPr id="387" name="Google Shape;387;g1f353b082ab_0_3"/>
          <p:cNvSpPr txBox="1"/>
          <p:nvPr/>
        </p:nvSpPr>
        <p:spPr>
          <a:xfrm>
            <a:off x="407500" y="1611757"/>
            <a:ext cx="3949200" cy="2493600"/>
          </a:xfrm>
          <a:prstGeom prst="rect">
            <a:avLst/>
          </a:prstGeom>
          <a:noFill/>
          <a:ln>
            <a:noFill/>
          </a:ln>
        </p:spPr>
        <p:txBody>
          <a:bodyPr spcFirstLastPara="1" wrap="square" lIns="91425" tIns="91425" rIns="91425" bIns="91425" anchor="t" anchorCtr="0">
            <a:spAutoFit/>
          </a:bodyPr>
          <a:lstStyle/>
          <a:p>
            <a:pPr marL="457200" lvl="0" indent="-323850" algn="l" rtl="0">
              <a:spcBef>
                <a:spcPts val="0"/>
              </a:spcBef>
              <a:spcAft>
                <a:spcPts val="0"/>
              </a:spcAft>
              <a:buSzPts val="1500"/>
              <a:buFont typeface="Wingdings" pitchFamily="2" charset="2"/>
              <a:buChar char="§"/>
            </a:pPr>
            <a:r>
              <a:rPr lang="en-US" sz="1500" dirty="0">
                <a:latin typeface="Garamond"/>
                <a:ea typeface="Garamond"/>
                <a:cs typeface="Garamond"/>
                <a:sym typeface="Garamond"/>
              </a:rPr>
              <a:t>AP/AR software and payment solutions is highly fragmented, competitive market marked by rapid change and consolidation due to tech innovations. </a:t>
            </a:r>
            <a:endParaRPr sz="1500" dirty="0">
              <a:latin typeface="Garamond"/>
              <a:ea typeface="Garamond"/>
              <a:cs typeface="Garamond"/>
              <a:sym typeface="Garamond"/>
            </a:endParaRPr>
          </a:p>
          <a:p>
            <a:pPr marL="457200" lvl="0" indent="-323850" algn="l" rtl="0">
              <a:spcBef>
                <a:spcPts val="0"/>
              </a:spcBef>
              <a:spcAft>
                <a:spcPts val="0"/>
              </a:spcAft>
              <a:buSzPts val="1500"/>
              <a:buFont typeface="Wingdings" pitchFamily="2" charset="2"/>
              <a:buChar char="§"/>
            </a:pPr>
            <a:r>
              <a:rPr lang="en-US" sz="1500" dirty="0">
                <a:latin typeface="Garamond"/>
                <a:ea typeface="Garamond"/>
                <a:cs typeface="Garamond"/>
                <a:sym typeface="Garamond"/>
              </a:rPr>
              <a:t>Success relies on a platform’s ability to easily integrate accounting software.</a:t>
            </a:r>
            <a:endParaRPr sz="1500" dirty="0">
              <a:latin typeface="Garamond"/>
              <a:ea typeface="Garamond"/>
              <a:cs typeface="Garamond"/>
              <a:sym typeface="Garamond"/>
            </a:endParaRPr>
          </a:p>
          <a:p>
            <a:pPr marL="457200" lvl="0" indent="-323850" algn="l" rtl="0">
              <a:spcBef>
                <a:spcPts val="0"/>
              </a:spcBef>
              <a:spcAft>
                <a:spcPts val="0"/>
              </a:spcAft>
              <a:buSzPts val="1500"/>
              <a:buFont typeface="Wingdings" pitchFamily="2" charset="2"/>
              <a:buChar char="§"/>
            </a:pPr>
            <a:r>
              <a:rPr lang="en-US" sz="1500" dirty="0">
                <a:latin typeface="Garamond"/>
                <a:ea typeface="Garamond"/>
                <a:cs typeface="Garamond"/>
                <a:sym typeface="Garamond"/>
              </a:rPr>
              <a:t>Expanding into new verticals or attractive different-sized customer types is typically constrained by the need to tailor solutions to industry verticals or customer size</a:t>
            </a:r>
            <a:endParaRPr sz="1500" dirty="0">
              <a:latin typeface="Garamond"/>
              <a:ea typeface="Garamond"/>
              <a:cs typeface="Garamond"/>
              <a:sym typeface="Garamond"/>
            </a:endParaRPr>
          </a:p>
        </p:txBody>
      </p:sp>
      <p:sp>
        <p:nvSpPr>
          <p:cNvPr id="388" name="Google Shape;388;g1f353b082ab_0_3"/>
          <p:cNvSpPr txBox="1"/>
          <p:nvPr/>
        </p:nvSpPr>
        <p:spPr>
          <a:xfrm>
            <a:off x="415200" y="4105357"/>
            <a:ext cx="3949200" cy="338514"/>
          </a:xfrm>
          <a:prstGeom prst="rect">
            <a:avLst/>
          </a:prstGeom>
          <a:solidFill>
            <a:schemeClr val="dk2"/>
          </a:solid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n-US" sz="1600">
                <a:solidFill>
                  <a:schemeClr val="lt1"/>
                </a:solidFill>
                <a:latin typeface="Garamond"/>
                <a:ea typeface="Garamond"/>
                <a:cs typeface="Garamond"/>
                <a:sym typeface="Garamond"/>
              </a:rPr>
              <a:t>Entry Barriers</a:t>
            </a:r>
            <a:endParaRPr sz="1600">
              <a:solidFill>
                <a:schemeClr val="lt1"/>
              </a:solidFill>
              <a:latin typeface="Garamond"/>
              <a:ea typeface="Garamond"/>
              <a:cs typeface="Garamond"/>
              <a:sym typeface="Garamond"/>
            </a:endParaRPr>
          </a:p>
        </p:txBody>
      </p:sp>
      <p:sp>
        <p:nvSpPr>
          <p:cNvPr id="389" name="Google Shape;389;g1f353b082ab_0_3"/>
          <p:cNvSpPr txBox="1"/>
          <p:nvPr/>
        </p:nvSpPr>
        <p:spPr>
          <a:xfrm>
            <a:off x="407500" y="4438467"/>
            <a:ext cx="3949200" cy="2723792"/>
          </a:xfrm>
          <a:prstGeom prst="rect">
            <a:avLst/>
          </a:prstGeom>
          <a:noFill/>
          <a:ln>
            <a:noFill/>
          </a:ln>
        </p:spPr>
        <p:txBody>
          <a:bodyPr spcFirstLastPara="1" wrap="square" lIns="91425" tIns="91425" rIns="91425" bIns="91425" anchor="t" anchorCtr="0">
            <a:spAutoFit/>
          </a:bodyPr>
          <a:lstStyle/>
          <a:p>
            <a:pPr marL="419100" lvl="0" indent="-285750" rtl="0">
              <a:spcBef>
                <a:spcPts val="0"/>
              </a:spcBef>
              <a:spcAft>
                <a:spcPts val="0"/>
              </a:spcAft>
              <a:buSzPts val="1500"/>
              <a:buFont typeface="Wingdings" pitchFamily="2" charset="2"/>
              <a:buChar char="§"/>
            </a:pPr>
            <a:r>
              <a:rPr lang="en-US" sz="1500" dirty="0">
                <a:latin typeface="Garamond"/>
                <a:ea typeface="Garamond"/>
                <a:cs typeface="Garamond"/>
                <a:sym typeface="Garamond"/>
              </a:rPr>
              <a:t>Medium entry barriers such as capital expenses on R&amp;D associated with developing a payment processing platform and need for strong partnerships with accounting software firms such as QuickBooks</a:t>
            </a:r>
            <a:endParaRPr sz="1500" dirty="0">
              <a:latin typeface="Garamond"/>
              <a:ea typeface="Garamond"/>
              <a:cs typeface="Garamond"/>
              <a:sym typeface="Garamond"/>
            </a:endParaRPr>
          </a:p>
          <a:p>
            <a:pPr marL="419100" lvl="0" indent="-285750" rtl="0">
              <a:spcBef>
                <a:spcPts val="0"/>
              </a:spcBef>
              <a:spcAft>
                <a:spcPts val="0"/>
              </a:spcAft>
              <a:buSzPts val="1500"/>
              <a:buFont typeface="Wingdings" pitchFamily="2" charset="2"/>
              <a:buChar char="§"/>
            </a:pPr>
            <a:r>
              <a:rPr lang="en-US" sz="1500" dirty="0">
                <a:latin typeface="Garamond"/>
                <a:ea typeface="Garamond"/>
                <a:cs typeface="Garamond"/>
                <a:sym typeface="Garamond"/>
              </a:rPr>
              <a:t>At the same time, companies currently focused on providing solutions to different size businesses may seek to expand the offering of solutions to MMBs or SMBs through acquisitions</a:t>
            </a:r>
            <a:endParaRPr sz="1500" dirty="0">
              <a:latin typeface="Garamond"/>
              <a:ea typeface="Garamond"/>
              <a:cs typeface="Garamond"/>
              <a:sym typeface="Garamond"/>
            </a:endParaRPr>
          </a:p>
        </p:txBody>
      </p:sp>
      <p:sp>
        <p:nvSpPr>
          <p:cNvPr id="390" name="Google Shape;390;g1f353b082ab_0_3"/>
          <p:cNvSpPr txBox="1"/>
          <p:nvPr/>
        </p:nvSpPr>
        <p:spPr>
          <a:xfrm>
            <a:off x="5347318" y="6335911"/>
            <a:ext cx="3458757" cy="677078"/>
          </a:xfrm>
          <a:prstGeom prst="rect">
            <a:avLst/>
          </a:prstGeom>
          <a:noFill/>
          <a:ln>
            <a:noFill/>
          </a:ln>
        </p:spPr>
        <p:txBody>
          <a:bodyPr spcFirstLastPara="1" wrap="square" lIns="91425" tIns="91425" rIns="91425" bIns="91425" anchor="t" anchorCtr="0">
            <a:spAutoFit/>
          </a:bodyPr>
          <a:lstStyle/>
          <a:p>
            <a:pPr marL="0" lvl="0" indent="0" algn="ctr" rtl="0">
              <a:spcBef>
                <a:spcPts val="0"/>
              </a:spcBef>
              <a:spcAft>
                <a:spcPts val="0"/>
              </a:spcAft>
              <a:buNone/>
            </a:pPr>
            <a:r>
              <a:rPr lang="en-US" sz="1600" i="1" dirty="0">
                <a:solidFill>
                  <a:srgbClr val="666666"/>
                </a:solidFill>
                <a:latin typeface="Garamond"/>
                <a:ea typeface="Garamond"/>
                <a:cs typeface="Garamond"/>
                <a:sym typeface="Garamond"/>
              </a:rPr>
              <a:t>It is clear that BILL is the definite leader in shared SMB-MMB space.</a:t>
            </a:r>
            <a:endParaRPr sz="1600" i="1" dirty="0">
              <a:solidFill>
                <a:srgbClr val="666666"/>
              </a:solidFill>
              <a:latin typeface="Garamond"/>
              <a:ea typeface="Garamond"/>
              <a:cs typeface="Garamond"/>
              <a:sym typeface="Garamond"/>
            </a:endParaRPr>
          </a:p>
        </p:txBody>
      </p:sp>
      <p:pic>
        <p:nvPicPr>
          <p:cNvPr id="5" name="Picture 4" descr="Chart, sunburst chart&#10;&#10;Description automatically generated">
            <a:extLst>
              <a:ext uri="{FF2B5EF4-FFF2-40B4-BE49-F238E27FC236}">
                <a16:creationId xmlns:a16="http://schemas.microsoft.com/office/drawing/2014/main" id="{850D89CA-6C78-C127-35BD-966F957C47E5}"/>
              </a:ext>
            </a:extLst>
          </p:cNvPr>
          <p:cNvPicPr>
            <a:picLocks noChangeAspect="1"/>
          </p:cNvPicPr>
          <p:nvPr/>
        </p:nvPicPr>
        <p:blipFill>
          <a:blip r:embed="rId3"/>
          <a:stretch>
            <a:fillRect/>
          </a:stretch>
        </p:blipFill>
        <p:spPr>
          <a:xfrm>
            <a:off x="4441813" y="2469809"/>
            <a:ext cx="5269766" cy="3761966"/>
          </a:xfrm>
          <a:prstGeom prst="rect">
            <a:avLst/>
          </a:prstGeom>
        </p:spPr>
      </p:pic>
      <p:sp>
        <p:nvSpPr>
          <p:cNvPr id="6" name="Google Shape;390;g1f353b082ab_0_3">
            <a:extLst>
              <a:ext uri="{FF2B5EF4-FFF2-40B4-BE49-F238E27FC236}">
                <a16:creationId xmlns:a16="http://schemas.microsoft.com/office/drawing/2014/main" id="{093BD836-70F5-EA71-BE4D-63B711322261}"/>
              </a:ext>
            </a:extLst>
          </p:cNvPr>
          <p:cNvSpPr txBox="1"/>
          <p:nvPr/>
        </p:nvSpPr>
        <p:spPr>
          <a:xfrm>
            <a:off x="4655841" y="1713695"/>
            <a:ext cx="4841710" cy="677078"/>
          </a:xfrm>
          <a:prstGeom prst="rect">
            <a:avLst/>
          </a:prstGeom>
          <a:noFill/>
          <a:ln>
            <a:noFill/>
          </a:ln>
        </p:spPr>
        <p:txBody>
          <a:bodyPr spcFirstLastPara="1" wrap="square" lIns="91425" tIns="91425" rIns="91425" bIns="91425" anchor="t" anchorCtr="0">
            <a:spAutoFit/>
          </a:bodyPr>
          <a:lstStyle/>
          <a:p>
            <a:pPr marL="0" lvl="0" indent="0" algn="ctr" rtl="0">
              <a:spcBef>
                <a:spcPts val="0"/>
              </a:spcBef>
              <a:spcAft>
                <a:spcPts val="0"/>
              </a:spcAft>
              <a:buNone/>
            </a:pPr>
            <a:r>
              <a:rPr lang="en-US" sz="1600" dirty="0">
                <a:solidFill>
                  <a:srgbClr val="666666"/>
                </a:solidFill>
                <a:latin typeface="Garamond"/>
                <a:ea typeface="Garamond"/>
                <a:cs typeface="Garamond"/>
                <a:sym typeface="Garamond"/>
              </a:rPr>
              <a:t>Calculated per total SMB-MMB customer number, excluding businesses that have not made the transition yet</a:t>
            </a:r>
            <a:endParaRPr sz="1600" dirty="0">
              <a:solidFill>
                <a:srgbClr val="666666"/>
              </a:solidFill>
              <a:latin typeface="Garamond"/>
              <a:ea typeface="Garamond"/>
              <a:cs typeface="Garamond"/>
              <a:sym typeface="Garamond"/>
            </a:endParaRPr>
          </a:p>
        </p:txBody>
      </p:sp>
      <p:pic>
        <p:nvPicPr>
          <p:cNvPr id="3" name="Picture 2" descr="BILL: Online bill payment &amp; receivables software">
            <a:extLst>
              <a:ext uri="{FF2B5EF4-FFF2-40B4-BE49-F238E27FC236}">
                <a16:creationId xmlns:a16="http://schemas.microsoft.com/office/drawing/2014/main" id="{A414F5BB-8BC8-94FF-DFD8-F32DB5D0F658}"/>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8607888" y="298740"/>
            <a:ext cx="1007035" cy="664060"/>
          </a:xfrm>
          <a:prstGeom prst="rect">
            <a:avLst/>
          </a:prstGeom>
          <a:noFill/>
          <a:extLst>
            <a:ext uri="{909E8E84-426E-40DD-AFC4-6F175D3DCCD1}">
              <a14:hiddenFill xmlns:a14="http://schemas.microsoft.com/office/drawing/2010/main">
                <a:solidFill>
                  <a:srgbClr val="FFFFFF"/>
                </a:solidFill>
              </a14:hiddenFill>
            </a:ext>
          </a:extLst>
        </p:spPr>
      </p:pic>
      <p:cxnSp>
        <p:nvCxnSpPr>
          <p:cNvPr id="2" name="Google Shape;337;p2">
            <a:extLst>
              <a:ext uri="{FF2B5EF4-FFF2-40B4-BE49-F238E27FC236}">
                <a16:creationId xmlns:a16="http://schemas.microsoft.com/office/drawing/2014/main" id="{8CEEE4D2-D2DC-5099-627E-64AC11BF2C7D}"/>
              </a:ext>
            </a:extLst>
          </p:cNvPr>
          <p:cNvCxnSpPr/>
          <p:nvPr/>
        </p:nvCxnSpPr>
        <p:spPr>
          <a:xfrm>
            <a:off x="415200" y="1129472"/>
            <a:ext cx="9243391" cy="0"/>
          </a:xfrm>
          <a:prstGeom prst="straightConnector1">
            <a:avLst/>
          </a:prstGeom>
          <a:noFill/>
          <a:ln w="38100" cap="flat" cmpd="sng">
            <a:solidFill>
              <a:srgbClr val="004C92"/>
            </a:solidFill>
            <a:prstDash val="solid"/>
            <a:miter lim="800000"/>
            <a:headEnd type="none" w="sm" len="sm"/>
            <a:tailEnd type="none" w="sm" len="sm"/>
          </a:ln>
        </p:spPr>
      </p:cxn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2606305-D84E-1914-75DA-9A7F622C007E}"/>
              </a:ext>
            </a:extLst>
          </p:cNvPr>
          <p:cNvSpPr>
            <a:spLocks noGrp="1"/>
          </p:cNvSpPr>
          <p:nvPr>
            <p:ph type="title"/>
          </p:nvPr>
        </p:nvSpPr>
        <p:spPr/>
        <p:txBody>
          <a:bodyPr/>
          <a:lstStyle/>
          <a:p>
            <a:r>
              <a:rPr lang="en-US" dirty="0"/>
              <a:t>Investment Theses</a:t>
            </a:r>
          </a:p>
        </p:txBody>
      </p:sp>
      <p:pic>
        <p:nvPicPr>
          <p:cNvPr id="5" name="Picture 2" descr="BILL: Online bill payment &amp; receivables software">
            <a:extLst>
              <a:ext uri="{FF2B5EF4-FFF2-40B4-BE49-F238E27FC236}">
                <a16:creationId xmlns:a16="http://schemas.microsoft.com/office/drawing/2014/main" id="{F3A44C64-19A1-B952-614A-6463103546BA}"/>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607888" y="298740"/>
            <a:ext cx="1007035" cy="664060"/>
          </a:xfrm>
          <a:prstGeom prst="rect">
            <a:avLst/>
          </a:prstGeom>
          <a:noFill/>
          <a:extLst>
            <a:ext uri="{909E8E84-426E-40DD-AFC4-6F175D3DCCD1}">
              <a14:hiddenFill xmlns:a14="http://schemas.microsoft.com/office/drawing/2010/main">
                <a:solidFill>
                  <a:srgbClr val="FFFFFF"/>
                </a:solidFill>
              </a14:hiddenFill>
            </a:ext>
          </a:extLst>
        </p:spPr>
      </p:pic>
      <p:sp>
        <p:nvSpPr>
          <p:cNvPr id="3" name="Title 1">
            <a:extLst>
              <a:ext uri="{FF2B5EF4-FFF2-40B4-BE49-F238E27FC236}">
                <a16:creationId xmlns:a16="http://schemas.microsoft.com/office/drawing/2014/main" id="{8D557E4A-E72C-AF8A-04C0-CFA66923B2E1}"/>
              </a:ext>
            </a:extLst>
          </p:cNvPr>
          <p:cNvSpPr txBox="1">
            <a:spLocks/>
          </p:cNvSpPr>
          <p:nvPr/>
        </p:nvSpPr>
        <p:spPr>
          <a:xfrm>
            <a:off x="457200" y="4040124"/>
            <a:ext cx="9144000" cy="731520"/>
          </a:xfrm>
          <a:prstGeom prst="rect">
            <a:avLst/>
          </a:prstGeom>
        </p:spPr>
        <p:txBody>
          <a:bodyPr vert="horz" lIns="0" tIns="0" rIns="0" bIns="0" rtlCol="0" anchor="t">
            <a:noAutofit/>
          </a:bodyPr>
          <a:lstStyle>
            <a:lvl1pPr algn="l" defTabSz="1005840" rtl="0" eaLnBrk="1" latinLnBrk="0" hangingPunct="1">
              <a:lnSpc>
                <a:spcPct val="90000"/>
              </a:lnSpc>
              <a:spcBef>
                <a:spcPct val="0"/>
              </a:spcBef>
              <a:buNone/>
              <a:defRPr sz="3200" b="1" kern="1200">
                <a:solidFill>
                  <a:schemeClr val="tx1"/>
                </a:solidFill>
                <a:latin typeface="+mj-lt"/>
                <a:ea typeface="+mj-ea"/>
                <a:cs typeface="+mj-cs"/>
              </a:defRPr>
            </a:lvl1pPr>
          </a:lstStyle>
          <a:p>
            <a:r>
              <a:rPr lang="en-US" sz="2000" b="0" dirty="0" err="1"/>
              <a:t>Tuhin</a:t>
            </a:r>
            <a:r>
              <a:rPr lang="en-US" sz="2000" b="0" dirty="0"/>
              <a:t> Ghosh, Jackson Van </a:t>
            </a:r>
            <a:r>
              <a:rPr lang="en-US" sz="2000" b="0" dirty="0" err="1"/>
              <a:t>Vooren</a:t>
            </a:r>
            <a:r>
              <a:rPr lang="en-US" sz="2000" b="0" dirty="0"/>
              <a:t>, and  </a:t>
            </a:r>
            <a:r>
              <a:rPr lang="en-US" sz="2000" b="0" dirty="0" err="1"/>
              <a:t>Nitika</a:t>
            </a:r>
            <a:r>
              <a:rPr lang="en-US" sz="2000" b="0" dirty="0"/>
              <a:t> (Nik) </a:t>
            </a:r>
            <a:r>
              <a:rPr lang="en-US" sz="2000" b="0" dirty="0" err="1"/>
              <a:t>Kurma</a:t>
            </a:r>
            <a:endParaRPr lang="en-US" sz="2000" b="0" dirty="0"/>
          </a:p>
        </p:txBody>
      </p:sp>
    </p:spTree>
    <p:extLst>
      <p:ext uri="{BB962C8B-B14F-4D97-AF65-F5344CB8AC3E}">
        <p14:creationId xmlns:p14="http://schemas.microsoft.com/office/powerpoint/2010/main" val="265084456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E621580-DB04-4F3C-8A15-AE80591BF69E}"/>
              </a:ext>
            </a:extLst>
          </p:cNvPr>
          <p:cNvSpPr>
            <a:spLocks noGrp="1"/>
          </p:cNvSpPr>
          <p:nvPr>
            <p:ph type="title"/>
          </p:nvPr>
        </p:nvSpPr>
        <p:spPr/>
        <p:txBody>
          <a:bodyPr/>
          <a:lstStyle/>
          <a:p>
            <a:r>
              <a:rPr lang="en-US" dirty="0"/>
              <a:t>Overview</a:t>
            </a:r>
          </a:p>
        </p:txBody>
      </p:sp>
      <p:sp>
        <p:nvSpPr>
          <p:cNvPr id="3" name="Content Placeholder 2">
            <a:extLst>
              <a:ext uri="{FF2B5EF4-FFF2-40B4-BE49-F238E27FC236}">
                <a16:creationId xmlns:a16="http://schemas.microsoft.com/office/drawing/2014/main" id="{CBB4067E-A96D-4A5F-8D97-9CA288819D7A}"/>
              </a:ext>
            </a:extLst>
          </p:cNvPr>
          <p:cNvSpPr>
            <a:spLocks noGrp="1"/>
          </p:cNvSpPr>
          <p:nvPr>
            <p:ph idx="1"/>
          </p:nvPr>
        </p:nvSpPr>
        <p:spPr>
          <a:xfrm>
            <a:off x="3337034" y="1344657"/>
            <a:ext cx="6268589" cy="1576468"/>
          </a:xfrm>
        </p:spPr>
        <p:txBody>
          <a:bodyPr>
            <a:normAutofit/>
          </a:bodyPr>
          <a:lstStyle/>
          <a:p>
            <a:r>
              <a:rPr lang="en-US" sz="1400" dirty="0"/>
              <a:t>The synergies between BILL’s three acquisitions(Invoice2Go, Divvy, and Finmark) provide a differentiated product for growing SMBs.</a:t>
            </a:r>
          </a:p>
          <a:p>
            <a:r>
              <a:rPr lang="en-US" sz="1400" dirty="0"/>
              <a:t>These will attract more customers allowing BILL to penetrate the SMB market and increase the lifetime value of existing customers as they engage in more services. </a:t>
            </a:r>
          </a:p>
          <a:p>
            <a:r>
              <a:rPr lang="en-US" sz="1400" dirty="0"/>
              <a:t>The cash flow data that BILL has will allow the company to tailor its offering such as the corporate credit cards which bring BILL more fee revenue and optimize SMB spend operations. </a:t>
            </a:r>
          </a:p>
        </p:txBody>
      </p:sp>
      <p:sp>
        <p:nvSpPr>
          <p:cNvPr id="4" name="Text Placeholder 3">
            <a:extLst>
              <a:ext uri="{FF2B5EF4-FFF2-40B4-BE49-F238E27FC236}">
                <a16:creationId xmlns:a16="http://schemas.microsoft.com/office/drawing/2014/main" id="{76DDD2F8-14BA-4FB4-92E0-56D6766120D2}"/>
              </a:ext>
            </a:extLst>
          </p:cNvPr>
          <p:cNvSpPr>
            <a:spLocks noGrp="1"/>
          </p:cNvSpPr>
          <p:nvPr>
            <p:ph type="body" sz="quarter" idx="10"/>
          </p:nvPr>
        </p:nvSpPr>
        <p:spPr>
          <a:xfrm>
            <a:off x="452777" y="1337099"/>
            <a:ext cx="2704723" cy="1587075"/>
          </a:xfrm>
        </p:spPr>
        <p:txBody>
          <a:bodyPr/>
          <a:lstStyle/>
          <a:p>
            <a:r>
              <a:rPr lang="en-US" sz="1600" dirty="0"/>
              <a:t>Synergies of Acquisitions</a:t>
            </a:r>
            <a:endParaRPr lang="en-US" dirty="0"/>
          </a:p>
        </p:txBody>
      </p:sp>
      <p:sp>
        <p:nvSpPr>
          <p:cNvPr id="8" name="Content Placeholder 7">
            <a:extLst>
              <a:ext uri="{FF2B5EF4-FFF2-40B4-BE49-F238E27FC236}">
                <a16:creationId xmlns:a16="http://schemas.microsoft.com/office/drawing/2014/main" id="{3EBF6B3C-89BB-42F3-9F50-02E75C55F03E}"/>
              </a:ext>
            </a:extLst>
          </p:cNvPr>
          <p:cNvSpPr>
            <a:spLocks noGrp="1"/>
          </p:cNvSpPr>
          <p:nvPr>
            <p:ph idx="20"/>
          </p:nvPr>
        </p:nvSpPr>
        <p:spPr>
          <a:xfrm>
            <a:off x="3337033" y="3327562"/>
            <a:ext cx="6269269" cy="1685820"/>
          </a:xfrm>
        </p:spPr>
        <p:txBody>
          <a:bodyPr>
            <a:normAutofit lnSpcReduction="10000"/>
          </a:bodyPr>
          <a:lstStyle/>
          <a:p>
            <a:r>
              <a:rPr lang="en-US" sz="1400" dirty="0"/>
              <a:t>Existing scale in the market has solidified partnerships and customer stickiness that is not easily replicable by competitors</a:t>
            </a:r>
          </a:p>
          <a:p>
            <a:r>
              <a:rPr lang="en-US" sz="1400" dirty="0"/>
              <a:t>Benefits from increasing adoption of products by existing customers and the large size of the market provides a wealth of opportunities to acquire new ones</a:t>
            </a:r>
          </a:p>
          <a:p>
            <a:r>
              <a:rPr lang="en-US" sz="1400" dirty="0"/>
              <a:t>International expansion plans add on to BILL’s already strong and various growth drivers, furthering their potential expansion in the future</a:t>
            </a:r>
          </a:p>
          <a:p>
            <a:r>
              <a:rPr lang="en-US" sz="1400" dirty="0"/>
              <a:t>Their network and data capabilities benefit customers and financial institutions who they partner with, which creates a strong business model</a:t>
            </a:r>
          </a:p>
        </p:txBody>
      </p:sp>
      <p:sp>
        <p:nvSpPr>
          <p:cNvPr id="9" name="Text Placeholder 8">
            <a:extLst>
              <a:ext uri="{FF2B5EF4-FFF2-40B4-BE49-F238E27FC236}">
                <a16:creationId xmlns:a16="http://schemas.microsoft.com/office/drawing/2014/main" id="{3ABF15A8-DFCE-47CD-8EC6-529F8C54618C}"/>
              </a:ext>
            </a:extLst>
          </p:cNvPr>
          <p:cNvSpPr>
            <a:spLocks noGrp="1"/>
          </p:cNvSpPr>
          <p:nvPr>
            <p:ph type="body" sz="quarter" idx="21"/>
          </p:nvPr>
        </p:nvSpPr>
        <p:spPr>
          <a:xfrm>
            <a:off x="452777" y="3327563"/>
            <a:ext cx="2704723" cy="1582198"/>
          </a:xfrm>
        </p:spPr>
        <p:txBody>
          <a:bodyPr/>
          <a:lstStyle/>
          <a:p>
            <a:r>
              <a:rPr lang="en-US" sz="1600" dirty="0"/>
              <a:t>Diverse Growth Opportunities Provide BILL With A High Potential For Expansion </a:t>
            </a:r>
            <a:endParaRPr lang="en-US" dirty="0"/>
          </a:p>
        </p:txBody>
      </p:sp>
      <p:sp>
        <p:nvSpPr>
          <p:cNvPr id="10" name="Content Placeholder 9">
            <a:extLst>
              <a:ext uri="{FF2B5EF4-FFF2-40B4-BE49-F238E27FC236}">
                <a16:creationId xmlns:a16="http://schemas.microsoft.com/office/drawing/2014/main" id="{BCA228A5-F9CC-426C-852D-87C496C08667}"/>
              </a:ext>
            </a:extLst>
          </p:cNvPr>
          <p:cNvSpPr>
            <a:spLocks noGrp="1"/>
          </p:cNvSpPr>
          <p:nvPr>
            <p:ph idx="22"/>
          </p:nvPr>
        </p:nvSpPr>
        <p:spPr>
          <a:xfrm>
            <a:off x="3337034" y="5316194"/>
            <a:ext cx="6269268" cy="1582192"/>
          </a:xfrm>
        </p:spPr>
        <p:txBody>
          <a:bodyPr>
            <a:noAutofit/>
          </a:bodyPr>
          <a:lstStyle/>
          <a:p>
            <a:r>
              <a:rPr lang="en-US" sz="1400" dirty="0"/>
              <a:t>AP &amp; AR software, the basis of BILL, creates customizable workflows and invited SMBs, vendors, and customers to a single platform.</a:t>
            </a:r>
          </a:p>
          <a:p>
            <a:r>
              <a:rPr lang="en-US" sz="1400" dirty="0"/>
              <a:t>BILL creates a combination of time, effort, customizing, and convenience related switching costs as it is difficult to recreate BILL’s APIs in a way such that all payment management services occur automatically with all parties, but also accounting software.</a:t>
            </a:r>
          </a:p>
          <a:p>
            <a:r>
              <a:rPr lang="en-US" sz="1400" dirty="0"/>
              <a:t>The increase in scale of time and money that is needed to facilitate a similar platform like BILL is not yet available as BILL’s acquisitions have proved essential for SMBs.</a:t>
            </a:r>
          </a:p>
        </p:txBody>
      </p:sp>
      <p:sp>
        <p:nvSpPr>
          <p:cNvPr id="11" name="Text Placeholder 10">
            <a:extLst>
              <a:ext uri="{FF2B5EF4-FFF2-40B4-BE49-F238E27FC236}">
                <a16:creationId xmlns:a16="http://schemas.microsoft.com/office/drawing/2014/main" id="{2CC7543E-2BC6-45D6-B9E8-F8637CAE767D}"/>
              </a:ext>
            </a:extLst>
          </p:cNvPr>
          <p:cNvSpPr>
            <a:spLocks noGrp="1"/>
          </p:cNvSpPr>
          <p:nvPr>
            <p:ph type="body" sz="quarter" idx="23"/>
          </p:nvPr>
        </p:nvSpPr>
        <p:spPr>
          <a:xfrm>
            <a:off x="452777" y="5313151"/>
            <a:ext cx="2704723" cy="1587076"/>
          </a:xfrm>
        </p:spPr>
        <p:txBody>
          <a:bodyPr/>
          <a:lstStyle/>
          <a:p>
            <a:r>
              <a:rPr lang="en-US" dirty="0"/>
              <a:t>BILL Provides Services to All Parties in the Back Office Financial Value Chain Through Superior Product Integration</a:t>
            </a:r>
          </a:p>
        </p:txBody>
      </p:sp>
      <p:cxnSp>
        <p:nvCxnSpPr>
          <p:cNvPr id="14" name="Straight Connector 13">
            <a:extLst>
              <a:ext uri="{FF2B5EF4-FFF2-40B4-BE49-F238E27FC236}">
                <a16:creationId xmlns:a16="http://schemas.microsoft.com/office/drawing/2014/main" id="{97EE9D22-9E2F-2B4F-985F-3457E6C5804D}"/>
              </a:ext>
            </a:extLst>
          </p:cNvPr>
          <p:cNvCxnSpPr/>
          <p:nvPr/>
        </p:nvCxnSpPr>
        <p:spPr>
          <a:xfrm>
            <a:off x="452777" y="5118100"/>
            <a:ext cx="9144000" cy="0"/>
          </a:xfrm>
          <a:prstGeom prst="line">
            <a:avLst/>
          </a:prstGeom>
          <a:ln w="28575">
            <a:solidFill>
              <a:schemeClr val="bg1">
                <a:lumMod val="50000"/>
              </a:schemeClr>
            </a:solidFill>
            <a:prstDash val="dash"/>
          </a:ln>
        </p:spPr>
        <p:style>
          <a:lnRef idx="1">
            <a:schemeClr val="accent1"/>
          </a:lnRef>
          <a:fillRef idx="0">
            <a:schemeClr val="accent1"/>
          </a:fillRef>
          <a:effectRef idx="0">
            <a:schemeClr val="accent1"/>
          </a:effectRef>
          <a:fontRef idx="minor">
            <a:schemeClr val="tx1"/>
          </a:fontRef>
        </p:style>
      </p:cxnSp>
      <p:cxnSp>
        <p:nvCxnSpPr>
          <p:cNvPr id="19" name="Straight Connector 18">
            <a:extLst>
              <a:ext uri="{FF2B5EF4-FFF2-40B4-BE49-F238E27FC236}">
                <a16:creationId xmlns:a16="http://schemas.microsoft.com/office/drawing/2014/main" id="{8D0B3DCC-6981-464A-8E95-04ECA2ABE4B1}"/>
              </a:ext>
            </a:extLst>
          </p:cNvPr>
          <p:cNvCxnSpPr/>
          <p:nvPr/>
        </p:nvCxnSpPr>
        <p:spPr>
          <a:xfrm>
            <a:off x="462302" y="3136900"/>
            <a:ext cx="9144000" cy="0"/>
          </a:xfrm>
          <a:prstGeom prst="line">
            <a:avLst/>
          </a:prstGeom>
          <a:ln w="28575">
            <a:solidFill>
              <a:schemeClr val="bg1">
                <a:lumMod val="50000"/>
              </a:schemeClr>
            </a:solidFill>
            <a:prstDash val="dash"/>
          </a:ln>
        </p:spPr>
        <p:style>
          <a:lnRef idx="1">
            <a:schemeClr val="accent1"/>
          </a:lnRef>
          <a:fillRef idx="0">
            <a:schemeClr val="accent1"/>
          </a:fillRef>
          <a:effectRef idx="0">
            <a:schemeClr val="accent1"/>
          </a:effectRef>
          <a:fontRef idx="minor">
            <a:schemeClr val="tx1"/>
          </a:fontRef>
        </p:style>
      </p:cxnSp>
      <p:pic>
        <p:nvPicPr>
          <p:cNvPr id="7" name="Picture 2" descr="BILL: Online bill payment &amp; receivables software">
            <a:extLst>
              <a:ext uri="{FF2B5EF4-FFF2-40B4-BE49-F238E27FC236}">
                <a16:creationId xmlns:a16="http://schemas.microsoft.com/office/drawing/2014/main" id="{560A403B-0C45-AA16-ED77-29C646B3ED84}"/>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607888" y="298740"/>
            <a:ext cx="1007035" cy="66406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39366870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D70FAED-09AE-3E4D-9AD4-90FF590DBC8A}"/>
              </a:ext>
            </a:extLst>
          </p:cNvPr>
          <p:cNvSpPr>
            <a:spLocks noGrp="1"/>
          </p:cNvSpPr>
          <p:nvPr>
            <p:ph type="title"/>
          </p:nvPr>
        </p:nvSpPr>
        <p:spPr>
          <a:xfrm>
            <a:off x="457199" y="3154680"/>
            <a:ext cx="9271748" cy="731520"/>
          </a:xfrm>
        </p:spPr>
        <p:txBody>
          <a:bodyPr/>
          <a:lstStyle/>
          <a:p>
            <a:r>
              <a:rPr lang="en-US" dirty="0"/>
              <a:t>Thesis I: S</a:t>
            </a:r>
            <a:r>
              <a:rPr lang="en-US" dirty="0">
                <a:effectLst/>
                <a:ea typeface="Calibri" panose="020F0502020204030204" pitchFamily="34" charset="0"/>
                <a:cs typeface="Times New Roman" panose="02020603050405020304" pitchFamily="18" charset="0"/>
              </a:rPr>
              <a:t>ynergies of BILL’s acquisitions catering to SMB growth and leveraging customer cash flow data</a:t>
            </a:r>
            <a:endParaRPr lang="en-US" dirty="0"/>
          </a:p>
        </p:txBody>
      </p:sp>
      <p:pic>
        <p:nvPicPr>
          <p:cNvPr id="3" name="Picture 2" descr="BILL: Online bill payment &amp; receivables software">
            <a:extLst>
              <a:ext uri="{FF2B5EF4-FFF2-40B4-BE49-F238E27FC236}">
                <a16:creationId xmlns:a16="http://schemas.microsoft.com/office/drawing/2014/main" id="{AAE6BB88-4930-11E9-5D9A-11F4592F6A2E}"/>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607888" y="298740"/>
            <a:ext cx="1007035" cy="664060"/>
          </a:xfrm>
          <a:prstGeom prst="rect">
            <a:avLst/>
          </a:prstGeom>
          <a:noFill/>
          <a:extLst>
            <a:ext uri="{909E8E84-426E-40DD-AFC4-6F175D3DCCD1}">
              <a14:hiddenFill xmlns:a14="http://schemas.microsoft.com/office/drawing/2010/main">
                <a:solidFill>
                  <a:srgbClr val="FFFFFF"/>
                </a:solidFill>
              </a14:hiddenFill>
            </a:ext>
          </a:extLst>
        </p:spPr>
      </p:pic>
      <p:sp>
        <p:nvSpPr>
          <p:cNvPr id="5" name="Title 1">
            <a:extLst>
              <a:ext uri="{FF2B5EF4-FFF2-40B4-BE49-F238E27FC236}">
                <a16:creationId xmlns:a16="http://schemas.microsoft.com/office/drawing/2014/main" id="{510E5007-6B67-F5A7-81A1-E2307E281860}"/>
              </a:ext>
            </a:extLst>
          </p:cNvPr>
          <p:cNvSpPr txBox="1">
            <a:spLocks/>
          </p:cNvSpPr>
          <p:nvPr/>
        </p:nvSpPr>
        <p:spPr>
          <a:xfrm>
            <a:off x="457199" y="4234656"/>
            <a:ext cx="9144000" cy="731520"/>
          </a:xfrm>
          <a:prstGeom prst="rect">
            <a:avLst/>
          </a:prstGeom>
        </p:spPr>
        <p:txBody>
          <a:bodyPr vert="horz" lIns="0" tIns="0" rIns="0" bIns="0" rtlCol="0" anchor="t">
            <a:noAutofit/>
          </a:bodyPr>
          <a:lstStyle>
            <a:lvl1pPr algn="l" defTabSz="1005840" rtl="0" eaLnBrk="1" latinLnBrk="0" hangingPunct="1">
              <a:lnSpc>
                <a:spcPct val="90000"/>
              </a:lnSpc>
              <a:spcBef>
                <a:spcPct val="0"/>
              </a:spcBef>
              <a:buNone/>
              <a:defRPr sz="3200" b="1" kern="1200">
                <a:solidFill>
                  <a:schemeClr val="tx1"/>
                </a:solidFill>
                <a:latin typeface="+mj-lt"/>
                <a:ea typeface="+mj-ea"/>
                <a:cs typeface="+mj-cs"/>
              </a:defRPr>
            </a:lvl1pPr>
          </a:lstStyle>
          <a:p>
            <a:r>
              <a:rPr lang="en-US" sz="2000" b="0" dirty="0"/>
              <a:t>Tuhin Ghosh</a:t>
            </a:r>
          </a:p>
        </p:txBody>
      </p:sp>
    </p:spTree>
    <p:extLst>
      <p:ext uri="{BB962C8B-B14F-4D97-AF65-F5344CB8AC3E}">
        <p14:creationId xmlns:p14="http://schemas.microsoft.com/office/powerpoint/2010/main" val="373991252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81CF84A-6D43-2ABA-B2DD-82586D8885AA}"/>
              </a:ext>
            </a:extLst>
          </p:cNvPr>
          <p:cNvSpPr>
            <a:spLocks noGrp="1"/>
          </p:cNvSpPr>
          <p:nvPr>
            <p:ph type="title"/>
          </p:nvPr>
        </p:nvSpPr>
        <p:spPr/>
        <p:txBody>
          <a:bodyPr/>
          <a:lstStyle/>
          <a:p>
            <a:r>
              <a:rPr lang="en-US" dirty="0"/>
              <a:t>Overview of Acquisitions</a:t>
            </a:r>
          </a:p>
        </p:txBody>
      </p:sp>
      <p:sp>
        <p:nvSpPr>
          <p:cNvPr id="4" name="Text Placeholder 3">
            <a:extLst>
              <a:ext uri="{FF2B5EF4-FFF2-40B4-BE49-F238E27FC236}">
                <a16:creationId xmlns:a16="http://schemas.microsoft.com/office/drawing/2014/main" id="{C8CA8149-4889-0590-14DA-633C5FC43769}"/>
              </a:ext>
            </a:extLst>
          </p:cNvPr>
          <p:cNvSpPr>
            <a:spLocks noGrp="1"/>
          </p:cNvSpPr>
          <p:nvPr>
            <p:ph type="body" sz="quarter" idx="18"/>
          </p:nvPr>
        </p:nvSpPr>
        <p:spPr/>
        <p:txBody>
          <a:bodyPr/>
          <a:lstStyle/>
          <a:p>
            <a:r>
              <a:rPr lang="en-US" i="1" dirty="0"/>
              <a:t>Creating synergies with existing businesses</a:t>
            </a:r>
          </a:p>
        </p:txBody>
      </p:sp>
      <p:graphicFrame>
        <p:nvGraphicFramePr>
          <p:cNvPr id="17" name="Content Placeholder 16">
            <a:extLst>
              <a:ext uri="{FF2B5EF4-FFF2-40B4-BE49-F238E27FC236}">
                <a16:creationId xmlns:a16="http://schemas.microsoft.com/office/drawing/2014/main" id="{519568E5-F1BA-B1AC-F90B-3D29D325C5D2}"/>
              </a:ext>
            </a:extLst>
          </p:cNvPr>
          <p:cNvGraphicFramePr>
            <a:graphicFrameLocks noGrp="1"/>
          </p:cNvGraphicFramePr>
          <p:nvPr>
            <p:ph sz="quarter" idx="12"/>
            <p:extLst>
              <p:ext uri="{D42A27DB-BD31-4B8C-83A1-F6EECF244321}">
                <p14:modId xmlns:p14="http://schemas.microsoft.com/office/powerpoint/2010/main" val="1369707151"/>
              </p:ext>
            </p:extLst>
          </p:nvPr>
        </p:nvGraphicFramePr>
        <p:xfrm>
          <a:off x="5134506" y="2296623"/>
          <a:ext cx="2251031" cy="2113017"/>
        </p:xfrm>
        <a:graphic>
          <a:graphicData uri="http://schemas.openxmlformats.org/drawingml/2006/chart">
            <c:chart xmlns:c="http://schemas.openxmlformats.org/drawingml/2006/chart" xmlns:r="http://schemas.openxmlformats.org/officeDocument/2006/relationships" r:id="rId3"/>
          </a:graphicData>
        </a:graphic>
      </p:graphicFrame>
      <p:sp>
        <p:nvSpPr>
          <p:cNvPr id="7" name="Content Placeholder 6">
            <a:extLst>
              <a:ext uri="{FF2B5EF4-FFF2-40B4-BE49-F238E27FC236}">
                <a16:creationId xmlns:a16="http://schemas.microsoft.com/office/drawing/2014/main" id="{0C2C3035-3F16-BAB3-2ADA-414F3DCF8620}"/>
              </a:ext>
            </a:extLst>
          </p:cNvPr>
          <p:cNvSpPr>
            <a:spLocks noGrp="1"/>
          </p:cNvSpPr>
          <p:nvPr>
            <p:ph idx="19"/>
          </p:nvPr>
        </p:nvSpPr>
        <p:spPr/>
        <p:txBody>
          <a:bodyPr/>
          <a:lstStyle/>
          <a:p>
            <a:r>
              <a:rPr lang="en-US" dirty="0" err="1"/>
              <a:t>DivvyPay</a:t>
            </a:r>
            <a:r>
              <a:rPr lang="en-US" dirty="0"/>
              <a:t> Inc (Divvy)</a:t>
            </a:r>
          </a:p>
        </p:txBody>
      </p:sp>
      <p:sp>
        <p:nvSpPr>
          <p:cNvPr id="8" name="Content Placeholder 7">
            <a:extLst>
              <a:ext uri="{FF2B5EF4-FFF2-40B4-BE49-F238E27FC236}">
                <a16:creationId xmlns:a16="http://schemas.microsoft.com/office/drawing/2014/main" id="{14557D38-0192-1B9F-0506-E136110D8EDC}"/>
              </a:ext>
            </a:extLst>
          </p:cNvPr>
          <p:cNvSpPr>
            <a:spLocks noGrp="1"/>
          </p:cNvSpPr>
          <p:nvPr>
            <p:ph idx="23"/>
          </p:nvPr>
        </p:nvSpPr>
        <p:spPr/>
        <p:txBody>
          <a:bodyPr/>
          <a:lstStyle/>
          <a:p>
            <a:r>
              <a:rPr lang="en-US" dirty="0"/>
              <a:t>Invoice2Go</a:t>
            </a:r>
          </a:p>
        </p:txBody>
      </p:sp>
      <p:sp>
        <p:nvSpPr>
          <p:cNvPr id="9" name="Content Placeholder 8">
            <a:extLst>
              <a:ext uri="{FF2B5EF4-FFF2-40B4-BE49-F238E27FC236}">
                <a16:creationId xmlns:a16="http://schemas.microsoft.com/office/drawing/2014/main" id="{6782BA2D-CB19-9E5D-EB44-1842A3F169E1}"/>
              </a:ext>
            </a:extLst>
          </p:cNvPr>
          <p:cNvSpPr>
            <a:spLocks noGrp="1"/>
          </p:cNvSpPr>
          <p:nvPr>
            <p:ph idx="24"/>
          </p:nvPr>
        </p:nvSpPr>
        <p:spPr>
          <a:solidFill>
            <a:srgbClr val="004C92"/>
          </a:solidFill>
        </p:spPr>
        <p:txBody>
          <a:bodyPr/>
          <a:lstStyle/>
          <a:p>
            <a:r>
              <a:rPr lang="en-US" dirty="0"/>
              <a:t>Deal Structure</a:t>
            </a:r>
          </a:p>
        </p:txBody>
      </p:sp>
      <p:graphicFrame>
        <p:nvGraphicFramePr>
          <p:cNvPr id="26" name="Content Placeholder 25">
            <a:extLst>
              <a:ext uri="{FF2B5EF4-FFF2-40B4-BE49-F238E27FC236}">
                <a16:creationId xmlns:a16="http://schemas.microsoft.com/office/drawing/2014/main" id="{3B0F3DF5-A6BD-1902-DF34-DDD8D98A315D}"/>
              </a:ext>
            </a:extLst>
          </p:cNvPr>
          <p:cNvGraphicFramePr>
            <a:graphicFrameLocks noGrp="1"/>
          </p:cNvGraphicFramePr>
          <p:nvPr>
            <p:ph idx="28"/>
            <p:extLst>
              <p:ext uri="{D42A27DB-BD31-4B8C-83A1-F6EECF244321}">
                <p14:modId xmlns:p14="http://schemas.microsoft.com/office/powerpoint/2010/main" val="1881315487"/>
              </p:ext>
            </p:extLst>
          </p:nvPr>
        </p:nvGraphicFramePr>
        <p:xfrm>
          <a:off x="6990735" y="2296623"/>
          <a:ext cx="2848293" cy="2113016"/>
        </p:xfrm>
        <a:graphic>
          <a:graphicData uri="http://schemas.openxmlformats.org/drawingml/2006/chart">
            <c:chart xmlns:c="http://schemas.openxmlformats.org/drawingml/2006/chart" xmlns:r="http://schemas.openxmlformats.org/officeDocument/2006/relationships" r:id="rId4"/>
          </a:graphicData>
        </a:graphic>
      </p:graphicFrame>
      <p:sp>
        <p:nvSpPr>
          <p:cNvPr id="12" name="Content Placeholder 11">
            <a:extLst>
              <a:ext uri="{FF2B5EF4-FFF2-40B4-BE49-F238E27FC236}">
                <a16:creationId xmlns:a16="http://schemas.microsoft.com/office/drawing/2014/main" id="{FA134407-B4DC-B1E8-DA91-71F6CDCA333E}"/>
              </a:ext>
            </a:extLst>
          </p:cNvPr>
          <p:cNvSpPr>
            <a:spLocks noGrp="1"/>
          </p:cNvSpPr>
          <p:nvPr>
            <p:ph idx="30"/>
          </p:nvPr>
        </p:nvSpPr>
        <p:spPr/>
        <p:txBody>
          <a:bodyPr/>
          <a:lstStyle/>
          <a:p>
            <a:r>
              <a:rPr lang="en-US" dirty="0"/>
              <a:t>Finmark</a:t>
            </a:r>
          </a:p>
        </p:txBody>
      </p:sp>
      <p:sp>
        <p:nvSpPr>
          <p:cNvPr id="13" name="Content Placeholder 12">
            <a:extLst>
              <a:ext uri="{FF2B5EF4-FFF2-40B4-BE49-F238E27FC236}">
                <a16:creationId xmlns:a16="http://schemas.microsoft.com/office/drawing/2014/main" id="{B3D9754D-CBBA-812A-728C-0733D2F0D5B0}"/>
              </a:ext>
            </a:extLst>
          </p:cNvPr>
          <p:cNvSpPr>
            <a:spLocks noGrp="1"/>
          </p:cNvSpPr>
          <p:nvPr>
            <p:ph idx="31"/>
          </p:nvPr>
        </p:nvSpPr>
        <p:spPr/>
        <p:txBody>
          <a:bodyPr/>
          <a:lstStyle/>
          <a:p>
            <a:r>
              <a:rPr lang="en-US" b="1" dirty="0"/>
              <a:t>BILL’s Strategy</a:t>
            </a:r>
          </a:p>
        </p:txBody>
      </p:sp>
      <p:graphicFrame>
        <p:nvGraphicFramePr>
          <p:cNvPr id="33" name="Chart 32">
            <a:extLst>
              <a:ext uri="{FF2B5EF4-FFF2-40B4-BE49-F238E27FC236}">
                <a16:creationId xmlns:a16="http://schemas.microsoft.com/office/drawing/2014/main" id="{7EC94F5F-A9F2-211F-55FE-284701EC0E7C}"/>
              </a:ext>
            </a:extLst>
          </p:cNvPr>
          <p:cNvGraphicFramePr/>
          <p:nvPr/>
        </p:nvGraphicFramePr>
        <p:xfrm>
          <a:off x="5273632" y="4282831"/>
          <a:ext cx="4220309" cy="2680677"/>
        </p:xfrm>
        <a:graphic>
          <a:graphicData uri="http://schemas.openxmlformats.org/drawingml/2006/chart">
            <c:chart xmlns:c="http://schemas.openxmlformats.org/drawingml/2006/chart" xmlns:r="http://schemas.openxmlformats.org/officeDocument/2006/relationships" r:id="rId5"/>
          </a:graphicData>
        </a:graphic>
      </p:graphicFrame>
      <p:cxnSp>
        <p:nvCxnSpPr>
          <p:cNvPr id="35" name="Straight Connector 34">
            <a:extLst>
              <a:ext uri="{FF2B5EF4-FFF2-40B4-BE49-F238E27FC236}">
                <a16:creationId xmlns:a16="http://schemas.microsoft.com/office/drawing/2014/main" id="{8DF60CEC-E216-A130-E984-A076030CEA34}"/>
              </a:ext>
            </a:extLst>
          </p:cNvPr>
          <p:cNvCxnSpPr>
            <a:cxnSpLocks/>
          </p:cNvCxnSpPr>
          <p:nvPr/>
        </p:nvCxnSpPr>
        <p:spPr>
          <a:xfrm flipH="1">
            <a:off x="8345754" y="6086764"/>
            <a:ext cx="685562" cy="383234"/>
          </a:xfrm>
          <a:prstGeom prst="line">
            <a:avLst/>
          </a:prstGeom>
        </p:spPr>
        <p:style>
          <a:lnRef idx="3">
            <a:schemeClr val="dk1"/>
          </a:lnRef>
          <a:fillRef idx="0">
            <a:schemeClr val="dk1"/>
          </a:fillRef>
          <a:effectRef idx="2">
            <a:schemeClr val="dk1"/>
          </a:effectRef>
          <a:fontRef idx="minor">
            <a:schemeClr val="tx1"/>
          </a:fontRef>
        </p:style>
      </p:cxnSp>
      <p:cxnSp>
        <p:nvCxnSpPr>
          <p:cNvPr id="37" name="Straight Connector 36">
            <a:extLst>
              <a:ext uri="{FF2B5EF4-FFF2-40B4-BE49-F238E27FC236}">
                <a16:creationId xmlns:a16="http://schemas.microsoft.com/office/drawing/2014/main" id="{2E90DD55-8E5E-BA47-3015-4017E846BA18}"/>
              </a:ext>
            </a:extLst>
          </p:cNvPr>
          <p:cNvCxnSpPr>
            <a:cxnSpLocks/>
          </p:cNvCxnSpPr>
          <p:nvPr/>
        </p:nvCxnSpPr>
        <p:spPr>
          <a:xfrm flipV="1">
            <a:off x="8864737" y="5279646"/>
            <a:ext cx="166579" cy="593065"/>
          </a:xfrm>
          <a:prstGeom prst="line">
            <a:avLst/>
          </a:prstGeom>
        </p:spPr>
        <p:style>
          <a:lnRef idx="3">
            <a:schemeClr val="dk1"/>
          </a:lnRef>
          <a:fillRef idx="0">
            <a:schemeClr val="dk1"/>
          </a:fillRef>
          <a:effectRef idx="2">
            <a:schemeClr val="dk1"/>
          </a:effectRef>
          <a:fontRef idx="minor">
            <a:schemeClr val="tx1"/>
          </a:fontRef>
        </p:style>
      </p:cxnSp>
      <p:cxnSp>
        <p:nvCxnSpPr>
          <p:cNvPr id="39" name="Straight Connector 38">
            <a:extLst>
              <a:ext uri="{FF2B5EF4-FFF2-40B4-BE49-F238E27FC236}">
                <a16:creationId xmlns:a16="http://schemas.microsoft.com/office/drawing/2014/main" id="{CC2758EB-B0BD-2A62-56EF-9405DD20D2A1}"/>
              </a:ext>
            </a:extLst>
          </p:cNvPr>
          <p:cNvCxnSpPr>
            <a:cxnSpLocks/>
          </p:cNvCxnSpPr>
          <p:nvPr/>
        </p:nvCxnSpPr>
        <p:spPr>
          <a:xfrm flipH="1" flipV="1">
            <a:off x="6724547" y="5313405"/>
            <a:ext cx="1799144" cy="795776"/>
          </a:xfrm>
          <a:prstGeom prst="line">
            <a:avLst/>
          </a:prstGeom>
        </p:spPr>
        <p:style>
          <a:lnRef idx="3">
            <a:schemeClr val="dk1"/>
          </a:lnRef>
          <a:fillRef idx="0">
            <a:schemeClr val="dk1"/>
          </a:fillRef>
          <a:effectRef idx="2">
            <a:schemeClr val="dk1"/>
          </a:effectRef>
          <a:fontRef idx="minor">
            <a:schemeClr val="tx1"/>
          </a:fontRef>
        </p:style>
      </p:cxnSp>
      <p:sp>
        <p:nvSpPr>
          <p:cNvPr id="43" name="TextBox 42">
            <a:extLst>
              <a:ext uri="{FF2B5EF4-FFF2-40B4-BE49-F238E27FC236}">
                <a16:creationId xmlns:a16="http://schemas.microsoft.com/office/drawing/2014/main" id="{A333404A-0C5D-C78D-397A-181F258ED27C}"/>
              </a:ext>
            </a:extLst>
          </p:cNvPr>
          <p:cNvSpPr txBox="1"/>
          <p:nvPr/>
        </p:nvSpPr>
        <p:spPr>
          <a:xfrm>
            <a:off x="5963371" y="5074650"/>
            <a:ext cx="931699" cy="230832"/>
          </a:xfrm>
          <a:prstGeom prst="rect">
            <a:avLst/>
          </a:prstGeom>
          <a:noFill/>
          <a:ln>
            <a:solidFill>
              <a:schemeClr val="tx1"/>
            </a:solidFill>
          </a:ln>
        </p:spPr>
        <p:txBody>
          <a:bodyPr wrap="square" rtlCol="0">
            <a:spAutoFit/>
          </a:bodyPr>
          <a:lstStyle/>
          <a:p>
            <a:r>
              <a:rPr lang="en-US" sz="900" dirty="0"/>
              <a:t>Acquires </a:t>
            </a:r>
            <a:r>
              <a:rPr lang="en-US" sz="900" b="1" dirty="0"/>
              <a:t>Divvy</a:t>
            </a:r>
          </a:p>
        </p:txBody>
      </p:sp>
      <p:sp>
        <p:nvSpPr>
          <p:cNvPr id="44" name="TextBox 43">
            <a:extLst>
              <a:ext uri="{FF2B5EF4-FFF2-40B4-BE49-F238E27FC236}">
                <a16:creationId xmlns:a16="http://schemas.microsoft.com/office/drawing/2014/main" id="{702C9F29-85ED-CAA1-2A02-AB2D583BCBF4}"/>
              </a:ext>
            </a:extLst>
          </p:cNvPr>
          <p:cNvSpPr txBox="1"/>
          <p:nvPr/>
        </p:nvSpPr>
        <p:spPr>
          <a:xfrm>
            <a:off x="8321040" y="5048814"/>
            <a:ext cx="1172901" cy="230832"/>
          </a:xfrm>
          <a:prstGeom prst="rect">
            <a:avLst/>
          </a:prstGeom>
          <a:noFill/>
          <a:ln>
            <a:solidFill>
              <a:schemeClr val="tx1"/>
            </a:solidFill>
          </a:ln>
        </p:spPr>
        <p:txBody>
          <a:bodyPr wrap="square" rtlCol="0">
            <a:spAutoFit/>
          </a:bodyPr>
          <a:lstStyle/>
          <a:p>
            <a:r>
              <a:rPr lang="en-US" sz="900" dirty="0"/>
              <a:t>Acquires </a:t>
            </a:r>
            <a:r>
              <a:rPr lang="en-US" sz="900" b="1" dirty="0"/>
              <a:t>Invoice2Go</a:t>
            </a:r>
          </a:p>
        </p:txBody>
      </p:sp>
      <p:sp>
        <p:nvSpPr>
          <p:cNvPr id="11" name="Content Placeholder 5">
            <a:extLst>
              <a:ext uri="{FF2B5EF4-FFF2-40B4-BE49-F238E27FC236}">
                <a16:creationId xmlns:a16="http://schemas.microsoft.com/office/drawing/2014/main" id="{8B0B2E4A-11BE-A85D-41C0-AA9FB9A74687}"/>
              </a:ext>
            </a:extLst>
          </p:cNvPr>
          <p:cNvSpPr txBox="1">
            <a:spLocks/>
          </p:cNvSpPr>
          <p:nvPr/>
        </p:nvSpPr>
        <p:spPr>
          <a:xfrm>
            <a:off x="489688" y="2257749"/>
            <a:ext cx="2065278" cy="1878327"/>
          </a:xfrm>
          <a:prstGeom prst="rect">
            <a:avLst/>
          </a:prstGeom>
        </p:spPr>
        <p:txBody>
          <a:bodyPr/>
          <a:lstStyle>
            <a:lvl1pPr marL="171450" indent="-171450" algn="l" defTabSz="1005840" rtl="0" eaLnBrk="1" latinLnBrk="0" hangingPunct="1">
              <a:lnSpc>
                <a:spcPct val="90000"/>
              </a:lnSpc>
              <a:spcBef>
                <a:spcPts val="1100"/>
              </a:spcBef>
              <a:buClr>
                <a:srgbClr val="1E1F49"/>
              </a:buClr>
              <a:buSzPct val="90000"/>
              <a:buFont typeface="Wingdings" pitchFamily="2" charset="2"/>
              <a:buChar char="§"/>
              <a:tabLst/>
              <a:defRPr sz="1800" kern="1200">
                <a:solidFill>
                  <a:schemeClr val="tx1"/>
                </a:solidFill>
                <a:latin typeface="Garamond" panose="02020404030301010803" pitchFamily="18" charset="0"/>
                <a:ea typeface="+mn-ea"/>
                <a:cs typeface="+mn-cs"/>
              </a:defRPr>
            </a:lvl1pPr>
            <a:lvl2pPr marL="344488" indent="-173038" algn="l" defTabSz="1005840" rtl="0" eaLnBrk="1" latinLnBrk="0" hangingPunct="1">
              <a:lnSpc>
                <a:spcPct val="90000"/>
              </a:lnSpc>
              <a:spcBef>
                <a:spcPts val="550"/>
              </a:spcBef>
              <a:buClr>
                <a:srgbClr val="1E1F49"/>
              </a:buClr>
              <a:buSzPct val="90000"/>
              <a:buFont typeface=".Hiragino Kaku Gothic Interface W3"/>
              <a:buChar char="▫"/>
              <a:tabLst/>
              <a:defRPr sz="1800" kern="1200">
                <a:solidFill>
                  <a:schemeClr val="tx1"/>
                </a:solidFill>
                <a:latin typeface="Garamond" panose="02020404030301010803" pitchFamily="18" charset="0"/>
                <a:ea typeface="+mn-ea"/>
                <a:cs typeface="+mn-cs"/>
              </a:defRPr>
            </a:lvl2pPr>
            <a:lvl3pPr marL="517525" indent="-173038" algn="l" defTabSz="1005840" rtl="0" eaLnBrk="1" latinLnBrk="0" hangingPunct="1">
              <a:lnSpc>
                <a:spcPct val="90000"/>
              </a:lnSpc>
              <a:spcBef>
                <a:spcPts val="550"/>
              </a:spcBef>
              <a:buClr>
                <a:srgbClr val="1E1F49"/>
              </a:buClr>
              <a:buSzPct val="90000"/>
              <a:buFont typeface="Arial" panose="020B0604020202020204" pitchFamily="34" charset="0"/>
              <a:buChar char="•"/>
              <a:tabLst/>
              <a:defRPr sz="1800" kern="1200">
                <a:solidFill>
                  <a:schemeClr val="tx1"/>
                </a:solidFill>
                <a:latin typeface="Garamond" panose="02020404030301010803" pitchFamily="18" charset="0"/>
                <a:ea typeface="+mn-ea"/>
                <a:cs typeface="+mn-cs"/>
              </a:defRPr>
            </a:lvl3pPr>
            <a:lvl4pPr marL="690563" indent="-173038" algn="l" defTabSz="1005840" rtl="0" eaLnBrk="1" latinLnBrk="0" hangingPunct="1">
              <a:lnSpc>
                <a:spcPct val="90000"/>
              </a:lnSpc>
              <a:spcBef>
                <a:spcPts val="550"/>
              </a:spcBef>
              <a:buClr>
                <a:srgbClr val="1E1F49"/>
              </a:buClr>
              <a:buSzPct val="90000"/>
              <a:buFont typeface="Arial" panose="020B0604020202020204" pitchFamily="34" charset="0"/>
              <a:buChar char="•"/>
              <a:tabLst/>
              <a:defRPr sz="1800" kern="1200">
                <a:solidFill>
                  <a:schemeClr val="tx1"/>
                </a:solidFill>
                <a:latin typeface="Garamond" panose="02020404030301010803" pitchFamily="18" charset="0"/>
                <a:ea typeface="+mn-ea"/>
                <a:cs typeface="+mn-cs"/>
              </a:defRPr>
            </a:lvl4pPr>
            <a:lvl5pPr marL="863600" indent="-173038" algn="l" defTabSz="1005840" rtl="0" eaLnBrk="1" latinLnBrk="0" hangingPunct="1">
              <a:lnSpc>
                <a:spcPct val="90000"/>
              </a:lnSpc>
              <a:spcBef>
                <a:spcPts val="550"/>
              </a:spcBef>
              <a:buClr>
                <a:srgbClr val="1E1F49"/>
              </a:buClr>
              <a:buSzPct val="90000"/>
              <a:buFont typeface="Arial" panose="020B0604020202020204" pitchFamily="34" charset="0"/>
              <a:buChar char="•"/>
              <a:tabLst/>
              <a:defRPr sz="1800" kern="1200">
                <a:solidFill>
                  <a:schemeClr val="tx1"/>
                </a:solidFill>
                <a:latin typeface="Garamond" panose="02020404030301010803" pitchFamily="18" charset="0"/>
                <a:ea typeface="+mn-ea"/>
                <a:cs typeface="+mn-cs"/>
              </a:defRPr>
            </a:lvl5pPr>
            <a:lvl6pPr marL="2766060" indent="-251460" algn="l" defTabSz="1005840" rtl="0" eaLnBrk="1" latinLnBrk="0" hangingPunct="1">
              <a:lnSpc>
                <a:spcPct val="90000"/>
              </a:lnSpc>
              <a:spcBef>
                <a:spcPts val="550"/>
              </a:spcBef>
              <a:buFont typeface="Arial" panose="020B0604020202020204" pitchFamily="34" charset="0"/>
              <a:buChar char="•"/>
              <a:defRPr sz="1980" kern="1200">
                <a:solidFill>
                  <a:schemeClr val="tx1"/>
                </a:solidFill>
                <a:latin typeface="+mn-lt"/>
                <a:ea typeface="+mn-ea"/>
                <a:cs typeface="+mn-cs"/>
              </a:defRPr>
            </a:lvl6pPr>
            <a:lvl7pPr marL="3268980" indent="-251460" algn="l" defTabSz="1005840" rtl="0" eaLnBrk="1" latinLnBrk="0" hangingPunct="1">
              <a:lnSpc>
                <a:spcPct val="90000"/>
              </a:lnSpc>
              <a:spcBef>
                <a:spcPts val="550"/>
              </a:spcBef>
              <a:buFont typeface="Arial" panose="020B0604020202020204" pitchFamily="34" charset="0"/>
              <a:buChar char="•"/>
              <a:defRPr sz="1980" kern="1200">
                <a:solidFill>
                  <a:schemeClr val="tx1"/>
                </a:solidFill>
                <a:latin typeface="+mn-lt"/>
                <a:ea typeface="+mn-ea"/>
                <a:cs typeface="+mn-cs"/>
              </a:defRPr>
            </a:lvl7pPr>
            <a:lvl8pPr marL="3771900" indent="-251460" algn="l" defTabSz="1005840" rtl="0" eaLnBrk="1" latinLnBrk="0" hangingPunct="1">
              <a:lnSpc>
                <a:spcPct val="90000"/>
              </a:lnSpc>
              <a:spcBef>
                <a:spcPts val="550"/>
              </a:spcBef>
              <a:buFont typeface="Arial" panose="020B0604020202020204" pitchFamily="34" charset="0"/>
              <a:buChar char="•"/>
              <a:defRPr sz="1980" kern="1200">
                <a:solidFill>
                  <a:schemeClr val="tx1"/>
                </a:solidFill>
                <a:latin typeface="+mn-lt"/>
                <a:ea typeface="+mn-ea"/>
                <a:cs typeface="+mn-cs"/>
              </a:defRPr>
            </a:lvl8pPr>
            <a:lvl9pPr marL="4274820" indent="-251460" algn="l" defTabSz="1005840" rtl="0" eaLnBrk="1" latinLnBrk="0" hangingPunct="1">
              <a:lnSpc>
                <a:spcPct val="90000"/>
              </a:lnSpc>
              <a:spcBef>
                <a:spcPts val="550"/>
              </a:spcBef>
              <a:buFont typeface="Arial" panose="020B0604020202020204" pitchFamily="34" charset="0"/>
              <a:buChar char="•"/>
              <a:defRPr sz="1980" kern="1200">
                <a:solidFill>
                  <a:schemeClr val="tx1"/>
                </a:solidFill>
                <a:latin typeface="+mn-lt"/>
                <a:ea typeface="+mn-ea"/>
                <a:cs typeface="+mn-cs"/>
              </a:defRPr>
            </a:lvl9pPr>
          </a:lstStyle>
          <a:p>
            <a:r>
              <a:rPr lang="en-US" sz="1400" kern="100" dirty="0">
                <a:effectLst/>
                <a:latin typeface="+mn-lt"/>
                <a:ea typeface="Calibri" panose="020F0502020204030204" pitchFamily="34" charset="0"/>
                <a:cs typeface="Times New Roman" panose="02020603050405020304" pitchFamily="18" charset="0"/>
              </a:rPr>
              <a:t>Provider of expense management products and smart charge cards for SMBs</a:t>
            </a:r>
          </a:p>
          <a:p>
            <a:r>
              <a:rPr lang="en-US" sz="1400" dirty="0">
                <a:solidFill>
                  <a:srgbClr val="000000"/>
                </a:solidFill>
                <a:latin typeface="+mn-lt"/>
              </a:rPr>
              <a:t>S</a:t>
            </a:r>
            <a:r>
              <a:rPr lang="en-US" sz="1400" b="0" i="0" dirty="0">
                <a:solidFill>
                  <a:srgbClr val="000000"/>
                </a:solidFill>
                <a:effectLst/>
                <a:latin typeface="+mn-lt"/>
              </a:rPr>
              <a:t>mart corporate credit card to provide instant visibility and control of company-wide spending</a:t>
            </a:r>
            <a:endParaRPr lang="en-US" sz="1400" kern="100" dirty="0">
              <a:effectLst/>
              <a:latin typeface="+mn-lt"/>
              <a:ea typeface="Calibri" panose="020F0502020204030204" pitchFamily="34" charset="0"/>
              <a:cs typeface="Times New Roman" panose="02020603050405020304" pitchFamily="18" charset="0"/>
            </a:endParaRPr>
          </a:p>
        </p:txBody>
      </p:sp>
      <p:sp>
        <p:nvSpPr>
          <p:cNvPr id="18" name="Content Placeholder 5">
            <a:extLst>
              <a:ext uri="{FF2B5EF4-FFF2-40B4-BE49-F238E27FC236}">
                <a16:creationId xmlns:a16="http://schemas.microsoft.com/office/drawing/2014/main" id="{DE852E8F-1956-1DD4-C62E-550984F7EA9F}"/>
              </a:ext>
            </a:extLst>
          </p:cNvPr>
          <p:cNvSpPr txBox="1">
            <a:spLocks/>
          </p:cNvSpPr>
          <p:nvPr/>
        </p:nvSpPr>
        <p:spPr>
          <a:xfrm>
            <a:off x="2802487" y="2232432"/>
            <a:ext cx="2121408" cy="1849921"/>
          </a:xfrm>
          <a:prstGeom prst="rect">
            <a:avLst/>
          </a:prstGeom>
        </p:spPr>
        <p:txBody>
          <a:bodyPr/>
          <a:lstStyle>
            <a:lvl1pPr marL="171450" indent="-171450" algn="l" defTabSz="1005840" rtl="0" eaLnBrk="1" latinLnBrk="0" hangingPunct="1">
              <a:lnSpc>
                <a:spcPct val="90000"/>
              </a:lnSpc>
              <a:spcBef>
                <a:spcPts val="1100"/>
              </a:spcBef>
              <a:buClr>
                <a:srgbClr val="1E1F49"/>
              </a:buClr>
              <a:buSzPct val="90000"/>
              <a:buFont typeface="Wingdings" pitchFamily="2" charset="2"/>
              <a:buChar char="§"/>
              <a:tabLst/>
              <a:defRPr sz="1800" kern="1200">
                <a:solidFill>
                  <a:schemeClr val="tx1"/>
                </a:solidFill>
                <a:latin typeface="Garamond" panose="02020404030301010803" pitchFamily="18" charset="0"/>
                <a:ea typeface="+mn-ea"/>
                <a:cs typeface="+mn-cs"/>
              </a:defRPr>
            </a:lvl1pPr>
            <a:lvl2pPr marL="344488" indent="-173038" algn="l" defTabSz="1005840" rtl="0" eaLnBrk="1" latinLnBrk="0" hangingPunct="1">
              <a:lnSpc>
                <a:spcPct val="90000"/>
              </a:lnSpc>
              <a:spcBef>
                <a:spcPts val="550"/>
              </a:spcBef>
              <a:buClr>
                <a:srgbClr val="1E1F49"/>
              </a:buClr>
              <a:buSzPct val="90000"/>
              <a:buFont typeface=".Hiragino Kaku Gothic Interface W3"/>
              <a:buChar char="▫"/>
              <a:tabLst/>
              <a:defRPr sz="1800" kern="1200">
                <a:solidFill>
                  <a:schemeClr val="tx1"/>
                </a:solidFill>
                <a:latin typeface="Garamond" panose="02020404030301010803" pitchFamily="18" charset="0"/>
                <a:ea typeface="+mn-ea"/>
                <a:cs typeface="+mn-cs"/>
              </a:defRPr>
            </a:lvl2pPr>
            <a:lvl3pPr marL="517525" indent="-173038" algn="l" defTabSz="1005840" rtl="0" eaLnBrk="1" latinLnBrk="0" hangingPunct="1">
              <a:lnSpc>
                <a:spcPct val="90000"/>
              </a:lnSpc>
              <a:spcBef>
                <a:spcPts val="550"/>
              </a:spcBef>
              <a:buClr>
                <a:srgbClr val="1E1F49"/>
              </a:buClr>
              <a:buSzPct val="90000"/>
              <a:buFont typeface="Arial" panose="020B0604020202020204" pitchFamily="34" charset="0"/>
              <a:buChar char="•"/>
              <a:tabLst/>
              <a:defRPr sz="1800" kern="1200">
                <a:solidFill>
                  <a:schemeClr val="tx1"/>
                </a:solidFill>
                <a:latin typeface="Garamond" panose="02020404030301010803" pitchFamily="18" charset="0"/>
                <a:ea typeface="+mn-ea"/>
                <a:cs typeface="+mn-cs"/>
              </a:defRPr>
            </a:lvl3pPr>
            <a:lvl4pPr marL="690563" indent="-173038" algn="l" defTabSz="1005840" rtl="0" eaLnBrk="1" latinLnBrk="0" hangingPunct="1">
              <a:lnSpc>
                <a:spcPct val="90000"/>
              </a:lnSpc>
              <a:spcBef>
                <a:spcPts val="550"/>
              </a:spcBef>
              <a:buClr>
                <a:srgbClr val="1E1F49"/>
              </a:buClr>
              <a:buSzPct val="90000"/>
              <a:buFont typeface="Arial" panose="020B0604020202020204" pitchFamily="34" charset="0"/>
              <a:buChar char="•"/>
              <a:tabLst/>
              <a:defRPr sz="1800" kern="1200">
                <a:solidFill>
                  <a:schemeClr val="tx1"/>
                </a:solidFill>
                <a:latin typeface="Garamond" panose="02020404030301010803" pitchFamily="18" charset="0"/>
                <a:ea typeface="+mn-ea"/>
                <a:cs typeface="+mn-cs"/>
              </a:defRPr>
            </a:lvl4pPr>
            <a:lvl5pPr marL="863600" indent="-173038" algn="l" defTabSz="1005840" rtl="0" eaLnBrk="1" latinLnBrk="0" hangingPunct="1">
              <a:lnSpc>
                <a:spcPct val="90000"/>
              </a:lnSpc>
              <a:spcBef>
                <a:spcPts val="550"/>
              </a:spcBef>
              <a:buClr>
                <a:srgbClr val="1E1F49"/>
              </a:buClr>
              <a:buSzPct val="90000"/>
              <a:buFont typeface="Arial" panose="020B0604020202020204" pitchFamily="34" charset="0"/>
              <a:buChar char="•"/>
              <a:tabLst/>
              <a:defRPr sz="1800" kern="1200">
                <a:solidFill>
                  <a:schemeClr val="tx1"/>
                </a:solidFill>
                <a:latin typeface="Garamond" panose="02020404030301010803" pitchFamily="18" charset="0"/>
                <a:ea typeface="+mn-ea"/>
                <a:cs typeface="+mn-cs"/>
              </a:defRPr>
            </a:lvl5pPr>
            <a:lvl6pPr marL="2766060" indent="-251460" algn="l" defTabSz="1005840" rtl="0" eaLnBrk="1" latinLnBrk="0" hangingPunct="1">
              <a:lnSpc>
                <a:spcPct val="90000"/>
              </a:lnSpc>
              <a:spcBef>
                <a:spcPts val="550"/>
              </a:spcBef>
              <a:buFont typeface="Arial" panose="020B0604020202020204" pitchFamily="34" charset="0"/>
              <a:buChar char="•"/>
              <a:defRPr sz="1980" kern="1200">
                <a:solidFill>
                  <a:schemeClr val="tx1"/>
                </a:solidFill>
                <a:latin typeface="+mn-lt"/>
                <a:ea typeface="+mn-ea"/>
                <a:cs typeface="+mn-cs"/>
              </a:defRPr>
            </a:lvl6pPr>
            <a:lvl7pPr marL="3268980" indent="-251460" algn="l" defTabSz="1005840" rtl="0" eaLnBrk="1" latinLnBrk="0" hangingPunct="1">
              <a:lnSpc>
                <a:spcPct val="90000"/>
              </a:lnSpc>
              <a:spcBef>
                <a:spcPts val="550"/>
              </a:spcBef>
              <a:buFont typeface="Arial" panose="020B0604020202020204" pitchFamily="34" charset="0"/>
              <a:buChar char="•"/>
              <a:defRPr sz="1980" kern="1200">
                <a:solidFill>
                  <a:schemeClr val="tx1"/>
                </a:solidFill>
                <a:latin typeface="+mn-lt"/>
                <a:ea typeface="+mn-ea"/>
                <a:cs typeface="+mn-cs"/>
              </a:defRPr>
            </a:lvl7pPr>
            <a:lvl8pPr marL="3771900" indent="-251460" algn="l" defTabSz="1005840" rtl="0" eaLnBrk="1" latinLnBrk="0" hangingPunct="1">
              <a:lnSpc>
                <a:spcPct val="90000"/>
              </a:lnSpc>
              <a:spcBef>
                <a:spcPts val="550"/>
              </a:spcBef>
              <a:buFont typeface="Arial" panose="020B0604020202020204" pitchFamily="34" charset="0"/>
              <a:buChar char="•"/>
              <a:defRPr sz="1980" kern="1200">
                <a:solidFill>
                  <a:schemeClr val="tx1"/>
                </a:solidFill>
                <a:latin typeface="+mn-lt"/>
                <a:ea typeface="+mn-ea"/>
                <a:cs typeface="+mn-cs"/>
              </a:defRPr>
            </a:lvl8pPr>
            <a:lvl9pPr marL="4274820" indent="-251460" algn="l" defTabSz="1005840" rtl="0" eaLnBrk="1" latinLnBrk="0" hangingPunct="1">
              <a:lnSpc>
                <a:spcPct val="90000"/>
              </a:lnSpc>
              <a:spcBef>
                <a:spcPts val="550"/>
              </a:spcBef>
              <a:buFont typeface="Arial" panose="020B0604020202020204" pitchFamily="34" charset="0"/>
              <a:buChar char="•"/>
              <a:defRPr sz="1980" kern="1200">
                <a:solidFill>
                  <a:schemeClr val="tx1"/>
                </a:solidFill>
                <a:latin typeface="+mn-lt"/>
                <a:ea typeface="+mn-ea"/>
                <a:cs typeface="+mn-cs"/>
              </a:defRPr>
            </a:lvl9pPr>
          </a:lstStyle>
          <a:p>
            <a:r>
              <a:rPr lang="en-US" sz="1400" kern="100" dirty="0">
                <a:effectLst/>
                <a:latin typeface="+mn-lt"/>
                <a:ea typeface="Calibri" panose="020F0502020204030204" pitchFamily="34" charset="0"/>
                <a:cs typeface="Times New Roman" panose="02020603050405020304" pitchFamily="18" charset="0"/>
              </a:rPr>
              <a:t>Provider of accounts receivable software to allow SMBs to manage invoicing and payments.</a:t>
            </a:r>
          </a:p>
          <a:p>
            <a:r>
              <a:rPr lang="en-US" sz="1400" dirty="0">
                <a:solidFill>
                  <a:srgbClr val="000000"/>
                </a:solidFill>
                <a:latin typeface="+mn-lt"/>
              </a:rPr>
              <a:t>Automates SMBs’ back-office financial operations</a:t>
            </a:r>
          </a:p>
        </p:txBody>
      </p:sp>
      <p:sp>
        <p:nvSpPr>
          <p:cNvPr id="21" name="Content Placeholder 5">
            <a:extLst>
              <a:ext uri="{FF2B5EF4-FFF2-40B4-BE49-F238E27FC236}">
                <a16:creationId xmlns:a16="http://schemas.microsoft.com/office/drawing/2014/main" id="{A9C3BDF7-7505-7AB2-3E7B-E9E4379CD483}"/>
              </a:ext>
            </a:extLst>
          </p:cNvPr>
          <p:cNvSpPr txBox="1">
            <a:spLocks/>
          </p:cNvSpPr>
          <p:nvPr/>
        </p:nvSpPr>
        <p:spPr>
          <a:xfrm>
            <a:off x="474005" y="4737412"/>
            <a:ext cx="2121408" cy="2226096"/>
          </a:xfrm>
          <a:prstGeom prst="rect">
            <a:avLst/>
          </a:prstGeom>
        </p:spPr>
        <p:txBody>
          <a:bodyPr/>
          <a:lstStyle>
            <a:lvl1pPr marL="171450" indent="-171450" algn="l" defTabSz="1005840" rtl="0" eaLnBrk="1" latinLnBrk="0" hangingPunct="1">
              <a:lnSpc>
                <a:spcPct val="90000"/>
              </a:lnSpc>
              <a:spcBef>
                <a:spcPts val="1100"/>
              </a:spcBef>
              <a:buClr>
                <a:srgbClr val="1E1F49"/>
              </a:buClr>
              <a:buSzPct val="90000"/>
              <a:buFont typeface="Wingdings" pitchFamily="2" charset="2"/>
              <a:buChar char="§"/>
              <a:tabLst/>
              <a:defRPr sz="1800" kern="1200">
                <a:solidFill>
                  <a:schemeClr val="tx1"/>
                </a:solidFill>
                <a:latin typeface="Garamond" panose="02020404030301010803" pitchFamily="18" charset="0"/>
                <a:ea typeface="+mn-ea"/>
                <a:cs typeface="+mn-cs"/>
              </a:defRPr>
            </a:lvl1pPr>
            <a:lvl2pPr marL="344488" indent="-173038" algn="l" defTabSz="1005840" rtl="0" eaLnBrk="1" latinLnBrk="0" hangingPunct="1">
              <a:lnSpc>
                <a:spcPct val="90000"/>
              </a:lnSpc>
              <a:spcBef>
                <a:spcPts val="550"/>
              </a:spcBef>
              <a:buClr>
                <a:srgbClr val="1E1F49"/>
              </a:buClr>
              <a:buSzPct val="90000"/>
              <a:buFont typeface=".Hiragino Kaku Gothic Interface W3"/>
              <a:buChar char="▫"/>
              <a:tabLst/>
              <a:defRPr sz="1800" kern="1200">
                <a:solidFill>
                  <a:schemeClr val="tx1"/>
                </a:solidFill>
                <a:latin typeface="Garamond" panose="02020404030301010803" pitchFamily="18" charset="0"/>
                <a:ea typeface="+mn-ea"/>
                <a:cs typeface="+mn-cs"/>
              </a:defRPr>
            </a:lvl2pPr>
            <a:lvl3pPr marL="517525" indent="-173038" algn="l" defTabSz="1005840" rtl="0" eaLnBrk="1" latinLnBrk="0" hangingPunct="1">
              <a:lnSpc>
                <a:spcPct val="90000"/>
              </a:lnSpc>
              <a:spcBef>
                <a:spcPts val="550"/>
              </a:spcBef>
              <a:buClr>
                <a:srgbClr val="1E1F49"/>
              </a:buClr>
              <a:buSzPct val="90000"/>
              <a:buFont typeface="Arial" panose="020B0604020202020204" pitchFamily="34" charset="0"/>
              <a:buChar char="•"/>
              <a:tabLst/>
              <a:defRPr sz="1800" kern="1200">
                <a:solidFill>
                  <a:schemeClr val="tx1"/>
                </a:solidFill>
                <a:latin typeface="Garamond" panose="02020404030301010803" pitchFamily="18" charset="0"/>
                <a:ea typeface="+mn-ea"/>
                <a:cs typeface="+mn-cs"/>
              </a:defRPr>
            </a:lvl3pPr>
            <a:lvl4pPr marL="690563" indent="-173038" algn="l" defTabSz="1005840" rtl="0" eaLnBrk="1" latinLnBrk="0" hangingPunct="1">
              <a:lnSpc>
                <a:spcPct val="90000"/>
              </a:lnSpc>
              <a:spcBef>
                <a:spcPts val="550"/>
              </a:spcBef>
              <a:buClr>
                <a:srgbClr val="1E1F49"/>
              </a:buClr>
              <a:buSzPct val="90000"/>
              <a:buFont typeface="Arial" panose="020B0604020202020204" pitchFamily="34" charset="0"/>
              <a:buChar char="•"/>
              <a:tabLst/>
              <a:defRPr sz="1800" kern="1200">
                <a:solidFill>
                  <a:schemeClr val="tx1"/>
                </a:solidFill>
                <a:latin typeface="Garamond" panose="02020404030301010803" pitchFamily="18" charset="0"/>
                <a:ea typeface="+mn-ea"/>
                <a:cs typeface="+mn-cs"/>
              </a:defRPr>
            </a:lvl4pPr>
            <a:lvl5pPr marL="863600" indent="-173038" algn="l" defTabSz="1005840" rtl="0" eaLnBrk="1" latinLnBrk="0" hangingPunct="1">
              <a:lnSpc>
                <a:spcPct val="90000"/>
              </a:lnSpc>
              <a:spcBef>
                <a:spcPts val="550"/>
              </a:spcBef>
              <a:buClr>
                <a:srgbClr val="1E1F49"/>
              </a:buClr>
              <a:buSzPct val="90000"/>
              <a:buFont typeface="Arial" panose="020B0604020202020204" pitchFamily="34" charset="0"/>
              <a:buChar char="•"/>
              <a:tabLst/>
              <a:defRPr sz="1800" kern="1200">
                <a:solidFill>
                  <a:schemeClr val="tx1"/>
                </a:solidFill>
                <a:latin typeface="Garamond" panose="02020404030301010803" pitchFamily="18" charset="0"/>
                <a:ea typeface="+mn-ea"/>
                <a:cs typeface="+mn-cs"/>
              </a:defRPr>
            </a:lvl5pPr>
            <a:lvl6pPr marL="2766060" indent="-251460" algn="l" defTabSz="1005840" rtl="0" eaLnBrk="1" latinLnBrk="0" hangingPunct="1">
              <a:lnSpc>
                <a:spcPct val="90000"/>
              </a:lnSpc>
              <a:spcBef>
                <a:spcPts val="550"/>
              </a:spcBef>
              <a:buFont typeface="Arial" panose="020B0604020202020204" pitchFamily="34" charset="0"/>
              <a:buChar char="•"/>
              <a:defRPr sz="1980" kern="1200">
                <a:solidFill>
                  <a:schemeClr val="tx1"/>
                </a:solidFill>
                <a:latin typeface="+mn-lt"/>
                <a:ea typeface="+mn-ea"/>
                <a:cs typeface="+mn-cs"/>
              </a:defRPr>
            </a:lvl6pPr>
            <a:lvl7pPr marL="3268980" indent="-251460" algn="l" defTabSz="1005840" rtl="0" eaLnBrk="1" latinLnBrk="0" hangingPunct="1">
              <a:lnSpc>
                <a:spcPct val="90000"/>
              </a:lnSpc>
              <a:spcBef>
                <a:spcPts val="550"/>
              </a:spcBef>
              <a:buFont typeface="Arial" panose="020B0604020202020204" pitchFamily="34" charset="0"/>
              <a:buChar char="•"/>
              <a:defRPr sz="1980" kern="1200">
                <a:solidFill>
                  <a:schemeClr val="tx1"/>
                </a:solidFill>
                <a:latin typeface="+mn-lt"/>
                <a:ea typeface="+mn-ea"/>
                <a:cs typeface="+mn-cs"/>
              </a:defRPr>
            </a:lvl7pPr>
            <a:lvl8pPr marL="3771900" indent="-251460" algn="l" defTabSz="1005840" rtl="0" eaLnBrk="1" latinLnBrk="0" hangingPunct="1">
              <a:lnSpc>
                <a:spcPct val="90000"/>
              </a:lnSpc>
              <a:spcBef>
                <a:spcPts val="550"/>
              </a:spcBef>
              <a:buFont typeface="Arial" panose="020B0604020202020204" pitchFamily="34" charset="0"/>
              <a:buChar char="•"/>
              <a:defRPr sz="1980" kern="1200">
                <a:solidFill>
                  <a:schemeClr val="tx1"/>
                </a:solidFill>
                <a:latin typeface="+mn-lt"/>
                <a:ea typeface="+mn-ea"/>
                <a:cs typeface="+mn-cs"/>
              </a:defRPr>
            </a:lvl8pPr>
            <a:lvl9pPr marL="4274820" indent="-251460" algn="l" defTabSz="1005840" rtl="0" eaLnBrk="1" latinLnBrk="0" hangingPunct="1">
              <a:lnSpc>
                <a:spcPct val="90000"/>
              </a:lnSpc>
              <a:spcBef>
                <a:spcPts val="550"/>
              </a:spcBef>
              <a:buFont typeface="Arial" panose="020B0604020202020204" pitchFamily="34" charset="0"/>
              <a:buChar char="•"/>
              <a:defRPr sz="1980" kern="1200">
                <a:solidFill>
                  <a:schemeClr val="tx1"/>
                </a:solidFill>
                <a:latin typeface="+mn-lt"/>
                <a:ea typeface="+mn-ea"/>
                <a:cs typeface="+mn-cs"/>
              </a:defRPr>
            </a:lvl9pPr>
          </a:lstStyle>
          <a:p>
            <a:r>
              <a:rPr lang="en-US" sz="1400" dirty="0"/>
              <a:t>Budgeting and financial forecasting solution for SMBs</a:t>
            </a:r>
            <a:r>
              <a:rPr lang="en-US" sz="1400" kern="100" dirty="0">
                <a:effectLst/>
                <a:latin typeface="+mn-lt"/>
                <a:ea typeface="Calibri" panose="020F0502020204030204" pitchFamily="34" charset="0"/>
                <a:cs typeface="Times New Roman" panose="02020603050405020304" pitchFamily="18" charset="0"/>
              </a:rPr>
              <a:t>.</a:t>
            </a:r>
          </a:p>
          <a:p>
            <a:r>
              <a:rPr lang="en-US" sz="1400" dirty="0"/>
              <a:t>Enables process automation for accounting firms with forecasting and cash flow management</a:t>
            </a:r>
          </a:p>
          <a:p>
            <a:pPr marL="0" indent="0">
              <a:spcBef>
                <a:spcPts val="0"/>
              </a:spcBef>
              <a:buNone/>
            </a:pPr>
            <a:r>
              <a:rPr lang="en-US" sz="1200" dirty="0">
                <a:solidFill>
                  <a:srgbClr val="000000"/>
                </a:solidFill>
                <a:latin typeface="+mn-lt"/>
              </a:rPr>
              <a:t>Acquired for Undisclosed Amount</a:t>
            </a:r>
            <a:r>
              <a:rPr lang="en-US" sz="1200" dirty="0">
                <a:latin typeface="+mn-lt"/>
              </a:rPr>
              <a:t> (11/16/22)</a:t>
            </a:r>
            <a:endParaRPr lang="en-US" sz="1200" dirty="0">
              <a:solidFill>
                <a:srgbClr val="000000"/>
              </a:solidFill>
              <a:latin typeface="+mn-lt"/>
            </a:endParaRPr>
          </a:p>
        </p:txBody>
      </p:sp>
      <p:sp>
        <p:nvSpPr>
          <p:cNvPr id="22" name="Content Placeholder 5">
            <a:extLst>
              <a:ext uri="{FF2B5EF4-FFF2-40B4-BE49-F238E27FC236}">
                <a16:creationId xmlns:a16="http://schemas.microsoft.com/office/drawing/2014/main" id="{30412926-7E58-0870-824C-8853A59EEC55}"/>
              </a:ext>
            </a:extLst>
          </p:cNvPr>
          <p:cNvSpPr txBox="1">
            <a:spLocks/>
          </p:cNvSpPr>
          <p:nvPr/>
        </p:nvSpPr>
        <p:spPr>
          <a:xfrm>
            <a:off x="2811178" y="4737412"/>
            <a:ext cx="2121408" cy="1849921"/>
          </a:xfrm>
          <a:prstGeom prst="rect">
            <a:avLst/>
          </a:prstGeom>
        </p:spPr>
        <p:txBody>
          <a:bodyPr/>
          <a:lstStyle>
            <a:lvl1pPr marL="171450" indent="-171450" algn="l" defTabSz="1005840" rtl="0" eaLnBrk="1" latinLnBrk="0" hangingPunct="1">
              <a:lnSpc>
                <a:spcPct val="90000"/>
              </a:lnSpc>
              <a:spcBef>
                <a:spcPts val="1100"/>
              </a:spcBef>
              <a:buClr>
                <a:srgbClr val="1E1F49"/>
              </a:buClr>
              <a:buSzPct val="90000"/>
              <a:buFont typeface="Wingdings" pitchFamily="2" charset="2"/>
              <a:buChar char="§"/>
              <a:tabLst/>
              <a:defRPr sz="1800" kern="1200">
                <a:solidFill>
                  <a:schemeClr val="tx1"/>
                </a:solidFill>
                <a:latin typeface="Garamond" panose="02020404030301010803" pitchFamily="18" charset="0"/>
                <a:ea typeface="+mn-ea"/>
                <a:cs typeface="+mn-cs"/>
              </a:defRPr>
            </a:lvl1pPr>
            <a:lvl2pPr marL="344488" indent="-173038" algn="l" defTabSz="1005840" rtl="0" eaLnBrk="1" latinLnBrk="0" hangingPunct="1">
              <a:lnSpc>
                <a:spcPct val="90000"/>
              </a:lnSpc>
              <a:spcBef>
                <a:spcPts val="550"/>
              </a:spcBef>
              <a:buClr>
                <a:srgbClr val="1E1F49"/>
              </a:buClr>
              <a:buSzPct val="90000"/>
              <a:buFont typeface=".Hiragino Kaku Gothic Interface W3"/>
              <a:buChar char="▫"/>
              <a:tabLst/>
              <a:defRPr sz="1800" kern="1200">
                <a:solidFill>
                  <a:schemeClr val="tx1"/>
                </a:solidFill>
                <a:latin typeface="Garamond" panose="02020404030301010803" pitchFamily="18" charset="0"/>
                <a:ea typeface="+mn-ea"/>
                <a:cs typeface="+mn-cs"/>
              </a:defRPr>
            </a:lvl2pPr>
            <a:lvl3pPr marL="517525" indent="-173038" algn="l" defTabSz="1005840" rtl="0" eaLnBrk="1" latinLnBrk="0" hangingPunct="1">
              <a:lnSpc>
                <a:spcPct val="90000"/>
              </a:lnSpc>
              <a:spcBef>
                <a:spcPts val="550"/>
              </a:spcBef>
              <a:buClr>
                <a:srgbClr val="1E1F49"/>
              </a:buClr>
              <a:buSzPct val="90000"/>
              <a:buFont typeface="Arial" panose="020B0604020202020204" pitchFamily="34" charset="0"/>
              <a:buChar char="•"/>
              <a:tabLst/>
              <a:defRPr sz="1800" kern="1200">
                <a:solidFill>
                  <a:schemeClr val="tx1"/>
                </a:solidFill>
                <a:latin typeface="Garamond" panose="02020404030301010803" pitchFamily="18" charset="0"/>
                <a:ea typeface="+mn-ea"/>
                <a:cs typeface="+mn-cs"/>
              </a:defRPr>
            </a:lvl3pPr>
            <a:lvl4pPr marL="690563" indent="-173038" algn="l" defTabSz="1005840" rtl="0" eaLnBrk="1" latinLnBrk="0" hangingPunct="1">
              <a:lnSpc>
                <a:spcPct val="90000"/>
              </a:lnSpc>
              <a:spcBef>
                <a:spcPts val="550"/>
              </a:spcBef>
              <a:buClr>
                <a:srgbClr val="1E1F49"/>
              </a:buClr>
              <a:buSzPct val="90000"/>
              <a:buFont typeface="Arial" panose="020B0604020202020204" pitchFamily="34" charset="0"/>
              <a:buChar char="•"/>
              <a:tabLst/>
              <a:defRPr sz="1800" kern="1200">
                <a:solidFill>
                  <a:schemeClr val="tx1"/>
                </a:solidFill>
                <a:latin typeface="Garamond" panose="02020404030301010803" pitchFamily="18" charset="0"/>
                <a:ea typeface="+mn-ea"/>
                <a:cs typeface="+mn-cs"/>
              </a:defRPr>
            </a:lvl4pPr>
            <a:lvl5pPr marL="863600" indent="-173038" algn="l" defTabSz="1005840" rtl="0" eaLnBrk="1" latinLnBrk="0" hangingPunct="1">
              <a:lnSpc>
                <a:spcPct val="90000"/>
              </a:lnSpc>
              <a:spcBef>
                <a:spcPts val="550"/>
              </a:spcBef>
              <a:buClr>
                <a:srgbClr val="1E1F49"/>
              </a:buClr>
              <a:buSzPct val="90000"/>
              <a:buFont typeface="Arial" panose="020B0604020202020204" pitchFamily="34" charset="0"/>
              <a:buChar char="•"/>
              <a:tabLst/>
              <a:defRPr sz="1800" kern="1200">
                <a:solidFill>
                  <a:schemeClr val="tx1"/>
                </a:solidFill>
                <a:latin typeface="Garamond" panose="02020404030301010803" pitchFamily="18" charset="0"/>
                <a:ea typeface="+mn-ea"/>
                <a:cs typeface="+mn-cs"/>
              </a:defRPr>
            </a:lvl5pPr>
            <a:lvl6pPr marL="2766060" indent="-251460" algn="l" defTabSz="1005840" rtl="0" eaLnBrk="1" latinLnBrk="0" hangingPunct="1">
              <a:lnSpc>
                <a:spcPct val="90000"/>
              </a:lnSpc>
              <a:spcBef>
                <a:spcPts val="550"/>
              </a:spcBef>
              <a:buFont typeface="Arial" panose="020B0604020202020204" pitchFamily="34" charset="0"/>
              <a:buChar char="•"/>
              <a:defRPr sz="1980" kern="1200">
                <a:solidFill>
                  <a:schemeClr val="tx1"/>
                </a:solidFill>
                <a:latin typeface="+mn-lt"/>
                <a:ea typeface="+mn-ea"/>
                <a:cs typeface="+mn-cs"/>
              </a:defRPr>
            </a:lvl6pPr>
            <a:lvl7pPr marL="3268980" indent="-251460" algn="l" defTabSz="1005840" rtl="0" eaLnBrk="1" latinLnBrk="0" hangingPunct="1">
              <a:lnSpc>
                <a:spcPct val="90000"/>
              </a:lnSpc>
              <a:spcBef>
                <a:spcPts val="550"/>
              </a:spcBef>
              <a:buFont typeface="Arial" panose="020B0604020202020204" pitchFamily="34" charset="0"/>
              <a:buChar char="•"/>
              <a:defRPr sz="1980" kern="1200">
                <a:solidFill>
                  <a:schemeClr val="tx1"/>
                </a:solidFill>
                <a:latin typeface="+mn-lt"/>
                <a:ea typeface="+mn-ea"/>
                <a:cs typeface="+mn-cs"/>
              </a:defRPr>
            </a:lvl7pPr>
            <a:lvl8pPr marL="3771900" indent="-251460" algn="l" defTabSz="1005840" rtl="0" eaLnBrk="1" latinLnBrk="0" hangingPunct="1">
              <a:lnSpc>
                <a:spcPct val="90000"/>
              </a:lnSpc>
              <a:spcBef>
                <a:spcPts val="550"/>
              </a:spcBef>
              <a:buFont typeface="Arial" panose="020B0604020202020204" pitchFamily="34" charset="0"/>
              <a:buChar char="•"/>
              <a:defRPr sz="1980" kern="1200">
                <a:solidFill>
                  <a:schemeClr val="tx1"/>
                </a:solidFill>
                <a:latin typeface="+mn-lt"/>
                <a:ea typeface="+mn-ea"/>
                <a:cs typeface="+mn-cs"/>
              </a:defRPr>
            </a:lvl8pPr>
            <a:lvl9pPr marL="4274820" indent="-251460" algn="l" defTabSz="1005840" rtl="0" eaLnBrk="1" latinLnBrk="0" hangingPunct="1">
              <a:lnSpc>
                <a:spcPct val="90000"/>
              </a:lnSpc>
              <a:spcBef>
                <a:spcPts val="550"/>
              </a:spcBef>
              <a:buFont typeface="Arial" panose="020B0604020202020204" pitchFamily="34" charset="0"/>
              <a:buChar char="•"/>
              <a:defRPr sz="1980" kern="1200">
                <a:solidFill>
                  <a:schemeClr val="tx1"/>
                </a:solidFill>
                <a:latin typeface="+mn-lt"/>
                <a:ea typeface="+mn-ea"/>
                <a:cs typeface="+mn-cs"/>
              </a:defRPr>
            </a:lvl9pPr>
          </a:lstStyle>
          <a:p>
            <a:r>
              <a:rPr lang="en-US" sz="1400" kern="100" dirty="0">
                <a:effectLst/>
                <a:latin typeface="+mn-lt"/>
                <a:ea typeface="Calibri" panose="020F0502020204030204" pitchFamily="34" charset="0"/>
                <a:cs typeface="Times New Roman" panose="02020603050405020304" pitchFamily="18" charset="0"/>
              </a:rPr>
              <a:t>BILL’s main priority is to build an integrated platform combining its products with these 3 in the near future. </a:t>
            </a:r>
          </a:p>
          <a:p>
            <a:r>
              <a:rPr lang="en-US" sz="1400" dirty="0">
                <a:solidFill>
                  <a:srgbClr val="000000"/>
                </a:solidFill>
                <a:latin typeface="+mn-lt"/>
              </a:rPr>
              <a:t>This will provide a wide service platform for SMBs and other firms. </a:t>
            </a:r>
          </a:p>
        </p:txBody>
      </p:sp>
      <p:pic>
        <p:nvPicPr>
          <p:cNvPr id="10" name="Picture 2" descr="BILL: Online bill payment &amp; receivables software">
            <a:extLst>
              <a:ext uri="{FF2B5EF4-FFF2-40B4-BE49-F238E27FC236}">
                <a16:creationId xmlns:a16="http://schemas.microsoft.com/office/drawing/2014/main" id="{6626D25A-C4D3-8ADF-BB06-414B1C081574}"/>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8607888" y="298740"/>
            <a:ext cx="1007035" cy="66406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354543795"/>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914F054-B936-07E4-BB67-DC3BA30888CC}"/>
              </a:ext>
            </a:extLst>
          </p:cNvPr>
          <p:cNvSpPr>
            <a:spLocks noGrp="1"/>
          </p:cNvSpPr>
          <p:nvPr>
            <p:ph type="title"/>
          </p:nvPr>
        </p:nvSpPr>
        <p:spPr/>
        <p:txBody>
          <a:bodyPr/>
          <a:lstStyle/>
          <a:p>
            <a:r>
              <a:rPr lang="en-US" dirty="0"/>
              <a:t>Invoice2Go</a:t>
            </a:r>
          </a:p>
        </p:txBody>
      </p:sp>
      <p:sp>
        <p:nvSpPr>
          <p:cNvPr id="4" name="Text Placeholder 3">
            <a:extLst>
              <a:ext uri="{FF2B5EF4-FFF2-40B4-BE49-F238E27FC236}">
                <a16:creationId xmlns:a16="http://schemas.microsoft.com/office/drawing/2014/main" id="{CFEBE4C9-CF3B-41E8-4408-917C67750B3E}"/>
              </a:ext>
            </a:extLst>
          </p:cNvPr>
          <p:cNvSpPr>
            <a:spLocks noGrp="1"/>
          </p:cNvSpPr>
          <p:nvPr>
            <p:ph type="body" sz="quarter" idx="18"/>
          </p:nvPr>
        </p:nvSpPr>
        <p:spPr/>
        <p:txBody>
          <a:bodyPr/>
          <a:lstStyle/>
          <a:p>
            <a:r>
              <a:rPr lang="en-US" i="1" dirty="0"/>
              <a:t>Offering full Accounts Payable + Accounts Receivable Automation</a:t>
            </a:r>
          </a:p>
        </p:txBody>
      </p:sp>
      <p:pic>
        <p:nvPicPr>
          <p:cNvPr id="10" name="Content Placeholder 9">
            <a:extLst>
              <a:ext uri="{FF2B5EF4-FFF2-40B4-BE49-F238E27FC236}">
                <a16:creationId xmlns:a16="http://schemas.microsoft.com/office/drawing/2014/main" id="{4D3F54C4-11CD-C6E5-B8E4-2860DE86197B}"/>
              </a:ext>
            </a:extLst>
          </p:cNvPr>
          <p:cNvPicPr>
            <a:picLocks noGrp="1" noChangeAspect="1"/>
          </p:cNvPicPr>
          <p:nvPr>
            <p:ph idx="10"/>
          </p:nvPr>
        </p:nvPicPr>
        <p:blipFill rotWithShape="1">
          <a:blip r:embed="rId3"/>
          <a:srcRect l="32366" t="34253" r="14425" b="19349"/>
          <a:stretch/>
        </p:blipFill>
        <p:spPr>
          <a:xfrm>
            <a:off x="629687" y="1854484"/>
            <a:ext cx="4582678" cy="2147887"/>
          </a:xfrm>
        </p:spPr>
      </p:pic>
      <p:sp>
        <p:nvSpPr>
          <p:cNvPr id="6" name="Content Placeholder 5">
            <a:extLst>
              <a:ext uri="{FF2B5EF4-FFF2-40B4-BE49-F238E27FC236}">
                <a16:creationId xmlns:a16="http://schemas.microsoft.com/office/drawing/2014/main" id="{8E1CCFE9-90B8-2F4C-7972-B5391F12B871}"/>
              </a:ext>
            </a:extLst>
          </p:cNvPr>
          <p:cNvSpPr>
            <a:spLocks noGrp="1"/>
          </p:cNvSpPr>
          <p:nvPr>
            <p:ph sz="quarter" idx="11"/>
          </p:nvPr>
        </p:nvSpPr>
        <p:spPr>
          <a:xfrm>
            <a:off x="463868" y="4450511"/>
            <a:ext cx="9144000" cy="2410439"/>
          </a:xfrm>
        </p:spPr>
        <p:txBody>
          <a:bodyPr/>
          <a:lstStyle/>
          <a:p>
            <a:r>
              <a:rPr lang="en-US" sz="1800" dirty="0"/>
              <a:t>Invoice2Go’s position as being more than 50% of BILL’s business customers is indicative of its success and future potential</a:t>
            </a:r>
          </a:p>
          <a:p>
            <a:r>
              <a:rPr lang="en-US" sz="1800" dirty="0"/>
              <a:t>The acquisition completes the other half of back-office financial operations for SMB’s: Accounts Receivables, while BILL has established a platform for Accounts Payables.</a:t>
            </a:r>
          </a:p>
          <a:p>
            <a:pPr lvl="1"/>
            <a:r>
              <a:rPr lang="en-US" sz="1800" dirty="0"/>
              <a:t>Proven as a far better alternative than legacy, paper-processing solutions.</a:t>
            </a:r>
          </a:p>
          <a:p>
            <a:r>
              <a:rPr lang="en-US" sz="1800" dirty="0"/>
              <a:t>However, BILL still has a large amount of standalone customers, illustrating the large potential for Invoice2Go to penetrate. </a:t>
            </a:r>
          </a:p>
          <a:p>
            <a:endParaRPr lang="en-US" dirty="0"/>
          </a:p>
        </p:txBody>
      </p:sp>
      <p:graphicFrame>
        <p:nvGraphicFramePr>
          <p:cNvPr id="13" name="Content Placeholder 12">
            <a:extLst>
              <a:ext uri="{FF2B5EF4-FFF2-40B4-BE49-F238E27FC236}">
                <a16:creationId xmlns:a16="http://schemas.microsoft.com/office/drawing/2014/main" id="{548F117C-D6D0-4959-FAC1-D820CE1819F5}"/>
              </a:ext>
            </a:extLst>
          </p:cNvPr>
          <p:cNvGraphicFramePr>
            <a:graphicFrameLocks noGrp="1"/>
          </p:cNvGraphicFramePr>
          <p:nvPr>
            <p:ph idx="21"/>
          </p:nvPr>
        </p:nvGraphicFramePr>
        <p:xfrm>
          <a:off x="5175250" y="1755775"/>
          <a:ext cx="4493793" cy="2694736"/>
        </p:xfrm>
        <a:graphic>
          <a:graphicData uri="http://schemas.openxmlformats.org/drawingml/2006/chart">
            <c:chart xmlns:c="http://schemas.openxmlformats.org/drawingml/2006/chart" xmlns:r="http://schemas.openxmlformats.org/officeDocument/2006/relationships" r:id="rId4"/>
          </a:graphicData>
        </a:graphic>
      </p:graphicFrame>
      <p:pic>
        <p:nvPicPr>
          <p:cNvPr id="7" name="Picture 2" descr="BILL: Online bill payment &amp; receivables software">
            <a:extLst>
              <a:ext uri="{FF2B5EF4-FFF2-40B4-BE49-F238E27FC236}">
                <a16:creationId xmlns:a16="http://schemas.microsoft.com/office/drawing/2014/main" id="{CD24B109-025A-A8F3-D366-3AE7A140BA6F}"/>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8607888" y="298740"/>
            <a:ext cx="1007035" cy="664060"/>
          </a:xfrm>
          <a:prstGeom prst="rect">
            <a:avLst/>
          </a:prstGeom>
          <a:noFill/>
          <a:extLst>
            <a:ext uri="{909E8E84-426E-40DD-AFC4-6F175D3DCCD1}">
              <a14:hiddenFill xmlns:a14="http://schemas.microsoft.com/office/drawing/2010/main">
                <a:solidFill>
                  <a:srgbClr val="FFFFFF"/>
                </a:solidFill>
              </a14:hiddenFill>
            </a:ext>
          </a:extLst>
        </p:spPr>
      </p:pic>
      <p:sp>
        <p:nvSpPr>
          <p:cNvPr id="9" name="Text Placeholder 8">
            <a:extLst>
              <a:ext uri="{FF2B5EF4-FFF2-40B4-BE49-F238E27FC236}">
                <a16:creationId xmlns:a16="http://schemas.microsoft.com/office/drawing/2014/main" id="{705CD242-F4B0-4D38-E6F5-7A60242FCA13}"/>
              </a:ext>
            </a:extLst>
          </p:cNvPr>
          <p:cNvSpPr>
            <a:spLocks noGrp="1"/>
          </p:cNvSpPr>
          <p:nvPr>
            <p:ph type="body" sz="quarter" idx="20"/>
          </p:nvPr>
        </p:nvSpPr>
        <p:spPr/>
        <p:txBody>
          <a:bodyPr/>
          <a:lstStyle/>
          <a:p>
            <a:endParaRPr lang="en-US"/>
          </a:p>
        </p:txBody>
      </p:sp>
    </p:spTree>
    <p:extLst>
      <p:ext uri="{BB962C8B-B14F-4D97-AF65-F5344CB8AC3E}">
        <p14:creationId xmlns:p14="http://schemas.microsoft.com/office/powerpoint/2010/main" val="3588434220"/>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8F6121B-4714-D934-5EDF-C135305D96EA}"/>
              </a:ext>
            </a:extLst>
          </p:cNvPr>
          <p:cNvSpPr>
            <a:spLocks noGrp="1"/>
          </p:cNvSpPr>
          <p:nvPr>
            <p:ph type="title"/>
          </p:nvPr>
        </p:nvSpPr>
        <p:spPr/>
        <p:txBody>
          <a:bodyPr/>
          <a:lstStyle/>
          <a:p>
            <a:r>
              <a:rPr lang="en-US" dirty="0"/>
              <a:t>Divvy</a:t>
            </a:r>
          </a:p>
        </p:txBody>
      </p:sp>
      <p:sp>
        <p:nvSpPr>
          <p:cNvPr id="4" name="Text Placeholder 3">
            <a:extLst>
              <a:ext uri="{FF2B5EF4-FFF2-40B4-BE49-F238E27FC236}">
                <a16:creationId xmlns:a16="http://schemas.microsoft.com/office/drawing/2014/main" id="{BE742A0F-241D-1EC6-FBD5-42879F816C15}"/>
              </a:ext>
            </a:extLst>
          </p:cNvPr>
          <p:cNvSpPr>
            <a:spLocks noGrp="1"/>
          </p:cNvSpPr>
          <p:nvPr>
            <p:ph type="body" sz="quarter" idx="18"/>
          </p:nvPr>
        </p:nvSpPr>
        <p:spPr/>
        <p:txBody>
          <a:bodyPr/>
          <a:lstStyle/>
          <a:p>
            <a:r>
              <a:rPr lang="en-US" i="1" dirty="0"/>
              <a:t>Credit Card Offerings which are easily advertised through the platform and cater to growing SMBs’ needs</a:t>
            </a:r>
          </a:p>
          <a:p>
            <a:endParaRPr lang="en-US" dirty="0"/>
          </a:p>
        </p:txBody>
      </p:sp>
      <p:sp>
        <p:nvSpPr>
          <p:cNvPr id="5" name="Content Placeholder 4">
            <a:extLst>
              <a:ext uri="{FF2B5EF4-FFF2-40B4-BE49-F238E27FC236}">
                <a16:creationId xmlns:a16="http://schemas.microsoft.com/office/drawing/2014/main" id="{9E684532-BB5D-A737-2763-DB3CF9D29B73}"/>
              </a:ext>
            </a:extLst>
          </p:cNvPr>
          <p:cNvSpPr>
            <a:spLocks noGrp="1"/>
          </p:cNvSpPr>
          <p:nvPr>
            <p:ph idx="10"/>
          </p:nvPr>
        </p:nvSpPr>
        <p:spPr>
          <a:xfrm>
            <a:off x="461624" y="1697463"/>
            <a:ext cx="4462272" cy="1701076"/>
          </a:xfrm>
        </p:spPr>
        <p:txBody>
          <a:bodyPr>
            <a:normAutofit fontScale="92500" lnSpcReduction="10000"/>
          </a:bodyPr>
          <a:lstStyle/>
          <a:p>
            <a:r>
              <a:rPr lang="en-US" dirty="0"/>
              <a:t>Divvy’s credit card offerings are more cost-efficient and accessible for growing SMBs.</a:t>
            </a:r>
          </a:p>
          <a:p>
            <a:r>
              <a:rPr lang="en-US" dirty="0"/>
              <a:t>BILL has stated that customer payment modality is not changing even in the current dampened macroeconomic environment.</a:t>
            </a:r>
          </a:p>
          <a:p>
            <a:r>
              <a:rPr lang="en-US" dirty="0"/>
              <a:t>Net Dollar-Based Retention Rate(NDRR) movement and size indicates that BILL excels at increasing customer use of their products over time.</a:t>
            </a:r>
          </a:p>
          <a:p>
            <a:endParaRPr lang="en-US" dirty="0"/>
          </a:p>
        </p:txBody>
      </p:sp>
      <p:sp>
        <p:nvSpPr>
          <p:cNvPr id="8" name="Content Placeholder 7">
            <a:extLst>
              <a:ext uri="{FF2B5EF4-FFF2-40B4-BE49-F238E27FC236}">
                <a16:creationId xmlns:a16="http://schemas.microsoft.com/office/drawing/2014/main" id="{F8CAB027-B0CD-C100-60B0-15EA039413FD}"/>
              </a:ext>
            </a:extLst>
          </p:cNvPr>
          <p:cNvSpPr>
            <a:spLocks noGrp="1"/>
          </p:cNvSpPr>
          <p:nvPr>
            <p:ph idx="21"/>
          </p:nvPr>
        </p:nvSpPr>
        <p:spPr>
          <a:xfrm>
            <a:off x="461623" y="3581863"/>
            <a:ext cx="4462272" cy="304337"/>
          </a:xfrm>
        </p:spPr>
        <p:txBody>
          <a:bodyPr/>
          <a:lstStyle/>
          <a:p>
            <a:r>
              <a:rPr lang="en-US" dirty="0"/>
              <a:t>Increased Adoption</a:t>
            </a:r>
          </a:p>
        </p:txBody>
      </p:sp>
      <p:sp>
        <p:nvSpPr>
          <p:cNvPr id="9" name="Content Placeholder 8">
            <a:extLst>
              <a:ext uri="{FF2B5EF4-FFF2-40B4-BE49-F238E27FC236}">
                <a16:creationId xmlns:a16="http://schemas.microsoft.com/office/drawing/2014/main" id="{35CFEC1A-7413-62EF-92C0-C7E245AB3A92}"/>
              </a:ext>
            </a:extLst>
          </p:cNvPr>
          <p:cNvSpPr>
            <a:spLocks noGrp="1"/>
          </p:cNvSpPr>
          <p:nvPr>
            <p:ph idx="22"/>
          </p:nvPr>
        </p:nvSpPr>
        <p:spPr>
          <a:xfrm>
            <a:off x="5152651" y="3575555"/>
            <a:ext cx="4463745" cy="304337"/>
          </a:xfrm>
        </p:spPr>
        <p:txBody>
          <a:bodyPr/>
          <a:lstStyle/>
          <a:p>
            <a:r>
              <a:rPr lang="en-US" dirty="0"/>
              <a:t>The Synergies</a:t>
            </a:r>
          </a:p>
        </p:txBody>
      </p:sp>
      <p:graphicFrame>
        <p:nvGraphicFramePr>
          <p:cNvPr id="14" name="Chart 13">
            <a:extLst>
              <a:ext uri="{FF2B5EF4-FFF2-40B4-BE49-F238E27FC236}">
                <a16:creationId xmlns:a16="http://schemas.microsoft.com/office/drawing/2014/main" id="{6FFEFA36-14E8-1F16-8A24-391121487F60}"/>
              </a:ext>
            </a:extLst>
          </p:cNvPr>
          <p:cNvGraphicFramePr/>
          <p:nvPr/>
        </p:nvGraphicFramePr>
        <p:xfrm>
          <a:off x="5780999" y="1674231"/>
          <a:ext cx="3206514" cy="1747539"/>
        </p:xfrm>
        <a:graphic>
          <a:graphicData uri="http://schemas.openxmlformats.org/drawingml/2006/chart">
            <c:chart xmlns:c="http://schemas.openxmlformats.org/drawingml/2006/chart" xmlns:r="http://schemas.openxmlformats.org/officeDocument/2006/relationships" r:id="rId3"/>
          </a:graphicData>
        </a:graphic>
      </p:graphicFrame>
      <p:sp>
        <p:nvSpPr>
          <p:cNvPr id="7" name="Content Placeholder 6">
            <a:extLst>
              <a:ext uri="{FF2B5EF4-FFF2-40B4-BE49-F238E27FC236}">
                <a16:creationId xmlns:a16="http://schemas.microsoft.com/office/drawing/2014/main" id="{39D8F28F-1F12-0A1C-7D44-EC3107786847}"/>
              </a:ext>
            </a:extLst>
          </p:cNvPr>
          <p:cNvSpPr>
            <a:spLocks noGrp="1"/>
          </p:cNvSpPr>
          <p:nvPr>
            <p:ph sz="quarter" idx="13"/>
          </p:nvPr>
        </p:nvSpPr>
        <p:spPr>
          <a:xfrm>
            <a:off x="5152651" y="3892509"/>
            <a:ext cx="4462272" cy="3116826"/>
          </a:xfrm>
        </p:spPr>
        <p:txBody>
          <a:bodyPr>
            <a:noAutofit/>
          </a:bodyPr>
          <a:lstStyle/>
          <a:p>
            <a:r>
              <a:rPr lang="en-US" sz="1500" dirty="0"/>
              <a:t>Firstly, Divvy can be easily advertised to Divvy customers as an easy and cost-efficient method of payment.</a:t>
            </a:r>
          </a:p>
          <a:p>
            <a:r>
              <a:rPr lang="en-US" sz="1500" dirty="0"/>
              <a:t>Apart from the advertising, BILL has an immense amount of data regarding the spending flows of their customers.</a:t>
            </a:r>
          </a:p>
          <a:p>
            <a:pPr lvl="1"/>
            <a:r>
              <a:rPr lang="en-US" sz="1500" dirty="0"/>
              <a:t>This will allow them to tailor the Divvy card to each customer’s needs and increase its adoption significantly. </a:t>
            </a:r>
          </a:p>
          <a:p>
            <a:r>
              <a:rPr lang="en-US" sz="1500" dirty="0"/>
              <a:t> With such a high NDRR and total payment volume rapidly increasing for Divvy, its place in BILL’s platform brings a differentiated product and the ability to use the unique insights which BILL has into its customer’s spending and income. </a:t>
            </a:r>
          </a:p>
        </p:txBody>
      </p:sp>
      <p:graphicFrame>
        <p:nvGraphicFramePr>
          <p:cNvPr id="19" name="Content Placeholder 18">
            <a:extLst>
              <a:ext uri="{FF2B5EF4-FFF2-40B4-BE49-F238E27FC236}">
                <a16:creationId xmlns:a16="http://schemas.microsoft.com/office/drawing/2014/main" id="{834FA723-4BBF-D3C1-012B-9A0B8B9E8AA3}"/>
              </a:ext>
            </a:extLst>
          </p:cNvPr>
          <p:cNvGraphicFramePr>
            <a:graphicFrameLocks noGrp="1"/>
          </p:cNvGraphicFramePr>
          <p:nvPr>
            <p:ph sz="quarter" idx="11"/>
          </p:nvPr>
        </p:nvGraphicFramePr>
        <p:xfrm>
          <a:off x="300709" y="3892509"/>
          <a:ext cx="4728491" cy="3116303"/>
        </p:xfrm>
        <a:graphic>
          <a:graphicData uri="http://schemas.openxmlformats.org/drawingml/2006/chart">
            <c:chart xmlns:c="http://schemas.openxmlformats.org/drawingml/2006/chart" xmlns:r="http://schemas.openxmlformats.org/officeDocument/2006/relationships" r:id="rId4"/>
          </a:graphicData>
        </a:graphic>
      </p:graphicFrame>
      <p:pic>
        <p:nvPicPr>
          <p:cNvPr id="10" name="Picture 2" descr="BILL: Online bill payment &amp; receivables software">
            <a:extLst>
              <a:ext uri="{FF2B5EF4-FFF2-40B4-BE49-F238E27FC236}">
                <a16:creationId xmlns:a16="http://schemas.microsoft.com/office/drawing/2014/main" id="{FAEA50C5-B1F3-C198-A541-D16AEE8D20B7}"/>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8607888" y="298740"/>
            <a:ext cx="1007035" cy="66406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31116537"/>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4FB745F-89F8-B0E7-A85D-A6F5D1E22AE4}"/>
              </a:ext>
            </a:extLst>
          </p:cNvPr>
          <p:cNvSpPr>
            <a:spLocks noGrp="1"/>
          </p:cNvSpPr>
          <p:nvPr>
            <p:ph type="title"/>
          </p:nvPr>
        </p:nvSpPr>
        <p:spPr/>
        <p:txBody>
          <a:bodyPr/>
          <a:lstStyle/>
          <a:p>
            <a:r>
              <a:rPr lang="en-US" dirty="0"/>
              <a:t>Finmark and Acquisitions Impact</a:t>
            </a:r>
          </a:p>
        </p:txBody>
      </p:sp>
      <p:sp>
        <p:nvSpPr>
          <p:cNvPr id="4" name="Text Placeholder 3">
            <a:extLst>
              <a:ext uri="{FF2B5EF4-FFF2-40B4-BE49-F238E27FC236}">
                <a16:creationId xmlns:a16="http://schemas.microsoft.com/office/drawing/2014/main" id="{B9EF7EC6-5058-68CF-B10E-0758780C9553}"/>
              </a:ext>
            </a:extLst>
          </p:cNvPr>
          <p:cNvSpPr>
            <a:spLocks noGrp="1"/>
          </p:cNvSpPr>
          <p:nvPr>
            <p:ph type="body" sz="quarter" idx="18"/>
          </p:nvPr>
        </p:nvSpPr>
        <p:spPr/>
        <p:txBody>
          <a:bodyPr/>
          <a:lstStyle/>
          <a:p>
            <a:r>
              <a:rPr lang="en-US" i="1" dirty="0"/>
              <a:t>Finmark: allowing clients to turn insights with automated data into decisions and impactful forecasting</a:t>
            </a:r>
          </a:p>
        </p:txBody>
      </p:sp>
      <p:sp>
        <p:nvSpPr>
          <p:cNvPr id="5" name="Content Placeholder 4">
            <a:extLst>
              <a:ext uri="{FF2B5EF4-FFF2-40B4-BE49-F238E27FC236}">
                <a16:creationId xmlns:a16="http://schemas.microsoft.com/office/drawing/2014/main" id="{4A7ED6E9-BA11-93E9-E0E9-958DCD629852}"/>
              </a:ext>
            </a:extLst>
          </p:cNvPr>
          <p:cNvSpPr>
            <a:spLocks noGrp="1"/>
          </p:cNvSpPr>
          <p:nvPr>
            <p:ph idx="10"/>
          </p:nvPr>
        </p:nvSpPr>
        <p:spPr>
          <a:xfrm>
            <a:off x="859536" y="1685925"/>
            <a:ext cx="4430712" cy="2612365"/>
          </a:xfrm>
        </p:spPr>
        <p:txBody>
          <a:bodyPr>
            <a:normAutofit/>
          </a:bodyPr>
          <a:lstStyle/>
          <a:p>
            <a:r>
              <a:rPr lang="en-US" dirty="0"/>
              <a:t>Since Finmark would automatically integrate with the companies’ cash flow software, the customers have easy access to otherwise laborious insights, and BILL could modify the software to better suit client needs</a:t>
            </a:r>
          </a:p>
          <a:p>
            <a:r>
              <a:rPr lang="en-US" dirty="0"/>
              <a:t>Finmark gives BILL the angle of being a financial insights service as well, so customers and accounting firms that already trust BILL for other services can easily turn to them for more sophisticated products. </a:t>
            </a:r>
          </a:p>
        </p:txBody>
      </p:sp>
      <p:sp>
        <p:nvSpPr>
          <p:cNvPr id="6" name="Content Placeholder 5">
            <a:extLst>
              <a:ext uri="{FF2B5EF4-FFF2-40B4-BE49-F238E27FC236}">
                <a16:creationId xmlns:a16="http://schemas.microsoft.com/office/drawing/2014/main" id="{C6DD69E9-A6FD-62B8-F0FC-A8AB3A7FDBDC}"/>
              </a:ext>
            </a:extLst>
          </p:cNvPr>
          <p:cNvSpPr>
            <a:spLocks noGrp="1"/>
          </p:cNvSpPr>
          <p:nvPr>
            <p:ph idx="19"/>
          </p:nvPr>
        </p:nvSpPr>
        <p:spPr>
          <a:xfrm>
            <a:off x="859536" y="4394221"/>
            <a:ext cx="8723376" cy="2612157"/>
          </a:xfrm>
        </p:spPr>
        <p:txBody>
          <a:bodyPr>
            <a:normAutofit fontScale="92500" lnSpcReduction="10000"/>
          </a:bodyPr>
          <a:lstStyle/>
          <a:p>
            <a:r>
              <a:rPr lang="en-US" sz="1800" dirty="0"/>
              <a:t>BILL’s acquisitions give it multiple growth levers to pull on by creating a unified platform to cater to many facets of SMB growth. The product simplifies SMB operations significantly and finds its niche in AP+AR automation</a:t>
            </a:r>
          </a:p>
          <a:p>
            <a:r>
              <a:rPr lang="en-US" sz="1800" dirty="0"/>
              <a:t>BILL ensures that it is not only catering to SMBs which are switching from legacy accounting solutions, but also supporting those that are looking to advance their operations significantly. </a:t>
            </a:r>
          </a:p>
          <a:p>
            <a:r>
              <a:rPr lang="en-US" sz="1800" dirty="0"/>
              <a:t>The benefits of Invoice2Go bring the necessary other half to BILL’s established Accounts Payable software and allow for BILL to take advantage of the valuable data regarding its customer’s cash flows.</a:t>
            </a:r>
          </a:p>
          <a:p>
            <a:r>
              <a:rPr lang="en-US" sz="1800" dirty="0"/>
              <a:t>BILL will unlock value within Divvy through synergies in integrated advertising and tailored credit card offerings which bring higher transaction and fee revenue to Divvy while offering SMB enhanced spend management. </a:t>
            </a:r>
          </a:p>
          <a:p>
            <a:pPr marL="0" indent="0">
              <a:buNone/>
            </a:pPr>
            <a:endParaRPr lang="en-US" dirty="0"/>
          </a:p>
        </p:txBody>
      </p:sp>
      <p:sp>
        <p:nvSpPr>
          <p:cNvPr id="7" name="Vertical Text Placeholder 6">
            <a:extLst>
              <a:ext uri="{FF2B5EF4-FFF2-40B4-BE49-F238E27FC236}">
                <a16:creationId xmlns:a16="http://schemas.microsoft.com/office/drawing/2014/main" id="{554F26AD-0DC3-67BC-DB22-CA087DD877DB}"/>
              </a:ext>
            </a:extLst>
          </p:cNvPr>
          <p:cNvSpPr>
            <a:spLocks noGrp="1"/>
          </p:cNvSpPr>
          <p:nvPr>
            <p:ph type="body" orient="vert" sz="quarter" idx="20"/>
          </p:nvPr>
        </p:nvSpPr>
        <p:spPr/>
        <p:txBody>
          <a:bodyPr/>
          <a:lstStyle/>
          <a:p>
            <a:r>
              <a:rPr lang="en-US" dirty="0"/>
              <a:t>Finmark</a:t>
            </a:r>
          </a:p>
        </p:txBody>
      </p:sp>
      <p:sp>
        <p:nvSpPr>
          <p:cNvPr id="8" name="Vertical Text Placeholder 7">
            <a:extLst>
              <a:ext uri="{FF2B5EF4-FFF2-40B4-BE49-F238E27FC236}">
                <a16:creationId xmlns:a16="http://schemas.microsoft.com/office/drawing/2014/main" id="{1A8F41A1-37D2-3E9F-6AE5-72E5468A7A5D}"/>
              </a:ext>
            </a:extLst>
          </p:cNvPr>
          <p:cNvSpPr>
            <a:spLocks noGrp="1"/>
          </p:cNvSpPr>
          <p:nvPr>
            <p:ph type="body" orient="vert" sz="quarter" idx="21"/>
          </p:nvPr>
        </p:nvSpPr>
        <p:spPr>
          <a:xfrm rot="10800000">
            <a:off x="457199" y="4382524"/>
            <a:ext cx="384048" cy="2626880"/>
          </a:xfrm>
        </p:spPr>
        <p:txBody>
          <a:bodyPr/>
          <a:lstStyle/>
          <a:p>
            <a:r>
              <a:rPr lang="en-US" dirty="0"/>
              <a:t>Acquisition Combination</a:t>
            </a:r>
          </a:p>
        </p:txBody>
      </p:sp>
      <p:graphicFrame>
        <p:nvGraphicFramePr>
          <p:cNvPr id="12" name="Content Placeholder 11">
            <a:extLst>
              <a:ext uri="{FF2B5EF4-FFF2-40B4-BE49-F238E27FC236}">
                <a16:creationId xmlns:a16="http://schemas.microsoft.com/office/drawing/2014/main" id="{0DF4F08D-7FB7-FBA1-9C31-DDBAF67B2C0C}"/>
              </a:ext>
            </a:extLst>
          </p:cNvPr>
          <p:cNvGraphicFramePr>
            <a:graphicFrameLocks noGrp="1"/>
          </p:cNvGraphicFramePr>
          <p:nvPr>
            <p:ph idx="4294967295"/>
          </p:nvPr>
        </p:nvGraphicFramePr>
        <p:xfrm>
          <a:off x="5397612" y="1686120"/>
          <a:ext cx="4203589" cy="2612157"/>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pic>
        <p:nvPicPr>
          <p:cNvPr id="10" name="Picture 2" descr="BILL: Online bill payment &amp; receivables software">
            <a:extLst>
              <a:ext uri="{FF2B5EF4-FFF2-40B4-BE49-F238E27FC236}">
                <a16:creationId xmlns:a16="http://schemas.microsoft.com/office/drawing/2014/main" id="{203E9755-A57A-F635-5820-B6A814D5A6AA}"/>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8607888" y="298740"/>
            <a:ext cx="1007035" cy="66406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91036752"/>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75E5B3B-21EF-D0EB-F27E-4879BB01CDE7}"/>
              </a:ext>
            </a:extLst>
          </p:cNvPr>
          <p:cNvSpPr>
            <a:spLocks noGrp="1"/>
          </p:cNvSpPr>
          <p:nvPr>
            <p:ph type="title"/>
          </p:nvPr>
        </p:nvSpPr>
        <p:spPr/>
        <p:txBody>
          <a:bodyPr/>
          <a:lstStyle/>
          <a:p>
            <a:r>
              <a:rPr lang="en-US" dirty="0"/>
              <a:t>The Differentiated Product</a:t>
            </a:r>
          </a:p>
        </p:txBody>
      </p:sp>
      <p:sp>
        <p:nvSpPr>
          <p:cNvPr id="4" name="Text Placeholder 3">
            <a:extLst>
              <a:ext uri="{FF2B5EF4-FFF2-40B4-BE49-F238E27FC236}">
                <a16:creationId xmlns:a16="http://schemas.microsoft.com/office/drawing/2014/main" id="{56FBCA64-6EA4-84CA-8B51-1A8E7430F290}"/>
              </a:ext>
            </a:extLst>
          </p:cNvPr>
          <p:cNvSpPr>
            <a:spLocks noGrp="1"/>
          </p:cNvSpPr>
          <p:nvPr>
            <p:ph type="body" sz="quarter" idx="18"/>
          </p:nvPr>
        </p:nvSpPr>
        <p:spPr/>
        <p:txBody>
          <a:bodyPr/>
          <a:lstStyle/>
          <a:p>
            <a:r>
              <a:rPr lang="en-US" i="1" dirty="0"/>
              <a:t>Catering to customer need by expanding from bill pay to card network and financial insights software</a:t>
            </a:r>
          </a:p>
          <a:p>
            <a:endParaRPr lang="en-US" dirty="0"/>
          </a:p>
        </p:txBody>
      </p:sp>
      <p:sp>
        <p:nvSpPr>
          <p:cNvPr id="5" name="Content Placeholder 4">
            <a:extLst>
              <a:ext uri="{FF2B5EF4-FFF2-40B4-BE49-F238E27FC236}">
                <a16:creationId xmlns:a16="http://schemas.microsoft.com/office/drawing/2014/main" id="{626B83ED-9400-42EB-BE47-F33108B6B74D}"/>
              </a:ext>
            </a:extLst>
          </p:cNvPr>
          <p:cNvSpPr>
            <a:spLocks noGrp="1"/>
          </p:cNvSpPr>
          <p:nvPr>
            <p:ph idx="10"/>
          </p:nvPr>
        </p:nvSpPr>
        <p:spPr>
          <a:xfrm>
            <a:off x="461623" y="2196764"/>
            <a:ext cx="9144000" cy="4811687"/>
          </a:xfrm>
        </p:spPr>
        <p:txBody>
          <a:bodyPr>
            <a:normAutofit/>
          </a:bodyPr>
          <a:lstStyle/>
          <a:p>
            <a:r>
              <a:rPr lang="en-US" sz="1600" dirty="0"/>
              <a:t>BILL’s future unified platform and current synergies between recent acquisitions will ensure that it is able to capture customers and magnify tail-end growth. </a:t>
            </a:r>
          </a:p>
          <a:p>
            <a:pPr marL="0" indent="0">
              <a:buNone/>
            </a:pPr>
            <a:endParaRPr lang="en-US" sz="1600" dirty="0"/>
          </a:p>
          <a:p>
            <a:r>
              <a:rPr lang="en-US" sz="1600" dirty="0"/>
              <a:t>BILL’s closest competitors lack the size and offerings which BILL has built to capture more of its niche market. With the help of partnerships with larger firms(i.e. Bank of America: 3 million SMBs, ~10K/q to BILL), BILL can access and easily advertise its products to SMBs.</a:t>
            </a:r>
          </a:p>
          <a:p>
            <a:pPr marL="0" indent="0">
              <a:buNone/>
            </a:pPr>
            <a:endParaRPr lang="en-US" sz="1600" dirty="0"/>
          </a:p>
          <a:p>
            <a:r>
              <a:rPr lang="en-US" sz="1600" dirty="0"/>
              <a:t>BILL’s advertising capabilities will qualitatively and quantitatively produce rapid growth. With integrated advertising of Divvy in the AP+AR Automation Platform and increased reliance on attractive digital advertising, BILL will amplify its customer acquisitions which will establish strong recurring revenue and consistent growth prospects. </a:t>
            </a:r>
          </a:p>
          <a:p>
            <a:pPr marL="0" indent="0">
              <a:buNone/>
            </a:pPr>
            <a:endParaRPr lang="en-US" sz="1600" dirty="0"/>
          </a:p>
          <a:p>
            <a:r>
              <a:rPr lang="en-US" sz="1600" dirty="0"/>
              <a:t>BILL is smaller in the financials space, allowing for it to take much better advantage of the economies of scale at play in this space. BILL’s acquisitions have given it both the product differentiation and scale to better take advantage of its niche. </a:t>
            </a:r>
          </a:p>
          <a:p>
            <a:pPr marL="0" indent="0">
              <a:buNone/>
            </a:pPr>
            <a:endParaRPr lang="en-US" sz="1600" dirty="0"/>
          </a:p>
          <a:p>
            <a:r>
              <a:rPr lang="en-US" sz="1600" dirty="0"/>
              <a:t>As the platform expands both organically through aggressive advertising and inorganically through new products, BILL can drive up pricing, driving up revenue per customer without reducing the number of customers as found by the increasing NDRR.</a:t>
            </a:r>
          </a:p>
          <a:p>
            <a:endParaRPr lang="en-US" dirty="0"/>
          </a:p>
          <a:p>
            <a:endParaRPr lang="en-US" dirty="0"/>
          </a:p>
        </p:txBody>
      </p:sp>
      <p:sp>
        <p:nvSpPr>
          <p:cNvPr id="6" name="Content Placeholder 5">
            <a:extLst>
              <a:ext uri="{FF2B5EF4-FFF2-40B4-BE49-F238E27FC236}">
                <a16:creationId xmlns:a16="http://schemas.microsoft.com/office/drawing/2014/main" id="{A2A18076-D685-0A2E-E072-1FA5DA244B49}"/>
              </a:ext>
            </a:extLst>
          </p:cNvPr>
          <p:cNvSpPr>
            <a:spLocks noGrp="1"/>
          </p:cNvSpPr>
          <p:nvPr>
            <p:ph idx="19"/>
          </p:nvPr>
        </p:nvSpPr>
        <p:spPr/>
        <p:txBody>
          <a:bodyPr/>
          <a:lstStyle/>
          <a:p>
            <a:r>
              <a:rPr lang="en-US" dirty="0"/>
              <a:t>Future Value</a:t>
            </a:r>
          </a:p>
        </p:txBody>
      </p:sp>
      <p:pic>
        <p:nvPicPr>
          <p:cNvPr id="9" name="Picture 2" descr="BILL: Online bill payment &amp; receivables software">
            <a:extLst>
              <a:ext uri="{FF2B5EF4-FFF2-40B4-BE49-F238E27FC236}">
                <a16:creationId xmlns:a16="http://schemas.microsoft.com/office/drawing/2014/main" id="{01961956-2EBE-4ACF-E7E9-A716DF5ABF93}"/>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607888" y="298740"/>
            <a:ext cx="1007035" cy="66406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225250705"/>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BDFBD11-16D3-09A3-60A8-D7122CFD7AC3}"/>
              </a:ext>
            </a:extLst>
          </p:cNvPr>
          <p:cNvSpPr>
            <a:spLocks noGrp="1"/>
          </p:cNvSpPr>
          <p:nvPr>
            <p:ph type="title"/>
          </p:nvPr>
        </p:nvSpPr>
        <p:spPr/>
        <p:txBody>
          <a:bodyPr/>
          <a:lstStyle/>
          <a:p>
            <a:r>
              <a:rPr lang="en-US" dirty="0"/>
              <a:t>Thesis II: Diverse growth opportunities provide BILL with a high potential for expansion</a:t>
            </a:r>
          </a:p>
        </p:txBody>
      </p:sp>
      <p:pic>
        <p:nvPicPr>
          <p:cNvPr id="4" name="Picture 2" descr="BILL: Online bill payment &amp; receivables software">
            <a:extLst>
              <a:ext uri="{FF2B5EF4-FFF2-40B4-BE49-F238E27FC236}">
                <a16:creationId xmlns:a16="http://schemas.microsoft.com/office/drawing/2014/main" id="{9064B21C-AA4E-D4F5-822A-C812FB3DAE00}"/>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607888" y="298740"/>
            <a:ext cx="1007035" cy="664060"/>
          </a:xfrm>
          <a:prstGeom prst="rect">
            <a:avLst/>
          </a:prstGeom>
          <a:noFill/>
          <a:extLst>
            <a:ext uri="{909E8E84-426E-40DD-AFC4-6F175D3DCCD1}">
              <a14:hiddenFill xmlns:a14="http://schemas.microsoft.com/office/drawing/2010/main">
                <a:solidFill>
                  <a:srgbClr val="FFFFFF"/>
                </a:solidFill>
              </a14:hiddenFill>
            </a:ext>
          </a:extLst>
        </p:spPr>
      </p:pic>
      <p:sp>
        <p:nvSpPr>
          <p:cNvPr id="3" name="Title 1">
            <a:extLst>
              <a:ext uri="{FF2B5EF4-FFF2-40B4-BE49-F238E27FC236}">
                <a16:creationId xmlns:a16="http://schemas.microsoft.com/office/drawing/2014/main" id="{85BA4DD8-8A64-54C2-62E8-89435E4FA63F}"/>
              </a:ext>
            </a:extLst>
          </p:cNvPr>
          <p:cNvSpPr txBox="1">
            <a:spLocks/>
          </p:cNvSpPr>
          <p:nvPr/>
        </p:nvSpPr>
        <p:spPr>
          <a:xfrm>
            <a:off x="457200" y="4497324"/>
            <a:ext cx="9144000" cy="731520"/>
          </a:xfrm>
          <a:prstGeom prst="rect">
            <a:avLst/>
          </a:prstGeom>
        </p:spPr>
        <p:txBody>
          <a:bodyPr vert="horz" lIns="0" tIns="0" rIns="0" bIns="0" rtlCol="0" anchor="t">
            <a:noAutofit/>
          </a:bodyPr>
          <a:lstStyle>
            <a:lvl1pPr algn="l" defTabSz="1005840" rtl="0" eaLnBrk="1" latinLnBrk="0" hangingPunct="1">
              <a:lnSpc>
                <a:spcPct val="90000"/>
              </a:lnSpc>
              <a:spcBef>
                <a:spcPct val="0"/>
              </a:spcBef>
              <a:buNone/>
              <a:defRPr sz="3200" b="1" kern="1200">
                <a:solidFill>
                  <a:schemeClr val="tx1"/>
                </a:solidFill>
                <a:latin typeface="+mj-lt"/>
                <a:ea typeface="+mj-ea"/>
                <a:cs typeface="+mj-cs"/>
              </a:defRPr>
            </a:lvl1pPr>
          </a:lstStyle>
          <a:p>
            <a:r>
              <a:rPr lang="en-US" sz="2000" b="0" dirty="0"/>
              <a:t>Jackson Van </a:t>
            </a:r>
            <a:r>
              <a:rPr lang="en-US" sz="2000" b="0" dirty="0" err="1"/>
              <a:t>Vooren</a:t>
            </a:r>
            <a:endParaRPr lang="en-US" sz="2000" b="0" dirty="0"/>
          </a:p>
        </p:txBody>
      </p:sp>
    </p:spTree>
    <p:extLst>
      <p:ext uri="{BB962C8B-B14F-4D97-AF65-F5344CB8AC3E}">
        <p14:creationId xmlns:p14="http://schemas.microsoft.com/office/powerpoint/2010/main" val="3484072827"/>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00C3219-EA26-2901-39EF-C0FE6045543A}"/>
              </a:ext>
            </a:extLst>
          </p:cNvPr>
          <p:cNvSpPr>
            <a:spLocks noGrp="1"/>
          </p:cNvSpPr>
          <p:nvPr>
            <p:ph type="title"/>
          </p:nvPr>
        </p:nvSpPr>
        <p:spPr/>
        <p:txBody>
          <a:bodyPr/>
          <a:lstStyle/>
          <a:p>
            <a:r>
              <a:rPr lang="en-US" dirty="0"/>
              <a:t>Existing Scale Contributes to Market Position</a:t>
            </a:r>
          </a:p>
        </p:txBody>
      </p:sp>
      <p:sp>
        <p:nvSpPr>
          <p:cNvPr id="4" name="Text Placeholder 3">
            <a:extLst>
              <a:ext uri="{FF2B5EF4-FFF2-40B4-BE49-F238E27FC236}">
                <a16:creationId xmlns:a16="http://schemas.microsoft.com/office/drawing/2014/main" id="{B3092101-A205-D0FB-982D-13E019649F4E}"/>
              </a:ext>
            </a:extLst>
          </p:cNvPr>
          <p:cNvSpPr>
            <a:spLocks noGrp="1"/>
          </p:cNvSpPr>
          <p:nvPr>
            <p:ph type="body" sz="quarter" idx="18"/>
          </p:nvPr>
        </p:nvSpPr>
        <p:spPr/>
        <p:txBody>
          <a:bodyPr/>
          <a:lstStyle/>
          <a:p>
            <a:r>
              <a:rPr lang="en-US" i="1" dirty="0"/>
              <a:t>As a first mover in the market, </a:t>
            </a:r>
            <a:r>
              <a:rPr lang="en-US" i="1" dirty="0" err="1"/>
              <a:t>Bill.com</a:t>
            </a:r>
            <a:r>
              <a:rPr lang="en-US" i="1" dirty="0"/>
              <a:t> has already created scale that solidifies their business model.</a:t>
            </a:r>
          </a:p>
        </p:txBody>
      </p:sp>
      <p:sp>
        <p:nvSpPr>
          <p:cNvPr id="5" name="Content Placeholder 4">
            <a:extLst>
              <a:ext uri="{FF2B5EF4-FFF2-40B4-BE49-F238E27FC236}">
                <a16:creationId xmlns:a16="http://schemas.microsoft.com/office/drawing/2014/main" id="{B0DE487F-AED7-9BA5-3537-94508B6ACE38}"/>
              </a:ext>
            </a:extLst>
          </p:cNvPr>
          <p:cNvSpPr>
            <a:spLocks noGrp="1"/>
          </p:cNvSpPr>
          <p:nvPr>
            <p:ph idx="10"/>
          </p:nvPr>
        </p:nvSpPr>
        <p:spPr>
          <a:xfrm>
            <a:off x="461623" y="2227814"/>
            <a:ext cx="4462272" cy="4795365"/>
          </a:xfrm>
        </p:spPr>
        <p:txBody>
          <a:bodyPr>
            <a:normAutofit lnSpcReduction="10000"/>
          </a:bodyPr>
          <a:lstStyle/>
          <a:p>
            <a:r>
              <a:rPr lang="en-US" dirty="0" err="1"/>
              <a:t>Approx</a:t>
            </a:r>
            <a:r>
              <a:rPr lang="en-US" dirty="0"/>
              <a:t> 4.7 million network members have paid or received funds using the platform</a:t>
            </a:r>
          </a:p>
          <a:p>
            <a:pPr lvl="1"/>
            <a:r>
              <a:rPr lang="en-US" dirty="0"/>
              <a:t>Registered customers plus suppliers and clients</a:t>
            </a:r>
          </a:p>
          <a:p>
            <a:r>
              <a:rPr lang="en-US" dirty="0"/>
              <a:t>Partnerships with 70/100 top accounting firms</a:t>
            </a:r>
          </a:p>
          <a:p>
            <a:pPr lvl="1"/>
            <a:r>
              <a:rPr lang="en-US" dirty="0"/>
              <a:t>Since BILL’s founding in 2006, they have succeeded in creating scale through the integrations and partnerships mentioned</a:t>
            </a:r>
          </a:p>
          <a:p>
            <a:pPr lvl="1"/>
            <a:r>
              <a:rPr lang="en-US" dirty="0"/>
              <a:t>These efforts take time and are not quickly reproducible by competitors</a:t>
            </a:r>
          </a:p>
          <a:p>
            <a:r>
              <a:rPr lang="en-US" dirty="0"/>
              <a:t>Scale by targeting and dominating a niche market</a:t>
            </a:r>
          </a:p>
          <a:p>
            <a:pPr lvl="1"/>
            <a:r>
              <a:rPr lang="en-US" dirty="0"/>
              <a:t>“Non-consumer” focus, looking at enterprises</a:t>
            </a:r>
          </a:p>
          <a:p>
            <a:pPr lvl="1"/>
            <a:r>
              <a:rPr lang="en-US" dirty="0"/>
              <a:t>Large firms tend to target the consumer end (such as consumer payments)</a:t>
            </a:r>
          </a:p>
          <a:p>
            <a:pPr lvl="1"/>
            <a:r>
              <a:rPr lang="en-US" dirty="0"/>
              <a:t>Gives BILL the opportunity to take market share under the radar, gaining more and more traction</a:t>
            </a:r>
          </a:p>
          <a:p>
            <a:r>
              <a:rPr lang="en-US" dirty="0"/>
              <a:t>Being a first-mover in the market allows for loyalty</a:t>
            </a:r>
          </a:p>
          <a:p>
            <a:pPr lvl="1"/>
            <a:r>
              <a:rPr lang="en-US" dirty="0"/>
              <a:t>Over 86% of subscription revenue from customers came from those who were acquired in a prior year, which points to customer stickiness from their scale and integration capabilities</a:t>
            </a:r>
          </a:p>
        </p:txBody>
      </p:sp>
      <p:sp>
        <p:nvSpPr>
          <p:cNvPr id="6" name="Content Placeholder 5">
            <a:extLst>
              <a:ext uri="{FF2B5EF4-FFF2-40B4-BE49-F238E27FC236}">
                <a16:creationId xmlns:a16="http://schemas.microsoft.com/office/drawing/2014/main" id="{A227CE45-3B27-A457-75A1-DBA9DC212386}"/>
              </a:ext>
            </a:extLst>
          </p:cNvPr>
          <p:cNvSpPr>
            <a:spLocks noGrp="1"/>
          </p:cNvSpPr>
          <p:nvPr>
            <p:ph sz="quarter" idx="12"/>
          </p:nvPr>
        </p:nvSpPr>
        <p:spPr>
          <a:xfrm>
            <a:off x="5151725" y="4724658"/>
            <a:ext cx="4464119" cy="2205362"/>
          </a:xfrm>
        </p:spPr>
        <p:txBody>
          <a:bodyPr>
            <a:normAutofit lnSpcReduction="10000"/>
          </a:bodyPr>
          <a:lstStyle/>
          <a:p>
            <a:r>
              <a:rPr lang="en-US" dirty="0"/>
              <a:t>BILL is most effective when both parties (vendors and purchasers) are on the platform</a:t>
            </a:r>
          </a:p>
          <a:p>
            <a:pPr lvl="1"/>
            <a:r>
              <a:rPr lang="en-US" dirty="0"/>
              <a:t>157,000 registered customers and &gt; 4M members who have received or sent payments on BILL</a:t>
            </a:r>
          </a:p>
          <a:p>
            <a:pPr lvl="1"/>
            <a:r>
              <a:rPr lang="en-US" dirty="0"/>
              <a:t>Large opportunity for customer acquisitions</a:t>
            </a:r>
          </a:p>
          <a:p>
            <a:r>
              <a:rPr lang="en-US" dirty="0"/>
              <a:t>Creates a captive customer base who could benefit from BILL’s product base and network effects</a:t>
            </a:r>
          </a:p>
          <a:p>
            <a:r>
              <a:rPr lang="en-US" dirty="0"/>
              <a:t>Despite being a leader in the market, there remains ample room for growth due to low penetration</a:t>
            </a:r>
          </a:p>
        </p:txBody>
      </p:sp>
      <p:sp>
        <p:nvSpPr>
          <p:cNvPr id="7" name="Content Placeholder 6">
            <a:extLst>
              <a:ext uri="{FF2B5EF4-FFF2-40B4-BE49-F238E27FC236}">
                <a16:creationId xmlns:a16="http://schemas.microsoft.com/office/drawing/2014/main" id="{D5C62033-E82A-3FCB-ED5F-10418C7CC1DB}"/>
              </a:ext>
            </a:extLst>
          </p:cNvPr>
          <p:cNvSpPr>
            <a:spLocks noGrp="1"/>
          </p:cNvSpPr>
          <p:nvPr>
            <p:ph idx="19"/>
          </p:nvPr>
        </p:nvSpPr>
        <p:spPr/>
        <p:txBody>
          <a:bodyPr/>
          <a:lstStyle/>
          <a:p>
            <a:r>
              <a:rPr lang="en-US" dirty="0"/>
              <a:t>Customer Stickiness from Existing Scale</a:t>
            </a:r>
          </a:p>
        </p:txBody>
      </p:sp>
      <p:sp>
        <p:nvSpPr>
          <p:cNvPr id="10" name="Content Placeholder 9">
            <a:extLst>
              <a:ext uri="{FF2B5EF4-FFF2-40B4-BE49-F238E27FC236}">
                <a16:creationId xmlns:a16="http://schemas.microsoft.com/office/drawing/2014/main" id="{8642E542-07E0-129B-CA55-CB8C6C027893}"/>
              </a:ext>
            </a:extLst>
          </p:cNvPr>
          <p:cNvSpPr txBox="1">
            <a:spLocks/>
          </p:cNvSpPr>
          <p:nvPr/>
        </p:nvSpPr>
        <p:spPr>
          <a:xfrm>
            <a:off x="5134505" y="4399142"/>
            <a:ext cx="4462272" cy="304337"/>
          </a:xfrm>
          <a:prstGeom prst="rect">
            <a:avLst/>
          </a:prstGeom>
          <a:solidFill>
            <a:srgbClr val="1E1F49"/>
          </a:solidFill>
          <a:ln>
            <a:solidFill>
              <a:srgbClr val="710F32"/>
            </a:solidFill>
          </a:ln>
        </p:spPr>
        <p:txBody>
          <a:bodyPr vert="horz" lIns="0" tIns="0" rIns="0" bIns="0" rtlCol="0" anchor="ctr">
            <a:normAutofit/>
          </a:bodyPr>
          <a:lstStyle>
            <a:lvl1pPr marL="0" marR="0" indent="0" algn="ctr" defTabSz="1005840" rtl="0" eaLnBrk="1" fontAlgn="auto" latinLnBrk="0" hangingPunct="1">
              <a:lnSpc>
                <a:spcPct val="90000"/>
              </a:lnSpc>
              <a:spcBef>
                <a:spcPts val="1100"/>
              </a:spcBef>
              <a:spcAft>
                <a:spcPts val="0"/>
              </a:spcAft>
              <a:buClr>
                <a:srgbClr val="710F32"/>
              </a:buClr>
              <a:buSzPct val="90000"/>
              <a:buFont typeface="Wingdings" pitchFamily="2" charset="2"/>
              <a:buNone/>
              <a:tabLst/>
              <a:defRPr sz="1600" b="0" i="0" kern="1200">
                <a:solidFill>
                  <a:schemeClr val="bg1"/>
                </a:solidFill>
                <a:latin typeface="Garamond" panose="02020404030301010803" pitchFamily="18" charset="0"/>
                <a:ea typeface="+mn-ea"/>
                <a:cs typeface="+mn-cs"/>
              </a:defRPr>
            </a:lvl1pPr>
            <a:lvl2pPr marL="502920" indent="0" algn="l" defTabSz="1005840" rtl="0" eaLnBrk="1" latinLnBrk="0" hangingPunct="1">
              <a:lnSpc>
                <a:spcPct val="90000"/>
              </a:lnSpc>
              <a:spcBef>
                <a:spcPts val="550"/>
              </a:spcBef>
              <a:buClr>
                <a:srgbClr val="1E1F49"/>
              </a:buClr>
              <a:buSzPct val="90000"/>
              <a:buFont typeface=".Hiragino Kaku Gothic Interface W3"/>
              <a:buNone/>
              <a:tabLst/>
              <a:defRPr sz="1600" b="0" i="0" kern="1200">
                <a:solidFill>
                  <a:schemeClr val="tx1"/>
                </a:solidFill>
                <a:latin typeface="Garamond" panose="02020404030301010803" pitchFamily="18" charset="0"/>
                <a:ea typeface="+mn-ea"/>
                <a:cs typeface="+mn-cs"/>
              </a:defRPr>
            </a:lvl2pPr>
            <a:lvl3pPr marL="517525" indent="-173038" algn="l" defTabSz="1005840" rtl="0" eaLnBrk="1" latinLnBrk="0" hangingPunct="1">
              <a:lnSpc>
                <a:spcPct val="90000"/>
              </a:lnSpc>
              <a:spcBef>
                <a:spcPts val="550"/>
              </a:spcBef>
              <a:buClr>
                <a:srgbClr val="1E1F49"/>
              </a:buClr>
              <a:buSzPct val="90000"/>
              <a:buFont typeface="Arial" panose="020B0604020202020204" pitchFamily="34" charset="0"/>
              <a:buChar char="•"/>
              <a:tabLst/>
              <a:defRPr sz="1600" b="0" i="0" kern="1200">
                <a:solidFill>
                  <a:schemeClr val="tx1"/>
                </a:solidFill>
                <a:latin typeface="Garamond" panose="02020404030301010803" pitchFamily="18" charset="0"/>
                <a:ea typeface="+mn-ea"/>
                <a:cs typeface="+mn-cs"/>
              </a:defRPr>
            </a:lvl3pPr>
            <a:lvl4pPr marL="690563" indent="-173038" algn="l" defTabSz="1005840" rtl="0" eaLnBrk="1" latinLnBrk="0" hangingPunct="1">
              <a:lnSpc>
                <a:spcPct val="90000"/>
              </a:lnSpc>
              <a:spcBef>
                <a:spcPts val="550"/>
              </a:spcBef>
              <a:buClr>
                <a:srgbClr val="1E1F49"/>
              </a:buClr>
              <a:buSzPct val="90000"/>
              <a:buFont typeface="Arial" panose="020B0604020202020204" pitchFamily="34" charset="0"/>
              <a:buChar char="•"/>
              <a:tabLst/>
              <a:defRPr sz="1600" b="0" i="0" kern="1200">
                <a:solidFill>
                  <a:schemeClr val="tx1"/>
                </a:solidFill>
                <a:latin typeface="Garamond" panose="02020404030301010803" pitchFamily="18" charset="0"/>
                <a:ea typeface="+mn-ea"/>
                <a:cs typeface="+mn-cs"/>
              </a:defRPr>
            </a:lvl4pPr>
            <a:lvl5pPr marL="863600" indent="-173038" algn="l" defTabSz="1005840" rtl="0" eaLnBrk="1" latinLnBrk="0" hangingPunct="1">
              <a:lnSpc>
                <a:spcPct val="90000"/>
              </a:lnSpc>
              <a:spcBef>
                <a:spcPts val="550"/>
              </a:spcBef>
              <a:buClr>
                <a:srgbClr val="1E1F49"/>
              </a:buClr>
              <a:buSzPct val="90000"/>
              <a:buFont typeface="Arial" panose="020B0604020202020204" pitchFamily="34" charset="0"/>
              <a:buChar char="•"/>
              <a:tabLst/>
              <a:defRPr sz="1600" b="0" i="0" kern="1200">
                <a:solidFill>
                  <a:schemeClr val="tx1"/>
                </a:solidFill>
                <a:latin typeface="Garamond" panose="02020404030301010803" pitchFamily="18" charset="0"/>
                <a:ea typeface="+mn-ea"/>
                <a:cs typeface="+mn-cs"/>
              </a:defRPr>
            </a:lvl5pPr>
            <a:lvl6pPr marL="2766060" indent="-251460" algn="l" defTabSz="1005840" rtl="0" eaLnBrk="1" latinLnBrk="0" hangingPunct="1">
              <a:lnSpc>
                <a:spcPct val="90000"/>
              </a:lnSpc>
              <a:spcBef>
                <a:spcPts val="550"/>
              </a:spcBef>
              <a:buFont typeface="Arial" panose="020B0604020202020204" pitchFamily="34" charset="0"/>
              <a:buChar char="•"/>
              <a:defRPr sz="1980" kern="1200">
                <a:solidFill>
                  <a:schemeClr val="tx1"/>
                </a:solidFill>
                <a:latin typeface="+mn-lt"/>
                <a:ea typeface="+mn-ea"/>
                <a:cs typeface="+mn-cs"/>
              </a:defRPr>
            </a:lvl6pPr>
            <a:lvl7pPr marL="3268980" indent="-251460" algn="l" defTabSz="1005840" rtl="0" eaLnBrk="1" latinLnBrk="0" hangingPunct="1">
              <a:lnSpc>
                <a:spcPct val="90000"/>
              </a:lnSpc>
              <a:spcBef>
                <a:spcPts val="550"/>
              </a:spcBef>
              <a:buFont typeface="Arial" panose="020B0604020202020204" pitchFamily="34" charset="0"/>
              <a:buChar char="•"/>
              <a:defRPr sz="1980" kern="1200">
                <a:solidFill>
                  <a:schemeClr val="tx1"/>
                </a:solidFill>
                <a:latin typeface="+mn-lt"/>
                <a:ea typeface="+mn-ea"/>
                <a:cs typeface="+mn-cs"/>
              </a:defRPr>
            </a:lvl7pPr>
            <a:lvl8pPr marL="3771900" indent="-251460" algn="l" defTabSz="1005840" rtl="0" eaLnBrk="1" latinLnBrk="0" hangingPunct="1">
              <a:lnSpc>
                <a:spcPct val="90000"/>
              </a:lnSpc>
              <a:spcBef>
                <a:spcPts val="550"/>
              </a:spcBef>
              <a:buFont typeface="Arial" panose="020B0604020202020204" pitchFamily="34" charset="0"/>
              <a:buChar char="•"/>
              <a:defRPr sz="1980" kern="1200">
                <a:solidFill>
                  <a:schemeClr val="tx1"/>
                </a:solidFill>
                <a:latin typeface="+mn-lt"/>
                <a:ea typeface="+mn-ea"/>
                <a:cs typeface="+mn-cs"/>
              </a:defRPr>
            </a:lvl8pPr>
            <a:lvl9pPr marL="4274820" indent="-251460" algn="l" defTabSz="1005840" rtl="0" eaLnBrk="1" latinLnBrk="0" hangingPunct="1">
              <a:lnSpc>
                <a:spcPct val="90000"/>
              </a:lnSpc>
              <a:spcBef>
                <a:spcPts val="550"/>
              </a:spcBef>
              <a:buFont typeface="Arial" panose="020B0604020202020204" pitchFamily="34" charset="0"/>
              <a:buChar char="•"/>
              <a:defRPr sz="1980" kern="1200">
                <a:solidFill>
                  <a:schemeClr val="tx1"/>
                </a:solidFill>
                <a:latin typeface="+mn-lt"/>
                <a:ea typeface="+mn-ea"/>
                <a:cs typeface="+mn-cs"/>
              </a:defRPr>
            </a:lvl9pPr>
          </a:lstStyle>
          <a:p>
            <a:r>
              <a:rPr lang="en-US" dirty="0"/>
              <a:t>Captive Potential Customer Base</a:t>
            </a:r>
          </a:p>
        </p:txBody>
      </p:sp>
      <p:sp>
        <p:nvSpPr>
          <p:cNvPr id="11" name="Content Placeholder 11">
            <a:extLst>
              <a:ext uri="{FF2B5EF4-FFF2-40B4-BE49-F238E27FC236}">
                <a16:creationId xmlns:a16="http://schemas.microsoft.com/office/drawing/2014/main" id="{86381ABC-F5FE-4E86-3760-A33F8DA756AC}"/>
              </a:ext>
            </a:extLst>
          </p:cNvPr>
          <p:cNvSpPr txBox="1">
            <a:spLocks/>
          </p:cNvSpPr>
          <p:nvPr/>
        </p:nvSpPr>
        <p:spPr>
          <a:xfrm>
            <a:off x="5151913" y="4399143"/>
            <a:ext cx="4463745" cy="304337"/>
          </a:xfrm>
          <a:prstGeom prst="rect">
            <a:avLst/>
          </a:prstGeom>
        </p:spPr>
        <p:txBody>
          <a:bodyPr/>
          <a:lstStyle>
            <a:lvl1pPr marL="171450" indent="-171450" algn="l" defTabSz="1005840" rtl="0" eaLnBrk="1" latinLnBrk="0" hangingPunct="1">
              <a:lnSpc>
                <a:spcPct val="90000"/>
              </a:lnSpc>
              <a:spcBef>
                <a:spcPts val="1100"/>
              </a:spcBef>
              <a:buClr>
                <a:srgbClr val="1E1F49"/>
              </a:buClr>
              <a:buSzPct val="90000"/>
              <a:buFont typeface="Wingdings" pitchFamily="2" charset="2"/>
              <a:buChar char="§"/>
              <a:tabLst/>
              <a:defRPr sz="1800" kern="1200">
                <a:solidFill>
                  <a:schemeClr val="tx1"/>
                </a:solidFill>
                <a:latin typeface="Garamond" panose="02020404030301010803" pitchFamily="18" charset="0"/>
                <a:ea typeface="+mn-ea"/>
                <a:cs typeface="+mn-cs"/>
              </a:defRPr>
            </a:lvl1pPr>
            <a:lvl2pPr marL="344488" indent="-173038" algn="l" defTabSz="1005840" rtl="0" eaLnBrk="1" latinLnBrk="0" hangingPunct="1">
              <a:lnSpc>
                <a:spcPct val="90000"/>
              </a:lnSpc>
              <a:spcBef>
                <a:spcPts val="550"/>
              </a:spcBef>
              <a:buClr>
                <a:srgbClr val="1E1F49"/>
              </a:buClr>
              <a:buSzPct val="90000"/>
              <a:buFont typeface=".Hiragino Kaku Gothic Interface W3"/>
              <a:buChar char="▫"/>
              <a:tabLst/>
              <a:defRPr sz="1800" kern="1200">
                <a:solidFill>
                  <a:schemeClr val="tx1"/>
                </a:solidFill>
                <a:latin typeface="Garamond" panose="02020404030301010803" pitchFamily="18" charset="0"/>
                <a:ea typeface="+mn-ea"/>
                <a:cs typeface="+mn-cs"/>
              </a:defRPr>
            </a:lvl2pPr>
            <a:lvl3pPr marL="517525" indent="-173038" algn="l" defTabSz="1005840" rtl="0" eaLnBrk="1" latinLnBrk="0" hangingPunct="1">
              <a:lnSpc>
                <a:spcPct val="90000"/>
              </a:lnSpc>
              <a:spcBef>
                <a:spcPts val="550"/>
              </a:spcBef>
              <a:buClr>
                <a:srgbClr val="1E1F49"/>
              </a:buClr>
              <a:buSzPct val="90000"/>
              <a:buFont typeface="Arial" panose="020B0604020202020204" pitchFamily="34" charset="0"/>
              <a:buChar char="•"/>
              <a:tabLst/>
              <a:defRPr sz="1800" kern="1200">
                <a:solidFill>
                  <a:schemeClr val="tx1"/>
                </a:solidFill>
                <a:latin typeface="Garamond" panose="02020404030301010803" pitchFamily="18" charset="0"/>
                <a:ea typeface="+mn-ea"/>
                <a:cs typeface="+mn-cs"/>
              </a:defRPr>
            </a:lvl3pPr>
            <a:lvl4pPr marL="690563" indent="-173038" algn="l" defTabSz="1005840" rtl="0" eaLnBrk="1" latinLnBrk="0" hangingPunct="1">
              <a:lnSpc>
                <a:spcPct val="90000"/>
              </a:lnSpc>
              <a:spcBef>
                <a:spcPts val="550"/>
              </a:spcBef>
              <a:buClr>
                <a:srgbClr val="1E1F49"/>
              </a:buClr>
              <a:buSzPct val="90000"/>
              <a:buFont typeface="Arial" panose="020B0604020202020204" pitchFamily="34" charset="0"/>
              <a:buChar char="•"/>
              <a:tabLst/>
              <a:defRPr sz="1800" kern="1200">
                <a:solidFill>
                  <a:schemeClr val="tx1"/>
                </a:solidFill>
                <a:latin typeface="Garamond" panose="02020404030301010803" pitchFamily="18" charset="0"/>
                <a:ea typeface="+mn-ea"/>
                <a:cs typeface="+mn-cs"/>
              </a:defRPr>
            </a:lvl4pPr>
            <a:lvl5pPr marL="863600" indent="-173038" algn="l" defTabSz="1005840" rtl="0" eaLnBrk="1" latinLnBrk="0" hangingPunct="1">
              <a:lnSpc>
                <a:spcPct val="90000"/>
              </a:lnSpc>
              <a:spcBef>
                <a:spcPts val="550"/>
              </a:spcBef>
              <a:buClr>
                <a:srgbClr val="1E1F49"/>
              </a:buClr>
              <a:buSzPct val="90000"/>
              <a:buFont typeface="Arial" panose="020B0604020202020204" pitchFamily="34" charset="0"/>
              <a:buChar char="•"/>
              <a:tabLst/>
              <a:defRPr sz="1800" kern="1200">
                <a:solidFill>
                  <a:schemeClr val="tx1"/>
                </a:solidFill>
                <a:latin typeface="Garamond" panose="02020404030301010803" pitchFamily="18" charset="0"/>
                <a:ea typeface="+mn-ea"/>
                <a:cs typeface="+mn-cs"/>
              </a:defRPr>
            </a:lvl5pPr>
            <a:lvl6pPr marL="2766060" indent="-251460" algn="l" defTabSz="1005840" rtl="0" eaLnBrk="1" latinLnBrk="0" hangingPunct="1">
              <a:lnSpc>
                <a:spcPct val="90000"/>
              </a:lnSpc>
              <a:spcBef>
                <a:spcPts val="550"/>
              </a:spcBef>
              <a:buFont typeface="Arial" panose="020B0604020202020204" pitchFamily="34" charset="0"/>
              <a:buChar char="•"/>
              <a:defRPr sz="1980" kern="1200">
                <a:solidFill>
                  <a:schemeClr val="tx1"/>
                </a:solidFill>
                <a:latin typeface="+mn-lt"/>
                <a:ea typeface="+mn-ea"/>
                <a:cs typeface="+mn-cs"/>
              </a:defRPr>
            </a:lvl6pPr>
            <a:lvl7pPr marL="3268980" indent="-251460" algn="l" defTabSz="1005840" rtl="0" eaLnBrk="1" latinLnBrk="0" hangingPunct="1">
              <a:lnSpc>
                <a:spcPct val="90000"/>
              </a:lnSpc>
              <a:spcBef>
                <a:spcPts val="550"/>
              </a:spcBef>
              <a:buFont typeface="Arial" panose="020B0604020202020204" pitchFamily="34" charset="0"/>
              <a:buChar char="•"/>
              <a:defRPr sz="1980" kern="1200">
                <a:solidFill>
                  <a:schemeClr val="tx1"/>
                </a:solidFill>
                <a:latin typeface="+mn-lt"/>
                <a:ea typeface="+mn-ea"/>
                <a:cs typeface="+mn-cs"/>
              </a:defRPr>
            </a:lvl7pPr>
            <a:lvl8pPr marL="3771900" indent="-251460" algn="l" defTabSz="1005840" rtl="0" eaLnBrk="1" latinLnBrk="0" hangingPunct="1">
              <a:lnSpc>
                <a:spcPct val="90000"/>
              </a:lnSpc>
              <a:spcBef>
                <a:spcPts val="550"/>
              </a:spcBef>
              <a:buFont typeface="Arial" panose="020B0604020202020204" pitchFamily="34" charset="0"/>
              <a:buChar char="•"/>
              <a:defRPr sz="1980" kern="1200">
                <a:solidFill>
                  <a:schemeClr val="tx1"/>
                </a:solidFill>
                <a:latin typeface="+mn-lt"/>
                <a:ea typeface="+mn-ea"/>
                <a:cs typeface="+mn-cs"/>
              </a:defRPr>
            </a:lvl8pPr>
            <a:lvl9pPr marL="4274820" indent="-251460" algn="l" defTabSz="1005840" rtl="0" eaLnBrk="1" latinLnBrk="0" hangingPunct="1">
              <a:lnSpc>
                <a:spcPct val="90000"/>
              </a:lnSpc>
              <a:spcBef>
                <a:spcPts val="550"/>
              </a:spcBef>
              <a:buFont typeface="Arial" panose="020B0604020202020204" pitchFamily="34" charset="0"/>
              <a:buChar char="•"/>
              <a:defRPr sz="1980" kern="1200">
                <a:solidFill>
                  <a:schemeClr val="tx1"/>
                </a:solidFill>
                <a:latin typeface="+mn-lt"/>
                <a:ea typeface="+mn-ea"/>
                <a:cs typeface="+mn-cs"/>
              </a:defRPr>
            </a:lvl9pPr>
          </a:lstStyle>
          <a:p>
            <a:endParaRPr lang="en-US" dirty="0"/>
          </a:p>
        </p:txBody>
      </p:sp>
      <p:sp>
        <p:nvSpPr>
          <p:cNvPr id="14" name="Content Placeholder 13">
            <a:extLst>
              <a:ext uri="{FF2B5EF4-FFF2-40B4-BE49-F238E27FC236}">
                <a16:creationId xmlns:a16="http://schemas.microsoft.com/office/drawing/2014/main" id="{1187C3C2-B26C-B247-9CF4-C2EF3D5BF135}"/>
              </a:ext>
            </a:extLst>
          </p:cNvPr>
          <p:cNvSpPr>
            <a:spLocks noGrp="1"/>
          </p:cNvSpPr>
          <p:nvPr>
            <p:ph idx="20"/>
          </p:nvPr>
        </p:nvSpPr>
        <p:spPr/>
        <p:txBody>
          <a:bodyPr/>
          <a:lstStyle/>
          <a:p>
            <a:r>
              <a:rPr lang="en-US" dirty="0" err="1"/>
              <a:t>Bill.com</a:t>
            </a:r>
            <a:r>
              <a:rPr lang="en-US" dirty="0"/>
              <a:t> Dominates Total Number of Customers</a:t>
            </a:r>
          </a:p>
        </p:txBody>
      </p:sp>
      <p:graphicFrame>
        <p:nvGraphicFramePr>
          <p:cNvPr id="16" name="Chart 15">
            <a:extLst>
              <a:ext uri="{FF2B5EF4-FFF2-40B4-BE49-F238E27FC236}">
                <a16:creationId xmlns:a16="http://schemas.microsoft.com/office/drawing/2014/main" id="{BC5890BC-3ABA-5477-D398-BA416E0118A1}"/>
              </a:ext>
            </a:extLst>
          </p:cNvPr>
          <p:cNvGraphicFramePr>
            <a:graphicFrameLocks/>
          </p:cNvGraphicFramePr>
          <p:nvPr/>
        </p:nvGraphicFramePr>
        <p:xfrm>
          <a:off x="5134504" y="2243680"/>
          <a:ext cx="4462271" cy="2134283"/>
        </p:xfrm>
        <a:graphic>
          <a:graphicData uri="http://schemas.openxmlformats.org/drawingml/2006/chart">
            <c:chart xmlns:c="http://schemas.openxmlformats.org/drawingml/2006/chart" xmlns:r="http://schemas.openxmlformats.org/officeDocument/2006/relationships" r:id="rId2"/>
          </a:graphicData>
        </a:graphic>
      </p:graphicFrame>
      <p:pic>
        <p:nvPicPr>
          <p:cNvPr id="9" name="Picture 2" descr="BILL: Online bill payment &amp; receivables software">
            <a:extLst>
              <a:ext uri="{FF2B5EF4-FFF2-40B4-BE49-F238E27FC236}">
                <a16:creationId xmlns:a16="http://schemas.microsoft.com/office/drawing/2014/main" id="{D1EAE22E-1053-014B-51A0-C741D868D5BA}"/>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607888" y="298740"/>
            <a:ext cx="1007035" cy="66406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171409779"/>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58128F2-DF18-8D45-64B9-906B98995302}"/>
              </a:ext>
            </a:extLst>
          </p:cNvPr>
          <p:cNvSpPr>
            <a:spLocks noGrp="1"/>
          </p:cNvSpPr>
          <p:nvPr>
            <p:ph type="title"/>
          </p:nvPr>
        </p:nvSpPr>
        <p:spPr/>
        <p:txBody>
          <a:bodyPr/>
          <a:lstStyle/>
          <a:p>
            <a:r>
              <a:rPr lang="en-US" dirty="0"/>
              <a:t>Technological Adoption as a Growth Diver</a:t>
            </a:r>
          </a:p>
        </p:txBody>
      </p:sp>
      <p:sp>
        <p:nvSpPr>
          <p:cNvPr id="4" name="Text Placeholder 3">
            <a:extLst>
              <a:ext uri="{FF2B5EF4-FFF2-40B4-BE49-F238E27FC236}">
                <a16:creationId xmlns:a16="http://schemas.microsoft.com/office/drawing/2014/main" id="{F6C15079-3AC1-2E9E-8595-15391B2F79CF}"/>
              </a:ext>
            </a:extLst>
          </p:cNvPr>
          <p:cNvSpPr>
            <a:spLocks noGrp="1"/>
          </p:cNvSpPr>
          <p:nvPr>
            <p:ph type="body" sz="quarter" idx="18"/>
          </p:nvPr>
        </p:nvSpPr>
        <p:spPr/>
        <p:txBody>
          <a:bodyPr>
            <a:normAutofit/>
          </a:bodyPr>
          <a:lstStyle/>
          <a:p>
            <a:r>
              <a:rPr lang="en-US" i="1" dirty="0" err="1"/>
              <a:t>Bill.com</a:t>
            </a:r>
            <a:r>
              <a:rPr lang="en-US" i="1" dirty="0"/>
              <a:t> primed to capitalized off high adoption from new and existing customers alike.</a:t>
            </a:r>
          </a:p>
        </p:txBody>
      </p:sp>
      <p:sp>
        <p:nvSpPr>
          <p:cNvPr id="5" name="Content Placeholder 4">
            <a:extLst>
              <a:ext uri="{FF2B5EF4-FFF2-40B4-BE49-F238E27FC236}">
                <a16:creationId xmlns:a16="http://schemas.microsoft.com/office/drawing/2014/main" id="{B4FF9D36-EDEE-A11C-649F-48A97411CDAF}"/>
              </a:ext>
            </a:extLst>
          </p:cNvPr>
          <p:cNvSpPr>
            <a:spLocks noGrp="1"/>
          </p:cNvSpPr>
          <p:nvPr>
            <p:ph idx="10"/>
          </p:nvPr>
        </p:nvSpPr>
        <p:spPr>
          <a:xfrm>
            <a:off x="461623" y="2227814"/>
            <a:ext cx="4462272" cy="2159371"/>
          </a:xfrm>
        </p:spPr>
        <p:txBody>
          <a:bodyPr>
            <a:normAutofit/>
          </a:bodyPr>
          <a:lstStyle/>
          <a:p>
            <a:r>
              <a:rPr lang="en-US" dirty="0"/>
              <a:t>Approximately 25,920,000 small/medium businesses (SMBs) in the United States</a:t>
            </a:r>
          </a:p>
          <a:p>
            <a:pPr lvl="1"/>
            <a:r>
              <a:rPr lang="en-US" dirty="0"/>
              <a:t>Roughly 22,000,000 (85%) rely on paper checks</a:t>
            </a:r>
          </a:p>
          <a:p>
            <a:pPr lvl="1"/>
            <a:r>
              <a:rPr lang="en-US" dirty="0"/>
              <a:t>0.71% market penetration, offering BILL a large untapped opportunity to capitalize on</a:t>
            </a:r>
          </a:p>
          <a:p>
            <a:r>
              <a:rPr lang="en-US" dirty="0"/>
              <a:t>BILL has a long runway for growth because market is unpenetrated and SMBs are underserved by tech</a:t>
            </a:r>
          </a:p>
          <a:p>
            <a:r>
              <a:rPr lang="en-US" dirty="0"/>
              <a:t>Diverse drivers: Cloud, SMB, and fintech growth</a:t>
            </a:r>
          </a:p>
          <a:p>
            <a:pPr lvl="1"/>
            <a:endParaRPr lang="en-US" dirty="0"/>
          </a:p>
        </p:txBody>
      </p:sp>
      <p:sp>
        <p:nvSpPr>
          <p:cNvPr id="6" name="Content Placeholder 5">
            <a:extLst>
              <a:ext uri="{FF2B5EF4-FFF2-40B4-BE49-F238E27FC236}">
                <a16:creationId xmlns:a16="http://schemas.microsoft.com/office/drawing/2014/main" id="{C1EC8B4D-89C0-8266-9C06-E8A58B93FABA}"/>
              </a:ext>
            </a:extLst>
          </p:cNvPr>
          <p:cNvSpPr>
            <a:spLocks noGrp="1"/>
          </p:cNvSpPr>
          <p:nvPr>
            <p:ph sz="quarter" idx="11"/>
          </p:nvPr>
        </p:nvSpPr>
        <p:spPr>
          <a:xfrm>
            <a:off x="461623" y="4733440"/>
            <a:ext cx="4462272" cy="2467757"/>
          </a:xfrm>
        </p:spPr>
        <p:txBody>
          <a:bodyPr>
            <a:normAutofit/>
          </a:bodyPr>
          <a:lstStyle/>
          <a:p>
            <a:r>
              <a:rPr lang="en-US" dirty="0"/>
              <a:t>Strong ability to retain and grow engagement with existing customers</a:t>
            </a:r>
          </a:p>
          <a:p>
            <a:r>
              <a:rPr lang="en-US" dirty="0"/>
              <a:t>Expands within existing base by increasing transactions per customers, adding more users, and launching additional products to cross/up sell</a:t>
            </a:r>
          </a:p>
          <a:p>
            <a:pPr lvl="1"/>
            <a:r>
              <a:rPr lang="en-US" dirty="0"/>
              <a:t>Increased total payment volume from $140M to $220M, a 56% growth rate, despite total customers increasing by 30%</a:t>
            </a:r>
          </a:p>
          <a:p>
            <a:pPr lvl="1"/>
            <a:r>
              <a:rPr lang="en-US" dirty="0"/>
              <a:t>Demonstrates increasing existing adoption</a:t>
            </a:r>
          </a:p>
        </p:txBody>
      </p:sp>
      <p:sp>
        <p:nvSpPr>
          <p:cNvPr id="7" name="Content Placeholder 6">
            <a:extLst>
              <a:ext uri="{FF2B5EF4-FFF2-40B4-BE49-F238E27FC236}">
                <a16:creationId xmlns:a16="http://schemas.microsoft.com/office/drawing/2014/main" id="{4D7C8C7A-5682-7578-5821-1250DD1647B0}"/>
              </a:ext>
            </a:extLst>
          </p:cNvPr>
          <p:cNvSpPr>
            <a:spLocks noGrp="1"/>
          </p:cNvSpPr>
          <p:nvPr>
            <p:ph sz="quarter" idx="12"/>
          </p:nvPr>
        </p:nvSpPr>
        <p:spPr>
          <a:xfrm>
            <a:off x="5152651" y="2226595"/>
            <a:ext cx="4464119" cy="2181549"/>
          </a:xfrm>
        </p:spPr>
        <p:txBody>
          <a:bodyPr>
            <a:normAutofit/>
          </a:bodyPr>
          <a:lstStyle/>
          <a:p>
            <a:r>
              <a:rPr lang="en-US" dirty="0"/>
              <a:t>If cloud adoption remains rapid over the next years</a:t>
            </a:r>
          </a:p>
          <a:p>
            <a:pPr lvl="1"/>
            <a:r>
              <a:rPr lang="en-US" dirty="0"/>
              <a:t>Will still not exhaust the market (~100% growth)</a:t>
            </a:r>
          </a:p>
          <a:p>
            <a:pPr lvl="1"/>
            <a:r>
              <a:rPr lang="en-US" dirty="0"/>
              <a:t>New competitors will struggle to keep up without already existing scale that </a:t>
            </a:r>
            <a:r>
              <a:rPr lang="en-US" dirty="0" err="1"/>
              <a:t>Bill.com</a:t>
            </a:r>
            <a:r>
              <a:rPr lang="en-US" dirty="0"/>
              <a:t> benefits from</a:t>
            </a:r>
          </a:p>
          <a:p>
            <a:r>
              <a:rPr lang="en-US" dirty="0"/>
              <a:t>If technological adoption and growth slows down</a:t>
            </a:r>
          </a:p>
          <a:p>
            <a:pPr lvl="1"/>
            <a:r>
              <a:rPr lang="en-US" dirty="0"/>
              <a:t>With a huge quantity of SMBs, BILL will consistently acquire market share</a:t>
            </a:r>
          </a:p>
          <a:p>
            <a:pPr lvl="1"/>
            <a:r>
              <a:rPr lang="en-US" dirty="0"/>
              <a:t>Slower growth discourages competitor entry</a:t>
            </a:r>
          </a:p>
          <a:p>
            <a:pPr marL="171450" lvl="1" indent="0">
              <a:buNone/>
            </a:pPr>
            <a:endParaRPr lang="en-US" dirty="0"/>
          </a:p>
        </p:txBody>
      </p:sp>
      <p:sp>
        <p:nvSpPr>
          <p:cNvPr id="9" name="Content Placeholder 8">
            <a:extLst>
              <a:ext uri="{FF2B5EF4-FFF2-40B4-BE49-F238E27FC236}">
                <a16:creationId xmlns:a16="http://schemas.microsoft.com/office/drawing/2014/main" id="{EA889B0C-0E3E-4644-3756-AB29C7E20BCC}"/>
              </a:ext>
            </a:extLst>
          </p:cNvPr>
          <p:cNvSpPr>
            <a:spLocks noGrp="1"/>
          </p:cNvSpPr>
          <p:nvPr>
            <p:ph idx="19"/>
          </p:nvPr>
        </p:nvSpPr>
        <p:spPr/>
        <p:txBody>
          <a:bodyPr/>
          <a:lstStyle/>
          <a:p>
            <a:r>
              <a:rPr lang="en-US" dirty="0"/>
              <a:t>Sheer Size of the Market</a:t>
            </a:r>
          </a:p>
        </p:txBody>
      </p:sp>
      <p:sp>
        <p:nvSpPr>
          <p:cNvPr id="10" name="Content Placeholder 9">
            <a:extLst>
              <a:ext uri="{FF2B5EF4-FFF2-40B4-BE49-F238E27FC236}">
                <a16:creationId xmlns:a16="http://schemas.microsoft.com/office/drawing/2014/main" id="{5B947AC9-6A11-109F-102D-73BEC3E5B581}"/>
              </a:ext>
            </a:extLst>
          </p:cNvPr>
          <p:cNvSpPr>
            <a:spLocks noGrp="1"/>
          </p:cNvSpPr>
          <p:nvPr>
            <p:ph idx="20"/>
          </p:nvPr>
        </p:nvSpPr>
        <p:spPr/>
        <p:txBody>
          <a:bodyPr/>
          <a:lstStyle/>
          <a:p>
            <a:r>
              <a:rPr lang="en-US" dirty="0"/>
              <a:t>Benefits from Slow or Fast Adoption Rate</a:t>
            </a:r>
          </a:p>
        </p:txBody>
      </p:sp>
      <p:sp>
        <p:nvSpPr>
          <p:cNvPr id="11" name="Content Placeholder 10">
            <a:extLst>
              <a:ext uri="{FF2B5EF4-FFF2-40B4-BE49-F238E27FC236}">
                <a16:creationId xmlns:a16="http://schemas.microsoft.com/office/drawing/2014/main" id="{5E9EC11D-A703-29D4-045D-F6D604F9FE62}"/>
              </a:ext>
            </a:extLst>
          </p:cNvPr>
          <p:cNvSpPr>
            <a:spLocks noGrp="1"/>
          </p:cNvSpPr>
          <p:nvPr>
            <p:ph idx="21"/>
          </p:nvPr>
        </p:nvSpPr>
        <p:spPr/>
        <p:txBody>
          <a:bodyPr/>
          <a:lstStyle/>
          <a:p>
            <a:r>
              <a:rPr lang="en-US" dirty="0"/>
              <a:t>Increasing Adoption by Existing Customers</a:t>
            </a:r>
          </a:p>
        </p:txBody>
      </p:sp>
      <p:sp>
        <p:nvSpPr>
          <p:cNvPr id="12" name="Content Placeholder 11">
            <a:extLst>
              <a:ext uri="{FF2B5EF4-FFF2-40B4-BE49-F238E27FC236}">
                <a16:creationId xmlns:a16="http://schemas.microsoft.com/office/drawing/2014/main" id="{E6D7DB77-3CDF-FF98-9409-77D1026BF490}"/>
              </a:ext>
            </a:extLst>
          </p:cNvPr>
          <p:cNvSpPr>
            <a:spLocks noGrp="1"/>
          </p:cNvSpPr>
          <p:nvPr>
            <p:ph idx="22"/>
          </p:nvPr>
        </p:nvSpPr>
        <p:spPr/>
        <p:txBody>
          <a:bodyPr/>
          <a:lstStyle/>
          <a:p>
            <a:r>
              <a:rPr lang="en-US" dirty="0"/>
              <a:t>Payment Volume Growth and Internal Adoption</a:t>
            </a:r>
          </a:p>
        </p:txBody>
      </p:sp>
      <p:graphicFrame>
        <p:nvGraphicFramePr>
          <p:cNvPr id="13" name="Content Placeholder 12">
            <a:extLst>
              <a:ext uri="{FF2B5EF4-FFF2-40B4-BE49-F238E27FC236}">
                <a16:creationId xmlns:a16="http://schemas.microsoft.com/office/drawing/2014/main" id="{305BD84E-7BCB-A6FF-F061-8232E98A084E}"/>
              </a:ext>
            </a:extLst>
          </p:cNvPr>
          <p:cNvGraphicFramePr>
            <a:graphicFrameLocks noGrp="1"/>
          </p:cNvGraphicFramePr>
          <p:nvPr>
            <p:ph sz="quarter" idx="13"/>
          </p:nvPr>
        </p:nvGraphicFramePr>
        <p:xfrm>
          <a:off x="5153025" y="4733925"/>
          <a:ext cx="4462463" cy="2297940"/>
        </p:xfrm>
        <a:graphic>
          <a:graphicData uri="http://schemas.openxmlformats.org/drawingml/2006/chart">
            <c:chart xmlns:c="http://schemas.openxmlformats.org/drawingml/2006/chart" xmlns:r="http://schemas.openxmlformats.org/officeDocument/2006/relationships" r:id="rId2"/>
          </a:graphicData>
        </a:graphic>
      </p:graphicFrame>
      <p:pic>
        <p:nvPicPr>
          <p:cNvPr id="14" name="Picture 2" descr="BILL: Online bill payment &amp; receivables software">
            <a:extLst>
              <a:ext uri="{FF2B5EF4-FFF2-40B4-BE49-F238E27FC236}">
                <a16:creationId xmlns:a16="http://schemas.microsoft.com/office/drawing/2014/main" id="{78933DD5-AA45-8C95-4012-FB89DEAF268A}"/>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607888" y="298740"/>
            <a:ext cx="1007035" cy="66406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981862561"/>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CE3FD1B-1250-E533-547E-BF82A07DB415}"/>
              </a:ext>
            </a:extLst>
          </p:cNvPr>
          <p:cNvSpPr>
            <a:spLocks noGrp="1"/>
          </p:cNvSpPr>
          <p:nvPr>
            <p:ph type="title"/>
          </p:nvPr>
        </p:nvSpPr>
        <p:spPr/>
        <p:txBody>
          <a:bodyPr/>
          <a:lstStyle/>
          <a:p>
            <a:r>
              <a:rPr lang="en-US" dirty="0"/>
              <a:t>International Expansion</a:t>
            </a:r>
          </a:p>
        </p:txBody>
      </p:sp>
      <p:sp>
        <p:nvSpPr>
          <p:cNvPr id="4" name="Text Placeholder 3">
            <a:extLst>
              <a:ext uri="{FF2B5EF4-FFF2-40B4-BE49-F238E27FC236}">
                <a16:creationId xmlns:a16="http://schemas.microsoft.com/office/drawing/2014/main" id="{83E9EC01-EED4-208D-3936-4FD6C305C29E}"/>
              </a:ext>
            </a:extLst>
          </p:cNvPr>
          <p:cNvSpPr>
            <a:spLocks noGrp="1"/>
          </p:cNvSpPr>
          <p:nvPr>
            <p:ph type="body" sz="quarter" idx="18"/>
          </p:nvPr>
        </p:nvSpPr>
        <p:spPr/>
        <p:txBody>
          <a:bodyPr/>
          <a:lstStyle/>
          <a:p>
            <a:r>
              <a:rPr lang="en-US" i="1" dirty="0"/>
              <a:t>Large untapped international opportunities supplement already strong domestic growth drivers for </a:t>
            </a:r>
            <a:r>
              <a:rPr lang="en-US" i="1" dirty="0" err="1"/>
              <a:t>Bill.com</a:t>
            </a:r>
            <a:r>
              <a:rPr lang="en-US" i="1" dirty="0"/>
              <a:t>.</a:t>
            </a:r>
          </a:p>
        </p:txBody>
      </p:sp>
      <p:sp>
        <p:nvSpPr>
          <p:cNvPr id="5" name="Content Placeholder 4">
            <a:extLst>
              <a:ext uri="{FF2B5EF4-FFF2-40B4-BE49-F238E27FC236}">
                <a16:creationId xmlns:a16="http://schemas.microsoft.com/office/drawing/2014/main" id="{BB4B2985-8B20-55AB-7494-8EAF25188DBA}"/>
              </a:ext>
            </a:extLst>
          </p:cNvPr>
          <p:cNvSpPr>
            <a:spLocks noGrp="1"/>
          </p:cNvSpPr>
          <p:nvPr>
            <p:ph idx="10"/>
          </p:nvPr>
        </p:nvSpPr>
        <p:spPr>
          <a:xfrm>
            <a:off x="461623" y="1756268"/>
            <a:ext cx="9144000" cy="3134130"/>
          </a:xfrm>
        </p:spPr>
        <p:txBody>
          <a:bodyPr>
            <a:normAutofit/>
          </a:bodyPr>
          <a:lstStyle/>
          <a:p>
            <a:r>
              <a:rPr lang="en-US" dirty="0"/>
              <a:t>In 2019, BILL expanded international payments footprint to 130 countries, with payments in 100 currencies</a:t>
            </a:r>
            <a:r>
              <a:rPr lang="en-US" baseline="30000" dirty="0"/>
              <a:t>1</a:t>
            </a:r>
          </a:p>
          <a:p>
            <a:pPr lvl="1"/>
            <a:r>
              <a:rPr lang="en-US" dirty="0"/>
              <a:t>However, their payment products are not yet offered to customers outside of the United States</a:t>
            </a:r>
          </a:p>
          <a:p>
            <a:pPr lvl="1"/>
            <a:r>
              <a:rPr lang="en-US" dirty="0"/>
              <a:t>US customers can pay through BILL to vendors in other countries (cross-border payments/fund transfers)</a:t>
            </a:r>
          </a:p>
          <a:p>
            <a:r>
              <a:rPr lang="en-US" dirty="0"/>
              <a:t>Number of transactions increased dramatically after </a:t>
            </a:r>
            <a:r>
              <a:rPr lang="en-US" dirty="0" err="1"/>
              <a:t>Bill.com</a:t>
            </a:r>
            <a:r>
              <a:rPr lang="en-US" dirty="0"/>
              <a:t> began supporting international payments</a:t>
            </a:r>
          </a:p>
          <a:p>
            <a:r>
              <a:rPr lang="en-US" dirty="0"/>
              <a:t>Survey of SMBs revealed primary motives for the adoption of end-to-end solutions: to increase time savings using an online service, avoiding costly bank charges for wire payments, and fees for currency exchanges</a:t>
            </a:r>
          </a:p>
          <a:p>
            <a:r>
              <a:rPr lang="en-US" dirty="0"/>
              <a:t>Adds to </a:t>
            </a:r>
            <a:r>
              <a:rPr lang="en-US" dirty="0" err="1"/>
              <a:t>Bill.com’s</a:t>
            </a:r>
            <a:r>
              <a:rPr lang="en-US" dirty="0"/>
              <a:t> multiple growth drivers: acquiring new customers, increasing adoption by current users, and  growing their network are all facilitated by international expansion because the market immediately expands</a:t>
            </a:r>
          </a:p>
          <a:p>
            <a:pPr lvl="1"/>
            <a:r>
              <a:rPr lang="en-US" dirty="0"/>
              <a:t>Growth in online services abroad (e-commerce trends and suppliers outside of the USA) further help BILL</a:t>
            </a:r>
          </a:p>
          <a:p>
            <a:r>
              <a:rPr lang="en-US" dirty="0"/>
              <a:t>International SMBs are traditionally underserved by technology services, but are increasingly adopting cloud and other services in the wake of COVID-19, offering BILL opportunities to penetrate new markets</a:t>
            </a:r>
          </a:p>
        </p:txBody>
      </p:sp>
      <p:sp>
        <p:nvSpPr>
          <p:cNvPr id="7" name="Text Placeholder 6">
            <a:extLst>
              <a:ext uri="{FF2B5EF4-FFF2-40B4-BE49-F238E27FC236}">
                <a16:creationId xmlns:a16="http://schemas.microsoft.com/office/drawing/2014/main" id="{964B6DA2-445E-33CC-F8CE-D6DE41B748BF}"/>
              </a:ext>
            </a:extLst>
          </p:cNvPr>
          <p:cNvSpPr>
            <a:spLocks noGrp="1"/>
          </p:cNvSpPr>
          <p:nvPr>
            <p:ph type="body" sz="quarter" idx="20"/>
          </p:nvPr>
        </p:nvSpPr>
        <p:spPr>
          <a:xfrm>
            <a:off x="457200" y="6797006"/>
            <a:ext cx="9144000" cy="304337"/>
          </a:xfrm>
        </p:spPr>
        <p:txBody>
          <a:bodyPr/>
          <a:lstStyle/>
          <a:p>
            <a:r>
              <a:rPr lang="en-US" dirty="0"/>
              <a:t>1. https://</a:t>
            </a:r>
            <a:r>
              <a:rPr lang="en-US" dirty="0" err="1"/>
              <a:t>www.bill.com</a:t>
            </a:r>
            <a:r>
              <a:rPr lang="en-US" dirty="0"/>
              <a:t>/about-us/press-release/billcom-expands-international-payments-footprint-more-130-countries</a:t>
            </a:r>
          </a:p>
        </p:txBody>
      </p:sp>
      <p:graphicFrame>
        <p:nvGraphicFramePr>
          <p:cNvPr id="10" name="Content Placeholder 8">
            <a:extLst>
              <a:ext uri="{FF2B5EF4-FFF2-40B4-BE49-F238E27FC236}">
                <a16:creationId xmlns:a16="http://schemas.microsoft.com/office/drawing/2014/main" id="{C49A398E-8B48-BA89-416C-293D8E7C7C9A}"/>
              </a:ext>
            </a:extLst>
          </p:cNvPr>
          <p:cNvGraphicFramePr>
            <a:graphicFrameLocks/>
          </p:cNvGraphicFramePr>
          <p:nvPr/>
        </p:nvGraphicFramePr>
        <p:xfrm>
          <a:off x="457200" y="5177953"/>
          <a:ext cx="9144000" cy="1448810"/>
        </p:xfrm>
        <a:graphic>
          <a:graphicData uri="http://schemas.openxmlformats.org/drawingml/2006/table">
            <a:tbl>
              <a:tblPr/>
              <a:tblGrid>
                <a:gridCol w="2542829">
                  <a:extLst>
                    <a:ext uri="{9D8B030D-6E8A-4147-A177-3AD203B41FA5}">
                      <a16:colId xmlns:a16="http://schemas.microsoft.com/office/drawing/2014/main" val="2270896711"/>
                    </a:ext>
                  </a:extLst>
                </a:gridCol>
                <a:gridCol w="2651522">
                  <a:extLst>
                    <a:ext uri="{9D8B030D-6E8A-4147-A177-3AD203B41FA5}">
                      <a16:colId xmlns:a16="http://schemas.microsoft.com/office/drawing/2014/main" val="2130668468"/>
                    </a:ext>
                  </a:extLst>
                </a:gridCol>
                <a:gridCol w="2026818">
                  <a:extLst>
                    <a:ext uri="{9D8B030D-6E8A-4147-A177-3AD203B41FA5}">
                      <a16:colId xmlns:a16="http://schemas.microsoft.com/office/drawing/2014/main" val="2226472239"/>
                    </a:ext>
                  </a:extLst>
                </a:gridCol>
                <a:gridCol w="1922831">
                  <a:extLst>
                    <a:ext uri="{9D8B030D-6E8A-4147-A177-3AD203B41FA5}">
                      <a16:colId xmlns:a16="http://schemas.microsoft.com/office/drawing/2014/main" val="3224373222"/>
                    </a:ext>
                  </a:extLst>
                </a:gridCol>
              </a:tblGrid>
              <a:tr h="454484">
                <a:tc>
                  <a:txBody>
                    <a:bodyPr/>
                    <a:lstStyle/>
                    <a:p>
                      <a:pPr algn="l" fontAlgn="b">
                        <a:spcBef>
                          <a:spcPts val="0"/>
                        </a:spcBef>
                        <a:spcAft>
                          <a:spcPts val="0"/>
                        </a:spcAft>
                      </a:pPr>
                      <a:endParaRPr lang="en-US" sz="1500" b="0" i="0" u="none" strike="noStrike" dirty="0">
                        <a:effectLst/>
                        <a:latin typeface="Garamond" panose="02020404030301010803" pitchFamily="18" charset="0"/>
                      </a:endParaRPr>
                    </a:p>
                  </a:txBody>
                  <a:tcPr marL="18037" marR="18037" marT="18037" marB="0" anchor="b">
                    <a:lnL w="6350" cap="flat" cmpd="sng" algn="ctr">
                      <a:solidFill>
                        <a:srgbClr val="8EA9DB"/>
                      </a:solidFill>
                      <a:prstDash val="solid"/>
                      <a:round/>
                      <a:headEnd type="none" w="med" len="med"/>
                      <a:tailEnd type="none" w="med" len="med"/>
                    </a:lnL>
                    <a:lnR>
                      <a:noFill/>
                    </a:lnR>
                    <a:lnT w="6350" cap="flat" cmpd="sng" algn="ctr">
                      <a:solidFill>
                        <a:srgbClr val="8EA9DB"/>
                      </a:solidFill>
                      <a:prstDash val="solid"/>
                      <a:round/>
                      <a:headEnd type="none" w="med" len="med"/>
                      <a:tailEnd type="none" w="med" len="med"/>
                    </a:lnT>
                    <a:lnB w="6350" cap="flat" cmpd="sng" algn="ctr">
                      <a:solidFill>
                        <a:srgbClr val="8EA9DB"/>
                      </a:solidFill>
                      <a:prstDash val="solid"/>
                      <a:round/>
                      <a:headEnd type="none" w="med" len="med"/>
                      <a:tailEnd type="none" w="med" len="med"/>
                    </a:lnB>
                    <a:solidFill>
                      <a:srgbClr val="4472C4"/>
                    </a:solidFill>
                  </a:tcPr>
                </a:tc>
                <a:tc>
                  <a:txBody>
                    <a:bodyPr/>
                    <a:lstStyle/>
                    <a:p>
                      <a:pPr algn="l" fontAlgn="b">
                        <a:spcBef>
                          <a:spcPts val="0"/>
                        </a:spcBef>
                        <a:spcAft>
                          <a:spcPts val="0"/>
                        </a:spcAft>
                      </a:pPr>
                      <a:r>
                        <a:rPr lang="en-US" sz="1500" b="1" i="0" u="none" strike="noStrike" dirty="0">
                          <a:solidFill>
                            <a:srgbClr val="FFFFFF"/>
                          </a:solidFill>
                          <a:effectLst/>
                          <a:latin typeface="Garamond" panose="02020404030301010803" pitchFamily="18" charset="0"/>
                        </a:rPr>
                        <a:t>Number of Sole Proprietors</a:t>
                      </a:r>
                      <a:endParaRPr lang="en-US" sz="1500" b="0" i="0" u="none" strike="noStrike" dirty="0">
                        <a:effectLst/>
                        <a:latin typeface="Garamond" panose="02020404030301010803" pitchFamily="18" charset="0"/>
                      </a:endParaRPr>
                    </a:p>
                  </a:txBody>
                  <a:tcPr marL="18037" marR="18037" marT="18037" marB="0" anchor="b">
                    <a:lnL>
                      <a:noFill/>
                    </a:lnL>
                    <a:lnR>
                      <a:noFill/>
                    </a:lnR>
                    <a:lnT w="6350" cap="flat" cmpd="sng" algn="ctr">
                      <a:solidFill>
                        <a:srgbClr val="8EA9DB"/>
                      </a:solidFill>
                      <a:prstDash val="solid"/>
                      <a:round/>
                      <a:headEnd type="none" w="med" len="med"/>
                      <a:tailEnd type="none" w="med" len="med"/>
                    </a:lnT>
                    <a:lnB w="6350" cap="flat" cmpd="sng" algn="ctr">
                      <a:solidFill>
                        <a:srgbClr val="8EA9DB"/>
                      </a:solidFill>
                      <a:prstDash val="solid"/>
                      <a:round/>
                      <a:headEnd type="none" w="med" len="med"/>
                      <a:tailEnd type="none" w="med" len="med"/>
                    </a:lnB>
                    <a:solidFill>
                      <a:srgbClr val="4472C4"/>
                    </a:solidFill>
                  </a:tcPr>
                </a:tc>
                <a:tc>
                  <a:txBody>
                    <a:bodyPr/>
                    <a:lstStyle/>
                    <a:p>
                      <a:pPr algn="l" fontAlgn="b">
                        <a:spcBef>
                          <a:spcPts val="0"/>
                        </a:spcBef>
                        <a:spcAft>
                          <a:spcPts val="0"/>
                        </a:spcAft>
                      </a:pPr>
                      <a:r>
                        <a:rPr lang="en-US" sz="1500" b="1" i="0" u="none" strike="noStrike">
                          <a:solidFill>
                            <a:srgbClr val="FFFFFF"/>
                          </a:solidFill>
                          <a:effectLst/>
                          <a:latin typeface="Garamond" panose="02020404030301010803" pitchFamily="18" charset="0"/>
                        </a:rPr>
                        <a:t>SMB Software Spend</a:t>
                      </a:r>
                      <a:endParaRPr lang="en-US" sz="1500" b="0" i="0" u="none" strike="noStrike">
                        <a:effectLst/>
                        <a:latin typeface="Garamond" panose="02020404030301010803" pitchFamily="18" charset="0"/>
                      </a:endParaRPr>
                    </a:p>
                  </a:txBody>
                  <a:tcPr marL="18037" marR="18037" marT="18037" marB="0" anchor="b">
                    <a:lnL>
                      <a:noFill/>
                    </a:lnL>
                    <a:lnR>
                      <a:noFill/>
                    </a:lnR>
                    <a:lnT w="6350" cap="flat" cmpd="sng" algn="ctr">
                      <a:solidFill>
                        <a:srgbClr val="8EA9DB"/>
                      </a:solidFill>
                      <a:prstDash val="solid"/>
                      <a:round/>
                      <a:headEnd type="none" w="med" len="med"/>
                      <a:tailEnd type="none" w="med" len="med"/>
                    </a:lnT>
                    <a:lnB w="6350" cap="flat" cmpd="sng" algn="ctr">
                      <a:solidFill>
                        <a:srgbClr val="8EA9DB"/>
                      </a:solidFill>
                      <a:prstDash val="solid"/>
                      <a:round/>
                      <a:headEnd type="none" w="med" len="med"/>
                      <a:tailEnd type="none" w="med" len="med"/>
                    </a:lnB>
                    <a:solidFill>
                      <a:srgbClr val="4472C4"/>
                    </a:solidFill>
                  </a:tcPr>
                </a:tc>
                <a:tc>
                  <a:txBody>
                    <a:bodyPr/>
                    <a:lstStyle/>
                    <a:p>
                      <a:pPr algn="l" fontAlgn="b">
                        <a:spcBef>
                          <a:spcPts val="0"/>
                        </a:spcBef>
                        <a:spcAft>
                          <a:spcPts val="0"/>
                        </a:spcAft>
                      </a:pPr>
                      <a:r>
                        <a:rPr lang="en-US" sz="1500" b="1" i="0" u="none" strike="noStrike">
                          <a:solidFill>
                            <a:srgbClr val="FFFFFF"/>
                          </a:solidFill>
                          <a:effectLst/>
                          <a:latin typeface="Garamond" panose="02020404030301010803" pitchFamily="18" charset="0"/>
                        </a:rPr>
                        <a:t>B2B Payment Volume</a:t>
                      </a:r>
                      <a:endParaRPr lang="en-US" sz="1500" b="0" i="0" u="none" strike="noStrike">
                        <a:effectLst/>
                        <a:latin typeface="Garamond" panose="02020404030301010803" pitchFamily="18" charset="0"/>
                      </a:endParaRPr>
                    </a:p>
                  </a:txBody>
                  <a:tcPr marL="18037" marR="18037" marT="18037" marB="0" anchor="b">
                    <a:lnL>
                      <a:noFill/>
                    </a:lnL>
                    <a:lnR w="6350" cap="flat" cmpd="sng" algn="ctr">
                      <a:solidFill>
                        <a:srgbClr val="8EA9DB"/>
                      </a:solidFill>
                      <a:prstDash val="solid"/>
                      <a:round/>
                      <a:headEnd type="none" w="med" len="med"/>
                      <a:tailEnd type="none" w="med" len="med"/>
                    </a:lnR>
                    <a:lnT w="6350" cap="flat" cmpd="sng" algn="ctr">
                      <a:solidFill>
                        <a:srgbClr val="8EA9DB"/>
                      </a:solidFill>
                      <a:prstDash val="solid"/>
                      <a:round/>
                      <a:headEnd type="none" w="med" len="med"/>
                      <a:tailEnd type="none" w="med" len="med"/>
                    </a:lnT>
                    <a:lnB w="6350" cap="flat" cmpd="sng" algn="ctr">
                      <a:solidFill>
                        <a:srgbClr val="8EA9DB"/>
                      </a:solidFill>
                      <a:prstDash val="solid"/>
                      <a:round/>
                      <a:headEnd type="none" w="med" len="med"/>
                      <a:tailEnd type="none" w="med" len="med"/>
                    </a:lnB>
                    <a:solidFill>
                      <a:srgbClr val="4472C4"/>
                    </a:solidFill>
                  </a:tcPr>
                </a:tc>
                <a:extLst>
                  <a:ext uri="{0D108BD9-81ED-4DB2-BD59-A6C34878D82A}">
                    <a16:rowId xmlns:a16="http://schemas.microsoft.com/office/drawing/2014/main" val="1378044707"/>
                  </a:ext>
                </a:extLst>
              </a:tr>
              <a:tr h="478397">
                <a:tc>
                  <a:txBody>
                    <a:bodyPr/>
                    <a:lstStyle/>
                    <a:p>
                      <a:pPr algn="l" fontAlgn="b">
                        <a:spcBef>
                          <a:spcPts val="0"/>
                        </a:spcBef>
                        <a:spcAft>
                          <a:spcPts val="0"/>
                        </a:spcAft>
                      </a:pPr>
                      <a:r>
                        <a:rPr lang="en-US" sz="1500" b="0" i="0" u="none" strike="noStrike" dirty="0">
                          <a:solidFill>
                            <a:srgbClr val="000000"/>
                          </a:solidFill>
                          <a:effectLst/>
                          <a:latin typeface="Garamond" panose="02020404030301010803" pitchFamily="18" charset="0"/>
                        </a:rPr>
                        <a:t>Domestic Opportunity</a:t>
                      </a:r>
                      <a:endParaRPr lang="en-US" sz="1500" b="0" i="0" u="none" strike="noStrike" dirty="0">
                        <a:effectLst/>
                        <a:latin typeface="Garamond" panose="02020404030301010803" pitchFamily="18" charset="0"/>
                      </a:endParaRPr>
                    </a:p>
                  </a:txBody>
                  <a:tcPr marL="18037" marR="18037" marT="18037" marB="0" anchor="b">
                    <a:lnL w="6350" cap="flat" cmpd="sng" algn="ctr">
                      <a:solidFill>
                        <a:srgbClr val="8EA9DB"/>
                      </a:solidFill>
                      <a:prstDash val="solid"/>
                      <a:round/>
                      <a:headEnd type="none" w="med" len="med"/>
                      <a:tailEnd type="none" w="med" len="med"/>
                    </a:lnL>
                    <a:lnR>
                      <a:noFill/>
                    </a:lnR>
                    <a:lnT w="6350" cap="flat" cmpd="sng" algn="ctr">
                      <a:solidFill>
                        <a:srgbClr val="8EA9DB"/>
                      </a:solidFill>
                      <a:prstDash val="solid"/>
                      <a:round/>
                      <a:headEnd type="none" w="med" len="med"/>
                      <a:tailEnd type="none" w="med" len="med"/>
                    </a:lnT>
                    <a:lnB w="6350" cap="flat" cmpd="sng" algn="ctr">
                      <a:solidFill>
                        <a:srgbClr val="8EA9DB"/>
                      </a:solidFill>
                      <a:prstDash val="solid"/>
                      <a:round/>
                      <a:headEnd type="none" w="med" len="med"/>
                      <a:tailEnd type="none" w="med" len="med"/>
                    </a:lnB>
                    <a:solidFill>
                      <a:srgbClr val="D9E1F2"/>
                    </a:solidFill>
                  </a:tcPr>
                </a:tc>
                <a:tc>
                  <a:txBody>
                    <a:bodyPr/>
                    <a:lstStyle/>
                    <a:p>
                      <a:pPr algn="l" fontAlgn="b">
                        <a:spcBef>
                          <a:spcPts val="0"/>
                        </a:spcBef>
                        <a:spcAft>
                          <a:spcPts val="0"/>
                        </a:spcAft>
                      </a:pPr>
                      <a:r>
                        <a:rPr lang="en-US" sz="1500" b="0" i="0" u="none" strike="noStrike" dirty="0">
                          <a:solidFill>
                            <a:srgbClr val="000000"/>
                          </a:solidFill>
                          <a:effectLst/>
                          <a:latin typeface="Garamond" panose="02020404030301010803" pitchFamily="18" charset="0"/>
                        </a:rPr>
                        <a:t>26M</a:t>
                      </a:r>
                      <a:endParaRPr lang="en-US" sz="1500" b="0" i="0" u="none" strike="noStrike" dirty="0">
                        <a:effectLst/>
                        <a:latin typeface="Garamond" panose="02020404030301010803" pitchFamily="18" charset="0"/>
                      </a:endParaRPr>
                    </a:p>
                  </a:txBody>
                  <a:tcPr marL="18037" marR="18037" marT="18037" marB="0" anchor="b">
                    <a:lnL>
                      <a:noFill/>
                    </a:lnL>
                    <a:lnR>
                      <a:noFill/>
                    </a:lnR>
                    <a:lnT w="6350" cap="flat" cmpd="sng" algn="ctr">
                      <a:solidFill>
                        <a:srgbClr val="8EA9DB"/>
                      </a:solidFill>
                      <a:prstDash val="solid"/>
                      <a:round/>
                      <a:headEnd type="none" w="med" len="med"/>
                      <a:tailEnd type="none" w="med" len="med"/>
                    </a:lnT>
                    <a:lnB w="6350" cap="flat" cmpd="sng" algn="ctr">
                      <a:solidFill>
                        <a:srgbClr val="8EA9DB"/>
                      </a:solidFill>
                      <a:prstDash val="solid"/>
                      <a:round/>
                      <a:headEnd type="none" w="med" len="med"/>
                      <a:tailEnd type="none" w="med" len="med"/>
                    </a:lnB>
                    <a:solidFill>
                      <a:srgbClr val="D9E1F2"/>
                    </a:solidFill>
                  </a:tcPr>
                </a:tc>
                <a:tc>
                  <a:txBody>
                    <a:bodyPr/>
                    <a:lstStyle/>
                    <a:p>
                      <a:pPr algn="l" fontAlgn="b">
                        <a:spcBef>
                          <a:spcPts val="0"/>
                        </a:spcBef>
                        <a:spcAft>
                          <a:spcPts val="0"/>
                        </a:spcAft>
                      </a:pPr>
                      <a:r>
                        <a:rPr lang="en-US" sz="1500" b="0" i="0" u="none" strike="noStrike" dirty="0">
                          <a:solidFill>
                            <a:srgbClr val="000000"/>
                          </a:solidFill>
                          <a:effectLst/>
                          <a:latin typeface="Garamond" panose="02020404030301010803" pitchFamily="18" charset="0"/>
                        </a:rPr>
                        <a:t>$66B</a:t>
                      </a:r>
                      <a:endParaRPr lang="en-US" sz="1500" b="0" i="0" u="none" strike="noStrike" dirty="0">
                        <a:effectLst/>
                        <a:latin typeface="Garamond" panose="02020404030301010803" pitchFamily="18" charset="0"/>
                      </a:endParaRPr>
                    </a:p>
                  </a:txBody>
                  <a:tcPr marL="18037" marR="18037" marT="18037" marB="0" anchor="b">
                    <a:lnL>
                      <a:noFill/>
                    </a:lnL>
                    <a:lnR>
                      <a:noFill/>
                    </a:lnR>
                    <a:lnT w="6350" cap="flat" cmpd="sng" algn="ctr">
                      <a:solidFill>
                        <a:srgbClr val="8EA9DB"/>
                      </a:solidFill>
                      <a:prstDash val="solid"/>
                      <a:round/>
                      <a:headEnd type="none" w="med" len="med"/>
                      <a:tailEnd type="none" w="med" len="med"/>
                    </a:lnT>
                    <a:lnB w="6350" cap="flat" cmpd="sng" algn="ctr">
                      <a:solidFill>
                        <a:srgbClr val="8EA9DB"/>
                      </a:solidFill>
                      <a:prstDash val="solid"/>
                      <a:round/>
                      <a:headEnd type="none" w="med" len="med"/>
                      <a:tailEnd type="none" w="med" len="med"/>
                    </a:lnB>
                    <a:solidFill>
                      <a:srgbClr val="D9E1F2"/>
                    </a:solidFill>
                  </a:tcPr>
                </a:tc>
                <a:tc>
                  <a:txBody>
                    <a:bodyPr/>
                    <a:lstStyle/>
                    <a:p>
                      <a:pPr algn="l" fontAlgn="b">
                        <a:spcBef>
                          <a:spcPts val="0"/>
                        </a:spcBef>
                        <a:spcAft>
                          <a:spcPts val="0"/>
                        </a:spcAft>
                      </a:pPr>
                      <a:r>
                        <a:rPr lang="en-US" sz="1500" b="0" i="0" u="none" strike="noStrike" dirty="0">
                          <a:solidFill>
                            <a:srgbClr val="000000"/>
                          </a:solidFill>
                          <a:effectLst/>
                          <a:latin typeface="Garamond" panose="02020404030301010803" pitchFamily="18" charset="0"/>
                        </a:rPr>
                        <a:t>$25T</a:t>
                      </a:r>
                      <a:endParaRPr lang="en-US" sz="1500" b="0" i="0" u="none" strike="noStrike" dirty="0">
                        <a:effectLst/>
                        <a:latin typeface="Garamond" panose="02020404030301010803" pitchFamily="18" charset="0"/>
                      </a:endParaRPr>
                    </a:p>
                  </a:txBody>
                  <a:tcPr marL="18037" marR="18037" marT="18037" marB="0" anchor="b">
                    <a:lnL>
                      <a:noFill/>
                    </a:lnL>
                    <a:lnR w="6350" cap="flat" cmpd="sng" algn="ctr">
                      <a:solidFill>
                        <a:srgbClr val="8EA9DB"/>
                      </a:solidFill>
                      <a:prstDash val="solid"/>
                      <a:round/>
                      <a:headEnd type="none" w="med" len="med"/>
                      <a:tailEnd type="none" w="med" len="med"/>
                    </a:lnR>
                    <a:lnT w="6350" cap="flat" cmpd="sng" algn="ctr">
                      <a:solidFill>
                        <a:srgbClr val="8EA9DB"/>
                      </a:solidFill>
                      <a:prstDash val="solid"/>
                      <a:round/>
                      <a:headEnd type="none" w="med" len="med"/>
                      <a:tailEnd type="none" w="med" len="med"/>
                    </a:lnT>
                    <a:lnB w="6350" cap="flat" cmpd="sng" algn="ctr">
                      <a:solidFill>
                        <a:srgbClr val="8EA9DB"/>
                      </a:solidFill>
                      <a:prstDash val="solid"/>
                      <a:round/>
                      <a:headEnd type="none" w="med" len="med"/>
                      <a:tailEnd type="none" w="med" len="med"/>
                    </a:lnB>
                    <a:solidFill>
                      <a:srgbClr val="D9E1F2"/>
                    </a:solidFill>
                  </a:tcPr>
                </a:tc>
                <a:extLst>
                  <a:ext uri="{0D108BD9-81ED-4DB2-BD59-A6C34878D82A}">
                    <a16:rowId xmlns:a16="http://schemas.microsoft.com/office/drawing/2014/main" val="3800755995"/>
                  </a:ext>
                </a:extLst>
              </a:tr>
              <a:tr h="515929">
                <a:tc>
                  <a:txBody>
                    <a:bodyPr/>
                    <a:lstStyle/>
                    <a:p>
                      <a:pPr algn="l" fontAlgn="b">
                        <a:spcBef>
                          <a:spcPts val="0"/>
                        </a:spcBef>
                        <a:spcAft>
                          <a:spcPts val="0"/>
                        </a:spcAft>
                      </a:pPr>
                      <a:r>
                        <a:rPr lang="en-US" sz="1500" b="0" i="0" u="none" strike="noStrike" dirty="0">
                          <a:solidFill>
                            <a:srgbClr val="000000"/>
                          </a:solidFill>
                          <a:effectLst/>
                          <a:latin typeface="Garamond" panose="02020404030301010803" pitchFamily="18" charset="0"/>
                        </a:rPr>
                        <a:t>International Opportunity</a:t>
                      </a:r>
                      <a:endParaRPr lang="en-US" sz="1500" b="0" i="0" u="none" strike="noStrike" dirty="0">
                        <a:effectLst/>
                        <a:latin typeface="Garamond" panose="02020404030301010803" pitchFamily="18" charset="0"/>
                      </a:endParaRPr>
                    </a:p>
                  </a:txBody>
                  <a:tcPr marL="18037" marR="18037" marT="18037" marB="0" anchor="b">
                    <a:lnL w="6350" cap="flat" cmpd="sng" algn="ctr">
                      <a:solidFill>
                        <a:srgbClr val="8EA9DB"/>
                      </a:solidFill>
                      <a:prstDash val="solid"/>
                      <a:round/>
                      <a:headEnd type="none" w="med" len="med"/>
                      <a:tailEnd type="none" w="med" len="med"/>
                    </a:lnL>
                    <a:lnR>
                      <a:noFill/>
                    </a:lnR>
                    <a:lnT w="6350" cap="flat" cmpd="sng" algn="ctr">
                      <a:solidFill>
                        <a:srgbClr val="8EA9DB"/>
                      </a:solidFill>
                      <a:prstDash val="solid"/>
                      <a:round/>
                      <a:headEnd type="none" w="med" len="med"/>
                      <a:tailEnd type="none" w="med" len="med"/>
                    </a:lnT>
                    <a:lnB w="6350" cap="flat" cmpd="sng" algn="ctr">
                      <a:solidFill>
                        <a:srgbClr val="8EA9DB"/>
                      </a:solidFill>
                      <a:prstDash val="solid"/>
                      <a:round/>
                      <a:headEnd type="none" w="med" len="med"/>
                      <a:tailEnd type="none" w="med" len="med"/>
                    </a:lnB>
                  </a:tcPr>
                </a:tc>
                <a:tc>
                  <a:txBody>
                    <a:bodyPr/>
                    <a:lstStyle/>
                    <a:p>
                      <a:pPr algn="l" fontAlgn="b">
                        <a:spcBef>
                          <a:spcPts val="0"/>
                        </a:spcBef>
                        <a:spcAft>
                          <a:spcPts val="0"/>
                        </a:spcAft>
                      </a:pPr>
                      <a:r>
                        <a:rPr lang="en-US" sz="1500" b="0" i="0" u="none" strike="noStrike" dirty="0">
                          <a:solidFill>
                            <a:srgbClr val="000000"/>
                          </a:solidFill>
                          <a:effectLst/>
                          <a:latin typeface="Garamond" panose="02020404030301010803" pitchFamily="18" charset="0"/>
                        </a:rPr>
                        <a:t>50M</a:t>
                      </a:r>
                      <a:endParaRPr lang="en-US" sz="1500" b="0" i="0" u="none" strike="noStrike" dirty="0">
                        <a:effectLst/>
                        <a:latin typeface="Garamond" panose="02020404030301010803" pitchFamily="18" charset="0"/>
                      </a:endParaRPr>
                    </a:p>
                  </a:txBody>
                  <a:tcPr marL="18037" marR="18037" marT="18037" marB="0" anchor="b">
                    <a:lnL>
                      <a:noFill/>
                    </a:lnL>
                    <a:lnR>
                      <a:noFill/>
                    </a:lnR>
                    <a:lnT w="6350" cap="flat" cmpd="sng" algn="ctr">
                      <a:solidFill>
                        <a:srgbClr val="8EA9DB"/>
                      </a:solidFill>
                      <a:prstDash val="solid"/>
                      <a:round/>
                      <a:headEnd type="none" w="med" len="med"/>
                      <a:tailEnd type="none" w="med" len="med"/>
                    </a:lnT>
                    <a:lnB w="6350" cap="flat" cmpd="sng" algn="ctr">
                      <a:solidFill>
                        <a:srgbClr val="8EA9DB"/>
                      </a:solidFill>
                      <a:prstDash val="solid"/>
                      <a:round/>
                      <a:headEnd type="none" w="med" len="med"/>
                      <a:tailEnd type="none" w="med" len="med"/>
                    </a:lnB>
                  </a:tcPr>
                </a:tc>
                <a:tc>
                  <a:txBody>
                    <a:bodyPr/>
                    <a:lstStyle/>
                    <a:p>
                      <a:pPr algn="l" fontAlgn="b">
                        <a:spcBef>
                          <a:spcPts val="0"/>
                        </a:spcBef>
                        <a:spcAft>
                          <a:spcPts val="0"/>
                        </a:spcAft>
                      </a:pPr>
                      <a:r>
                        <a:rPr lang="en-US" sz="1500" b="0" i="0" u="none" strike="noStrike" dirty="0">
                          <a:solidFill>
                            <a:srgbClr val="000000"/>
                          </a:solidFill>
                          <a:effectLst/>
                          <a:latin typeface="Garamond" panose="02020404030301010803" pitchFamily="18" charset="0"/>
                        </a:rPr>
                        <a:t>$239B</a:t>
                      </a:r>
                      <a:endParaRPr lang="en-US" sz="1500" b="0" i="0" u="none" strike="noStrike" dirty="0">
                        <a:effectLst/>
                        <a:latin typeface="Garamond" panose="02020404030301010803" pitchFamily="18" charset="0"/>
                      </a:endParaRPr>
                    </a:p>
                  </a:txBody>
                  <a:tcPr marL="18037" marR="18037" marT="18037" marB="0" anchor="b">
                    <a:lnL>
                      <a:noFill/>
                    </a:lnL>
                    <a:lnR>
                      <a:noFill/>
                    </a:lnR>
                    <a:lnT w="6350" cap="flat" cmpd="sng" algn="ctr">
                      <a:solidFill>
                        <a:srgbClr val="8EA9DB"/>
                      </a:solidFill>
                      <a:prstDash val="solid"/>
                      <a:round/>
                      <a:headEnd type="none" w="med" len="med"/>
                      <a:tailEnd type="none" w="med" len="med"/>
                    </a:lnT>
                    <a:lnB w="6350" cap="flat" cmpd="sng" algn="ctr">
                      <a:solidFill>
                        <a:srgbClr val="8EA9DB"/>
                      </a:solidFill>
                      <a:prstDash val="solid"/>
                      <a:round/>
                      <a:headEnd type="none" w="med" len="med"/>
                      <a:tailEnd type="none" w="med" len="med"/>
                    </a:lnB>
                  </a:tcPr>
                </a:tc>
                <a:tc>
                  <a:txBody>
                    <a:bodyPr/>
                    <a:lstStyle/>
                    <a:p>
                      <a:pPr algn="l" fontAlgn="b">
                        <a:spcBef>
                          <a:spcPts val="0"/>
                        </a:spcBef>
                        <a:spcAft>
                          <a:spcPts val="0"/>
                        </a:spcAft>
                      </a:pPr>
                      <a:r>
                        <a:rPr lang="en-US" sz="1500" b="0" i="0" u="none" strike="noStrike" dirty="0">
                          <a:solidFill>
                            <a:srgbClr val="000000"/>
                          </a:solidFill>
                          <a:effectLst/>
                          <a:latin typeface="Garamond" panose="02020404030301010803" pitchFamily="18" charset="0"/>
                        </a:rPr>
                        <a:t>$125T</a:t>
                      </a:r>
                      <a:endParaRPr lang="en-US" sz="1500" b="0" i="0" u="none" strike="noStrike" dirty="0">
                        <a:effectLst/>
                        <a:latin typeface="Garamond" panose="02020404030301010803" pitchFamily="18" charset="0"/>
                      </a:endParaRPr>
                    </a:p>
                  </a:txBody>
                  <a:tcPr marL="18037" marR="18037" marT="18037" marB="0" anchor="b">
                    <a:lnL>
                      <a:noFill/>
                    </a:lnL>
                    <a:lnR w="6350" cap="flat" cmpd="sng" algn="ctr">
                      <a:solidFill>
                        <a:srgbClr val="8EA9DB"/>
                      </a:solidFill>
                      <a:prstDash val="solid"/>
                      <a:round/>
                      <a:headEnd type="none" w="med" len="med"/>
                      <a:tailEnd type="none" w="med" len="med"/>
                    </a:lnR>
                    <a:lnT w="6350" cap="flat" cmpd="sng" algn="ctr">
                      <a:solidFill>
                        <a:srgbClr val="8EA9DB"/>
                      </a:solidFill>
                      <a:prstDash val="solid"/>
                      <a:round/>
                      <a:headEnd type="none" w="med" len="med"/>
                      <a:tailEnd type="none" w="med" len="med"/>
                    </a:lnT>
                    <a:lnB w="6350" cap="flat" cmpd="sng" algn="ctr">
                      <a:solidFill>
                        <a:srgbClr val="8EA9DB"/>
                      </a:solidFill>
                      <a:prstDash val="solid"/>
                      <a:round/>
                      <a:headEnd type="none" w="med" len="med"/>
                      <a:tailEnd type="none" w="med" len="med"/>
                    </a:lnB>
                  </a:tcPr>
                </a:tc>
                <a:extLst>
                  <a:ext uri="{0D108BD9-81ED-4DB2-BD59-A6C34878D82A}">
                    <a16:rowId xmlns:a16="http://schemas.microsoft.com/office/drawing/2014/main" val="3580981812"/>
                  </a:ext>
                </a:extLst>
              </a:tr>
            </a:tbl>
          </a:graphicData>
        </a:graphic>
      </p:graphicFrame>
      <p:sp>
        <p:nvSpPr>
          <p:cNvPr id="20" name="Content Placeholder 7">
            <a:extLst>
              <a:ext uri="{FF2B5EF4-FFF2-40B4-BE49-F238E27FC236}">
                <a16:creationId xmlns:a16="http://schemas.microsoft.com/office/drawing/2014/main" id="{A04A3308-8177-FDC0-265E-433091D8D923}"/>
              </a:ext>
            </a:extLst>
          </p:cNvPr>
          <p:cNvSpPr txBox="1">
            <a:spLocks/>
          </p:cNvSpPr>
          <p:nvPr/>
        </p:nvSpPr>
        <p:spPr>
          <a:xfrm>
            <a:off x="457200" y="4773760"/>
            <a:ext cx="9144000" cy="304337"/>
          </a:xfrm>
          <a:prstGeom prst="rect">
            <a:avLst/>
          </a:prstGeom>
          <a:solidFill>
            <a:schemeClr val="tx2"/>
          </a:solidFill>
        </p:spPr>
        <p:txBody>
          <a:bodyPr/>
          <a:lstStyle>
            <a:lvl1pPr marL="171450" indent="-171450" algn="l" defTabSz="1005840" rtl="0" eaLnBrk="1" latinLnBrk="0" hangingPunct="1">
              <a:lnSpc>
                <a:spcPct val="90000"/>
              </a:lnSpc>
              <a:spcBef>
                <a:spcPts val="1100"/>
              </a:spcBef>
              <a:buClr>
                <a:srgbClr val="1E1F49"/>
              </a:buClr>
              <a:buSzPct val="90000"/>
              <a:buFont typeface="Wingdings" pitchFamily="2" charset="2"/>
              <a:buChar char="§"/>
              <a:tabLst/>
              <a:defRPr sz="1800" kern="1200">
                <a:solidFill>
                  <a:schemeClr val="tx1"/>
                </a:solidFill>
                <a:latin typeface="Garamond" panose="02020404030301010803" pitchFamily="18" charset="0"/>
                <a:ea typeface="+mn-ea"/>
                <a:cs typeface="+mn-cs"/>
              </a:defRPr>
            </a:lvl1pPr>
            <a:lvl2pPr marL="344488" indent="-173038" algn="l" defTabSz="1005840" rtl="0" eaLnBrk="1" latinLnBrk="0" hangingPunct="1">
              <a:lnSpc>
                <a:spcPct val="90000"/>
              </a:lnSpc>
              <a:spcBef>
                <a:spcPts val="550"/>
              </a:spcBef>
              <a:buClr>
                <a:srgbClr val="1E1F49"/>
              </a:buClr>
              <a:buSzPct val="90000"/>
              <a:buFont typeface=".Hiragino Kaku Gothic Interface W3"/>
              <a:buChar char="▫"/>
              <a:tabLst/>
              <a:defRPr sz="1800" kern="1200">
                <a:solidFill>
                  <a:schemeClr val="tx1"/>
                </a:solidFill>
                <a:latin typeface="Garamond" panose="02020404030301010803" pitchFamily="18" charset="0"/>
                <a:ea typeface="+mn-ea"/>
                <a:cs typeface="+mn-cs"/>
              </a:defRPr>
            </a:lvl2pPr>
            <a:lvl3pPr marL="517525" indent="-173038" algn="l" defTabSz="1005840" rtl="0" eaLnBrk="1" latinLnBrk="0" hangingPunct="1">
              <a:lnSpc>
                <a:spcPct val="90000"/>
              </a:lnSpc>
              <a:spcBef>
                <a:spcPts val="550"/>
              </a:spcBef>
              <a:buClr>
                <a:srgbClr val="1E1F49"/>
              </a:buClr>
              <a:buSzPct val="90000"/>
              <a:buFont typeface="Arial" panose="020B0604020202020204" pitchFamily="34" charset="0"/>
              <a:buChar char="•"/>
              <a:tabLst/>
              <a:defRPr sz="1800" kern="1200">
                <a:solidFill>
                  <a:schemeClr val="tx1"/>
                </a:solidFill>
                <a:latin typeface="Garamond" panose="02020404030301010803" pitchFamily="18" charset="0"/>
                <a:ea typeface="+mn-ea"/>
                <a:cs typeface="+mn-cs"/>
              </a:defRPr>
            </a:lvl3pPr>
            <a:lvl4pPr marL="690563" indent="-173038" algn="l" defTabSz="1005840" rtl="0" eaLnBrk="1" latinLnBrk="0" hangingPunct="1">
              <a:lnSpc>
                <a:spcPct val="90000"/>
              </a:lnSpc>
              <a:spcBef>
                <a:spcPts val="550"/>
              </a:spcBef>
              <a:buClr>
                <a:srgbClr val="1E1F49"/>
              </a:buClr>
              <a:buSzPct val="90000"/>
              <a:buFont typeface="Arial" panose="020B0604020202020204" pitchFamily="34" charset="0"/>
              <a:buChar char="•"/>
              <a:tabLst/>
              <a:defRPr sz="1800" kern="1200">
                <a:solidFill>
                  <a:schemeClr val="tx1"/>
                </a:solidFill>
                <a:latin typeface="Garamond" panose="02020404030301010803" pitchFamily="18" charset="0"/>
                <a:ea typeface="+mn-ea"/>
                <a:cs typeface="+mn-cs"/>
              </a:defRPr>
            </a:lvl4pPr>
            <a:lvl5pPr marL="863600" indent="-173038" algn="l" defTabSz="1005840" rtl="0" eaLnBrk="1" latinLnBrk="0" hangingPunct="1">
              <a:lnSpc>
                <a:spcPct val="90000"/>
              </a:lnSpc>
              <a:spcBef>
                <a:spcPts val="550"/>
              </a:spcBef>
              <a:buClr>
                <a:srgbClr val="1E1F49"/>
              </a:buClr>
              <a:buSzPct val="90000"/>
              <a:buFont typeface="Arial" panose="020B0604020202020204" pitchFamily="34" charset="0"/>
              <a:buChar char="•"/>
              <a:tabLst/>
              <a:defRPr sz="1800" kern="1200">
                <a:solidFill>
                  <a:schemeClr val="tx1"/>
                </a:solidFill>
                <a:latin typeface="Garamond" panose="02020404030301010803" pitchFamily="18" charset="0"/>
                <a:ea typeface="+mn-ea"/>
                <a:cs typeface="+mn-cs"/>
              </a:defRPr>
            </a:lvl5pPr>
            <a:lvl6pPr marL="2766060" indent="-251460" algn="l" defTabSz="1005840" rtl="0" eaLnBrk="1" latinLnBrk="0" hangingPunct="1">
              <a:lnSpc>
                <a:spcPct val="90000"/>
              </a:lnSpc>
              <a:spcBef>
                <a:spcPts val="550"/>
              </a:spcBef>
              <a:buFont typeface="Arial" panose="020B0604020202020204" pitchFamily="34" charset="0"/>
              <a:buChar char="•"/>
              <a:defRPr sz="1980" kern="1200">
                <a:solidFill>
                  <a:schemeClr val="tx1"/>
                </a:solidFill>
                <a:latin typeface="+mn-lt"/>
                <a:ea typeface="+mn-ea"/>
                <a:cs typeface="+mn-cs"/>
              </a:defRPr>
            </a:lvl6pPr>
            <a:lvl7pPr marL="3268980" indent="-251460" algn="l" defTabSz="1005840" rtl="0" eaLnBrk="1" latinLnBrk="0" hangingPunct="1">
              <a:lnSpc>
                <a:spcPct val="90000"/>
              </a:lnSpc>
              <a:spcBef>
                <a:spcPts val="550"/>
              </a:spcBef>
              <a:buFont typeface="Arial" panose="020B0604020202020204" pitchFamily="34" charset="0"/>
              <a:buChar char="•"/>
              <a:defRPr sz="1980" kern="1200">
                <a:solidFill>
                  <a:schemeClr val="tx1"/>
                </a:solidFill>
                <a:latin typeface="+mn-lt"/>
                <a:ea typeface="+mn-ea"/>
                <a:cs typeface="+mn-cs"/>
              </a:defRPr>
            </a:lvl7pPr>
            <a:lvl8pPr marL="3771900" indent="-251460" algn="l" defTabSz="1005840" rtl="0" eaLnBrk="1" latinLnBrk="0" hangingPunct="1">
              <a:lnSpc>
                <a:spcPct val="90000"/>
              </a:lnSpc>
              <a:spcBef>
                <a:spcPts val="550"/>
              </a:spcBef>
              <a:buFont typeface="Arial" panose="020B0604020202020204" pitchFamily="34" charset="0"/>
              <a:buChar char="•"/>
              <a:defRPr sz="1980" kern="1200">
                <a:solidFill>
                  <a:schemeClr val="tx1"/>
                </a:solidFill>
                <a:latin typeface="+mn-lt"/>
                <a:ea typeface="+mn-ea"/>
                <a:cs typeface="+mn-cs"/>
              </a:defRPr>
            </a:lvl8pPr>
            <a:lvl9pPr marL="4274820" indent="-251460" algn="l" defTabSz="1005840" rtl="0" eaLnBrk="1" latinLnBrk="0" hangingPunct="1">
              <a:lnSpc>
                <a:spcPct val="90000"/>
              </a:lnSpc>
              <a:spcBef>
                <a:spcPts val="550"/>
              </a:spcBef>
              <a:buFont typeface="Arial" panose="020B0604020202020204" pitchFamily="34" charset="0"/>
              <a:buChar char="•"/>
              <a:defRPr sz="1980" kern="1200">
                <a:solidFill>
                  <a:schemeClr val="tx1"/>
                </a:solidFill>
                <a:latin typeface="+mn-lt"/>
                <a:ea typeface="+mn-ea"/>
                <a:cs typeface="+mn-cs"/>
              </a:defRPr>
            </a:lvl9pPr>
          </a:lstStyle>
          <a:p>
            <a:pPr marL="0" indent="0" algn="ctr">
              <a:buNone/>
            </a:pPr>
            <a:r>
              <a:rPr lang="en-US" sz="1600" dirty="0">
                <a:solidFill>
                  <a:schemeClr val="bg1"/>
                </a:solidFill>
              </a:rPr>
              <a:t>International market opportunities provide </a:t>
            </a:r>
            <a:r>
              <a:rPr lang="en-US" sz="1600" dirty="0" err="1">
                <a:solidFill>
                  <a:schemeClr val="bg1"/>
                </a:solidFill>
              </a:rPr>
              <a:t>Bill.com</a:t>
            </a:r>
            <a:r>
              <a:rPr lang="en-US" sz="1600" dirty="0">
                <a:solidFill>
                  <a:schemeClr val="bg1"/>
                </a:solidFill>
              </a:rPr>
              <a:t> with 5x potential total payment volume</a:t>
            </a:r>
          </a:p>
        </p:txBody>
      </p:sp>
      <p:pic>
        <p:nvPicPr>
          <p:cNvPr id="8" name="Picture 2" descr="BILL: Online bill payment &amp; receivables software">
            <a:extLst>
              <a:ext uri="{FF2B5EF4-FFF2-40B4-BE49-F238E27FC236}">
                <a16:creationId xmlns:a16="http://schemas.microsoft.com/office/drawing/2014/main" id="{63A44022-5A15-F783-843F-730059A654FF}"/>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607888" y="298740"/>
            <a:ext cx="1007035" cy="66406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559657732"/>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DD407E2-9571-AC99-127B-E51573303E6F}"/>
              </a:ext>
            </a:extLst>
          </p:cNvPr>
          <p:cNvSpPr>
            <a:spLocks noGrp="1"/>
          </p:cNvSpPr>
          <p:nvPr>
            <p:ph type="title"/>
          </p:nvPr>
        </p:nvSpPr>
        <p:spPr/>
        <p:txBody>
          <a:bodyPr/>
          <a:lstStyle/>
          <a:p>
            <a:r>
              <a:rPr lang="en-US" dirty="0"/>
              <a:t>Unique, Difficult to Replicate Business Model</a:t>
            </a:r>
          </a:p>
        </p:txBody>
      </p:sp>
      <p:sp>
        <p:nvSpPr>
          <p:cNvPr id="4" name="Text Placeholder 3">
            <a:extLst>
              <a:ext uri="{FF2B5EF4-FFF2-40B4-BE49-F238E27FC236}">
                <a16:creationId xmlns:a16="http://schemas.microsoft.com/office/drawing/2014/main" id="{4F23B2AF-D33F-86B5-5A7B-7DC32B87A2E3}"/>
              </a:ext>
            </a:extLst>
          </p:cNvPr>
          <p:cNvSpPr>
            <a:spLocks noGrp="1"/>
          </p:cNvSpPr>
          <p:nvPr>
            <p:ph type="body" sz="quarter" idx="18"/>
          </p:nvPr>
        </p:nvSpPr>
        <p:spPr/>
        <p:txBody>
          <a:bodyPr>
            <a:normAutofit/>
          </a:bodyPr>
          <a:lstStyle/>
          <a:p>
            <a:r>
              <a:rPr lang="en-US" i="1" dirty="0" err="1"/>
              <a:t>Bill.com</a:t>
            </a:r>
            <a:r>
              <a:rPr lang="en-US" i="1" dirty="0"/>
              <a:t> has constructed a business model that fuels their network, which makes their products sticky for customers.</a:t>
            </a:r>
          </a:p>
          <a:p>
            <a:endParaRPr lang="en-US" i="1" dirty="0"/>
          </a:p>
        </p:txBody>
      </p:sp>
      <p:sp>
        <p:nvSpPr>
          <p:cNvPr id="6" name="Content Placeholder 5">
            <a:extLst>
              <a:ext uri="{FF2B5EF4-FFF2-40B4-BE49-F238E27FC236}">
                <a16:creationId xmlns:a16="http://schemas.microsoft.com/office/drawing/2014/main" id="{ED3741DD-712A-BF2F-12BC-A8FF9FCE757E}"/>
              </a:ext>
            </a:extLst>
          </p:cNvPr>
          <p:cNvSpPr>
            <a:spLocks noGrp="1"/>
          </p:cNvSpPr>
          <p:nvPr>
            <p:ph sz="quarter" idx="12"/>
          </p:nvPr>
        </p:nvSpPr>
        <p:spPr>
          <a:xfrm>
            <a:off x="5152651" y="2226594"/>
            <a:ext cx="4462271" cy="4809826"/>
          </a:xfrm>
        </p:spPr>
        <p:txBody>
          <a:bodyPr>
            <a:normAutofit lnSpcReduction="10000"/>
          </a:bodyPr>
          <a:lstStyle/>
          <a:p>
            <a:r>
              <a:rPr lang="en-US" dirty="0"/>
              <a:t>When businesses have problems with their cash, financial institutions add extra risk to their loans</a:t>
            </a:r>
          </a:p>
          <a:p>
            <a:pPr lvl="1"/>
            <a:r>
              <a:rPr lang="en-US" dirty="0"/>
              <a:t>Creates a natural incentive for banks to ensure customers manage cash and payments well</a:t>
            </a:r>
          </a:p>
          <a:p>
            <a:r>
              <a:rPr lang="en-US" dirty="0"/>
              <a:t>Recommending </a:t>
            </a:r>
            <a:r>
              <a:rPr lang="en-US" dirty="0" err="1"/>
              <a:t>Bill.com</a:t>
            </a:r>
            <a:r>
              <a:rPr lang="en-US" dirty="0"/>
              <a:t> to customers as a go-to, one-stop-shop solution sets the organic sales loop in motion</a:t>
            </a:r>
          </a:p>
          <a:p>
            <a:pPr lvl="1"/>
            <a:r>
              <a:rPr lang="en-US" dirty="0"/>
              <a:t>BILL has been the first to penetrate the market and has established these partnerships with </a:t>
            </a:r>
            <a:r>
              <a:rPr lang="en-US" dirty="0" err="1"/>
              <a:t>BofA</a:t>
            </a:r>
            <a:r>
              <a:rPr lang="en-US" dirty="0"/>
              <a:t>, JP Morgan, and AMEX due to their scale</a:t>
            </a:r>
          </a:p>
          <a:p>
            <a:r>
              <a:rPr lang="en-US" dirty="0"/>
              <a:t>The bank only benefits when their customers are on </a:t>
            </a:r>
            <a:r>
              <a:rPr lang="en-US" dirty="0" err="1"/>
              <a:t>Bill.com</a:t>
            </a:r>
            <a:r>
              <a:rPr lang="en-US" dirty="0"/>
              <a:t> as that’s how payments are managed</a:t>
            </a:r>
          </a:p>
          <a:p>
            <a:pPr lvl="1"/>
            <a:r>
              <a:rPr lang="en-US" dirty="0"/>
              <a:t>It’s not in the bank’s interest to get rid of these already established </a:t>
            </a:r>
            <a:r>
              <a:rPr lang="en-US" dirty="0" err="1"/>
              <a:t>Bill.com</a:t>
            </a:r>
            <a:r>
              <a:rPr lang="en-US" dirty="0"/>
              <a:t> partnerships</a:t>
            </a:r>
          </a:p>
          <a:p>
            <a:pPr lvl="1"/>
            <a:r>
              <a:rPr lang="en-US" dirty="0"/>
              <a:t>If a competitor comes along, not only does that bank switch, but every customer does, too</a:t>
            </a:r>
          </a:p>
          <a:p>
            <a:r>
              <a:rPr lang="en-US" dirty="0"/>
              <a:t>Such partnerships are unique in that they aren’t easy replicable by any competitor, especially a start-up</a:t>
            </a:r>
          </a:p>
          <a:p>
            <a:pPr lvl="1"/>
            <a:r>
              <a:rPr lang="en-US" dirty="0"/>
              <a:t>A new competitor is not likely to succeed in creating these relationships that BILL has done</a:t>
            </a:r>
          </a:p>
          <a:p>
            <a:pPr marL="171450" lvl="1" indent="0">
              <a:buNone/>
            </a:pPr>
            <a:endParaRPr lang="en-US" dirty="0"/>
          </a:p>
        </p:txBody>
      </p:sp>
      <p:sp>
        <p:nvSpPr>
          <p:cNvPr id="9" name="Content Placeholder 8">
            <a:extLst>
              <a:ext uri="{FF2B5EF4-FFF2-40B4-BE49-F238E27FC236}">
                <a16:creationId xmlns:a16="http://schemas.microsoft.com/office/drawing/2014/main" id="{78BA7EAA-807F-0364-868C-EB48C5FED68B}"/>
              </a:ext>
            </a:extLst>
          </p:cNvPr>
          <p:cNvSpPr>
            <a:spLocks noGrp="1"/>
          </p:cNvSpPr>
          <p:nvPr>
            <p:ph idx="24"/>
          </p:nvPr>
        </p:nvSpPr>
        <p:spPr/>
        <p:txBody>
          <a:bodyPr/>
          <a:lstStyle/>
          <a:p>
            <a:r>
              <a:rPr lang="en-US" dirty="0"/>
              <a:t>Extensive Partnerships with Financial Institutions</a:t>
            </a:r>
          </a:p>
        </p:txBody>
      </p:sp>
      <p:sp>
        <p:nvSpPr>
          <p:cNvPr id="19" name="Content Placeholder 18">
            <a:extLst>
              <a:ext uri="{FF2B5EF4-FFF2-40B4-BE49-F238E27FC236}">
                <a16:creationId xmlns:a16="http://schemas.microsoft.com/office/drawing/2014/main" id="{E896383E-2F2F-3B55-2BFF-3A230B7EF51E}"/>
              </a:ext>
            </a:extLst>
          </p:cNvPr>
          <p:cNvSpPr>
            <a:spLocks noGrp="1"/>
          </p:cNvSpPr>
          <p:nvPr>
            <p:ph idx="23"/>
          </p:nvPr>
        </p:nvSpPr>
        <p:spPr>
          <a:xfrm>
            <a:off x="461623" y="1901424"/>
            <a:ext cx="4466922" cy="304337"/>
          </a:xfrm>
        </p:spPr>
        <p:txBody>
          <a:bodyPr/>
          <a:lstStyle/>
          <a:p>
            <a:r>
              <a:rPr lang="en-US" dirty="0"/>
              <a:t>Network and Data</a:t>
            </a:r>
          </a:p>
        </p:txBody>
      </p:sp>
      <p:sp>
        <p:nvSpPr>
          <p:cNvPr id="22" name="Content Placeholder 5">
            <a:extLst>
              <a:ext uri="{FF2B5EF4-FFF2-40B4-BE49-F238E27FC236}">
                <a16:creationId xmlns:a16="http://schemas.microsoft.com/office/drawing/2014/main" id="{402E1C36-FD43-D28B-BD49-E6181F3B007F}"/>
              </a:ext>
            </a:extLst>
          </p:cNvPr>
          <p:cNvSpPr txBox="1">
            <a:spLocks/>
          </p:cNvSpPr>
          <p:nvPr/>
        </p:nvSpPr>
        <p:spPr>
          <a:xfrm>
            <a:off x="461623" y="2225885"/>
            <a:ext cx="4462271" cy="2414589"/>
          </a:xfrm>
          <a:prstGeom prst="rect">
            <a:avLst/>
          </a:prstGeom>
        </p:spPr>
        <p:txBody>
          <a:bodyPr vert="horz" lIns="91440" tIns="45720" rIns="91440" bIns="45720" rtlCol="0">
            <a:noAutofit/>
          </a:bodyPr>
          <a:lstStyle>
            <a:lvl1pPr marL="171450" indent="-171450" algn="l" defTabSz="1005840" rtl="0" eaLnBrk="1" latinLnBrk="0" hangingPunct="1">
              <a:lnSpc>
                <a:spcPct val="90000"/>
              </a:lnSpc>
              <a:spcBef>
                <a:spcPts val="1100"/>
              </a:spcBef>
              <a:buClr>
                <a:srgbClr val="1E1F49"/>
              </a:buClr>
              <a:buSzPct val="90000"/>
              <a:buFont typeface="Wingdings" pitchFamily="2" charset="2"/>
              <a:buChar char="§"/>
              <a:tabLst/>
              <a:defRPr sz="1600" b="0" i="0" kern="1200">
                <a:solidFill>
                  <a:schemeClr val="tx1"/>
                </a:solidFill>
                <a:latin typeface="Garamond" panose="02020404030301010803" pitchFamily="18" charset="0"/>
                <a:ea typeface="+mn-ea"/>
                <a:cs typeface="+mn-cs"/>
              </a:defRPr>
            </a:lvl1pPr>
            <a:lvl2pPr marL="344488" indent="-173038" algn="l" defTabSz="1005840" rtl="0" eaLnBrk="1" latinLnBrk="0" hangingPunct="1">
              <a:lnSpc>
                <a:spcPct val="90000"/>
              </a:lnSpc>
              <a:spcBef>
                <a:spcPts val="550"/>
              </a:spcBef>
              <a:buClr>
                <a:srgbClr val="1E1F49"/>
              </a:buClr>
              <a:buSzPct val="90000"/>
              <a:buFont typeface=".Hiragino Kaku Gothic Interface W3"/>
              <a:buChar char="▫"/>
              <a:tabLst/>
              <a:defRPr sz="1600" b="0" i="0" kern="1200">
                <a:solidFill>
                  <a:schemeClr val="tx1"/>
                </a:solidFill>
                <a:latin typeface="Garamond" panose="02020404030301010803" pitchFamily="18" charset="0"/>
                <a:ea typeface="+mn-ea"/>
                <a:cs typeface="+mn-cs"/>
              </a:defRPr>
            </a:lvl2pPr>
            <a:lvl3pPr marL="517525" indent="-173038" algn="l" defTabSz="1005840" rtl="0" eaLnBrk="1" latinLnBrk="0" hangingPunct="1">
              <a:lnSpc>
                <a:spcPct val="90000"/>
              </a:lnSpc>
              <a:spcBef>
                <a:spcPts val="550"/>
              </a:spcBef>
              <a:buClr>
                <a:srgbClr val="1E1F49"/>
              </a:buClr>
              <a:buSzPct val="90000"/>
              <a:buFont typeface="Arial" panose="020B0604020202020204" pitchFamily="34" charset="0"/>
              <a:buChar char="•"/>
              <a:tabLst/>
              <a:defRPr sz="1600" b="0" i="0" kern="1200">
                <a:solidFill>
                  <a:schemeClr val="tx1"/>
                </a:solidFill>
                <a:latin typeface="Garamond" panose="02020404030301010803" pitchFamily="18" charset="0"/>
                <a:ea typeface="+mn-ea"/>
                <a:cs typeface="+mn-cs"/>
              </a:defRPr>
            </a:lvl3pPr>
            <a:lvl4pPr marL="690563" indent="-173038" algn="l" defTabSz="1005840" rtl="0" eaLnBrk="1" latinLnBrk="0" hangingPunct="1">
              <a:lnSpc>
                <a:spcPct val="90000"/>
              </a:lnSpc>
              <a:spcBef>
                <a:spcPts val="550"/>
              </a:spcBef>
              <a:buClr>
                <a:srgbClr val="1E1F49"/>
              </a:buClr>
              <a:buSzPct val="90000"/>
              <a:buFont typeface="Arial" panose="020B0604020202020204" pitchFamily="34" charset="0"/>
              <a:buChar char="•"/>
              <a:tabLst/>
              <a:defRPr sz="1600" b="0" i="0" kern="1200">
                <a:solidFill>
                  <a:schemeClr val="tx1"/>
                </a:solidFill>
                <a:latin typeface="Garamond" panose="02020404030301010803" pitchFamily="18" charset="0"/>
                <a:ea typeface="+mn-ea"/>
                <a:cs typeface="+mn-cs"/>
              </a:defRPr>
            </a:lvl4pPr>
            <a:lvl5pPr marL="863600" indent="-173038" algn="l" defTabSz="1005840" rtl="0" eaLnBrk="1" latinLnBrk="0" hangingPunct="1">
              <a:lnSpc>
                <a:spcPct val="90000"/>
              </a:lnSpc>
              <a:spcBef>
                <a:spcPts val="550"/>
              </a:spcBef>
              <a:buClr>
                <a:srgbClr val="1E1F49"/>
              </a:buClr>
              <a:buSzPct val="90000"/>
              <a:buFont typeface="Arial" panose="020B0604020202020204" pitchFamily="34" charset="0"/>
              <a:buChar char="•"/>
              <a:tabLst/>
              <a:defRPr sz="1600" b="0" i="0" kern="1200">
                <a:solidFill>
                  <a:schemeClr val="tx1"/>
                </a:solidFill>
                <a:latin typeface="Garamond" panose="02020404030301010803" pitchFamily="18" charset="0"/>
                <a:ea typeface="+mn-ea"/>
                <a:cs typeface="+mn-cs"/>
              </a:defRPr>
            </a:lvl5pPr>
            <a:lvl6pPr marL="2766060" indent="-251460" algn="l" defTabSz="1005840" rtl="0" eaLnBrk="1" latinLnBrk="0" hangingPunct="1">
              <a:lnSpc>
                <a:spcPct val="90000"/>
              </a:lnSpc>
              <a:spcBef>
                <a:spcPts val="550"/>
              </a:spcBef>
              <a:buFont typeface="Arial" panose="020B0604020202020204" pitchFamily="34" charset="0"/>
              <a:buChar char="•"/>
              <a:defRPr sz="1980" kern="1200">
                <a:solidFill>
                  <a:schemeClr val="tx1"/>
                </a:solidFill>
                <a:latin typeface="+mn-lt"/>
                <a:ea typeface="+mn-ea"/>
                <a:cs typeface="+mn-cs"/>
              </a:defRPr>
            </a:lvl6pPr>
            <a:lvl7pPr marL="3268980" indent="-251460" algn="l" defTabSz="1005840" rtl="0" eaLnBrk="1" latinLnBrk="0" hangingPunct="1">
              <a:lnSpc>
                <a:spcPct val="90000"/>
              </a:lnSpc>
              <a:spcBef>
                <a:spcPts val="550"/>
              </a:spcBef>
              <a:buFont typeface="Arial" panose="020B0604020202020204" pitchFamily="34" charset="0"/>
              <a:buChar char="•"/>
              <a:defRPr sz="1980" kern="1200">
                <a:solidFill>
                  <a:schemeClr val="tx1"/>
                </a:solidFill>
                <a:latin typeface="+mn-lt"/>
                <a:ea typeface="+mn-ea"/>
                <a:cs typeface="+mn-cs"/>
              </a:defRPr>
            </a:lvl7pPr>
            <a:lvl8pPr marL="3771900" indent="-251460" algn="l" defTabSz="1005840" rtl="0" eaLnBrk="1" latinLnBrk="0" hangingPunct="1">
              <a:lnSpc>
                <a:spcPct val="90000"/>
              </a:lnSpc>
              <a:spcBef>
                <a:spcPts val="550"/>
              </a:spcBef>
              <a:buFont typeface="Arial" panose="020B0604020202020204" pitchFamily="34" charset="0"/>
              <a:buChar char="•"/>
              <a:defRPr sz="1980" kern="1200">
                <a:solidFill>
                  <a:schemeClr val="tx1"/>
                </a:solidFill>
                <a:latin typeface="+mn-lt"/>
                <a:ea typeface="+mn-ea"/>
                <a:cs typeface="+mn-cs"/>
              </a:defRPr>
            </a:lvl8pPr>
            <a:lvl9pPr marL="4274820" indent="-251460" algn="l" defTabSz="1005840" rtl="0" eaLnBrk="1" latinLnBrk="0" hangingPunct="1">
              <a:lnSpc>
                <a:spcPct val="90000"/>
              </a:lnSpc>
              <a:spcBef>
                <a:spcPts val="550"/>
              </a:spcBef>
              <a:buFont typeface="Arial" panose="020B0604020202020204" pitchFamily="34" charset="0"/>
              <a:buChar char="•"/>
              <a:defRPr sz="1980" kern="1200">
                <a:solidFill>
                  <a:schemeClr val="tx1"/>
                </a:solidFill>
                <a:latin typeface="+mn-lt"/>
                <a:ea typeface="+mn-ea"/>
                <a:cs typeface="+mn-cs"/>
              </a:defRPr>
            </a:lvl9pPr>
          </a:lstStyle>
          <a:p>
            <a:r>
              <a:rPr lang="en-US" dirty="0"/>
              <a:t>The more companies on the network, the easier it is for customers to use it</a:t>
            </a:r>
          </a:p>
          <a:p>
            <a:pPr lvl="1"/>
            <a:r>
              <a:rPr lang="en-US" dirty="0"/>
              <a:t>For payees in the network, the payor doesn’t need to verify bank info or worry about security</a:t>
            </a:r>
          </a:p>
          <a:p>
            <a:r>
              <a:rPr lang="en-US" dirty="0"/>
              <a:t>As a result, products become highly sticky</a:t>
            </a:r>
          </a:p>
          <a:p>
            <a:pPr lvl="1"/>
            <a:r>
              <a:rPr lang="en-US" dirty="0"/>
              <a:t>Customers benefit through interactions with others and from increased payment capabilities</a:t>
            </a:r>
          </a:p>
          <a:p>
            <a:r>
              <a:rPr lang="en-US" dirty="0"/>
              <a:t>Feeding data back to customers provides analytics and forecasting tools to easily manage payments</a:t>
            </a:r>
          </a:p>
          <a:p>
            <a:pPr marL="171450" lvl="1" indent="0">
              <a:buNone/>
            </a:pPr>
            <a:endParaRPr lang="en-US" dirty="0"/>
          </a:p>
        </p:txBody>
      </p:sp>
      <p:grpSp>
        <p:nvGrpSpPr>
          <p:cNvPr id="10" name="Group 9">
            <a:extLst>
              <a:ext uri="{FF2B5EF4-FFF2-40B4-BE49-F238E27FC236}">
                <a16:creationId xmlns:a16="http://schemas.microsoft.com/office/drawing/2014/main" id="{AF39D780-B471-7E8D-2FF5-15A012630522}"/>
              </a:ext>
            </a:extLst>
          </p:cNvPr>
          <p:cNvGrpSpPr/>
          <p:nvPr/>
        </p:nvGrpSpPr>
        <p:grpSpPr>
          <a:xfrm>
            <a:off x="485131" y="4984180"/>
            <a:ext cx="1130722" cy="782340"/>
            <a:chOff x="1850927" y="961"/>
            <a:chExt cx="760416" cy="494270"/>
          </a:xfrm>
        </p:grpSpPr>
        <p:sp>
          <p:nvSpPr>
            <p:cNvPr id="11" name="Rounded Rectangle 10">
              <a:extLst>
                <a:ext uri="{FF2B5EF4-FFF2-40B4-BE49-F238E27FC236}">
                  <a16:creationId xmlns:a16="http://schemas.microsoft.com/office/drawing/2014/main" id="{40D804C7-6C19-E445-8862-41EF6C5EB835}"/>
                </a:ext>
              </a:extLst>
            </p:cNvPr>
            <p:cNvSpPr/>
            <p:nvPr/>
          </p:nvSpPr>
          <p:spPr>
            <a:xfrm>
              <a:off x="1850927" y="961"/>
              <a:ext cx="760416" cy="494270"/>
            </a:xfrm>
            <a:prstGeom prst="roundRect">
              <a:avLst/>
            </a:prstGeom>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a:lstStyle/>
            <a:p>
              <a:endParaRPr lang="en-US"/>
            </a:p>
          </p:txBody>
        </p:sp>
        <p:sp>
          <p:nvSpPr>
            <p:cNvPr id="13" name="Rounded Rectangle 4">
              <a:extLst>
                <a:ext uri="{FF2B5EF4-FFF2-40B4-BE49-F238E27FC236}">
                  <a16:creationId xmlns:a16="http://schemas.microsoft.com/office/drawing/2014/main" id="{9E01C3F2-9261-9E64-20F9-4250ECADD47A}"/>
                </a:ext>
              </a:extLst>
            </p:cNvPr>
            <p:cNvSpPr txBox="1"/>
            <p:nvPr/>
          </p:nvSpPr>
          <p:spPr>
            <a:xfrm>
              <a:off x="1875055" y="25089"/>
              <a:ext cx="712160" cy="446014"/>
            </a:xfrm>
            <a:prstGeom prst="rect">
              <a:avLst/>
            </a:prstGeom>
          </p:spPr>
          <p:style>
            <a:lnRef idx="0">
              <a:scrgbClr r="0" g="0" b="0"/>
            </a:lnRef>
            <a:fillRef idx="0">
              <a:scrgbClr r="0" g="0" b="0"/>
            </a:fillRef>
            <a:effectRef idx="0">
              <a:scrgbClr r="0" g="0" b="0"/>
            </a:effectRef>
            <a:fontRef idx="minor">
              <a:schemeClr val="lt1"/>
            </a:fontRef>
          </p:style>
          <p:txBody>
            <a:bodyPr spcFirstLastPara="0" vert="horz" wrap="square" lIns="38100" tIns="38100" rIns="38100" bIns="38100" numCol="1" spcCol="1270" anchor="ctr" anchorCtr="0">
              <a:noAutofit/>
            </a:bodyPr>
            <a:lstStyle/>
            <a:p>
              <a:pPr marL="0" lvl="0" indent="0" algn="ctr" defTabSz="444500">
                <a:lnSpc>
                  <a:spcPct val="90000"/>
                </a:lnSpc>
                <a:spcBef>
                  <a:spcPct val="0"/>
                </a:spcBef>
                <a:spcAft>
                  <a:spcPct val="35000"/>
                </a:spcAft>
                <a:buNone/>
              </a:pPr>
              <a:r>
                <a:rPr lang="en-US" sz="1600" kern="1200" dirty="0"/>
                <a:t>Superior products</a:t>
              </a:r>
            </a:p>
          </p:txBody>
        </p:sp>
      </p:grpSp>
      <p:grpSp>
        <p:nvGrpSpPr>
          <p:cNvPr id="14" name="Group 13">
            <a:extLst>
              <a:ext uri="{FF2B5EF4-FFF2-40B4-BE49-F238E27FC236}">
                <a16:creationId xmlns:a16="http://schemas.microsoft.com/office/drawing/2014/main" id="{F0F83949-D391-8570-55D1-427905A67270}"/>
              </a:ext>
            </a:extLst>
          </p:cNvPr>
          <p:cNvGrpSpPr/>
          <p:nvPr/>
        </p:nvGrpSpPr>
        <p:grpSpPr>
          <a:xfrm>
            <a:off x="2127397" y="4984748"/>
            <a:ext cx="1130722" cy="782340"/>
            <a:chOff x="1850927" y="961"/>
            <a:chExt cx="760416" cy="494270"/>
          </a:xfrm>
        </p:grpSpPr>
        <p:sp>
          <p:nvSpPr>
            <p:cNvPr id="15" name="Rounded Rectangle 14">
              <a:extLst>
                <a:ext uri="{FF2B5EF4-FFF2-40B4-BE49-F238E27FC236}">
                  <a16:creationId xmlns:a16="http://schemas.microsoft.com/office/drawing/2014/main" id="{BD150EC2-9EEC-6BA7-6CE1-7D90571ED64D}"/>
                </a:ext>
              </a:extLst>
            </p:cNvPr>
            <p:cNvSpPr/>
            <p:nvPr/>
          </p:nvSpPr>
          <p:spPr>
            <a:xfrm>
              <a:off x="1850927" y="961"/>
              <a:ext cx="760416" cy="494270"/>
            </a:xfrm>
            <a:prstGeom prst="roundRect">
              <a:avLst/>
            </a:prstGeom>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a:lstStyle/>
            <a:p>
              <a:endParaRPr lang="en-US"/>
            </a:p>
          </p:txBody>
        </p:sp>
        <p:sp>
          <p:nvSpPr>
            <p:cNvPr id="16" name="Rounded Rectangle 4">
              <a:extLst>
                <a:ext uri="{FF2B5EF4-FFF2-40B4-BE49-F238E27FC236}">
                  <a16:creationId xmlns:a16="http://schemas.microsoft.com/office/drawing/2014/main" id="{6F8FCC29-4F69-00A3-3B7C-D36172EDB1F1}"/>
                </a:ext>
              </a:extLst>
            </p:cNvPr>
            <p:cNvSpPr txBox="1"/>
            <p:nvPr/>
          </p:nvSpPr>
          <p:spPr>
            <a:xfrm>
              <a:off x="1875055" y="25089"/>
              <a:ext cx="712160" cy="446014"/>
            </a:xfrm>
            <a:prstGeom prst="rect">
              <a:avLst/>
            </a:prstGeom>
          </p:spPr>
          <p:style>
            <a:lnRef idx="0">
              <a:scrgbClr r="0" g="0" b="0"/>
            </a:lnRef>
            <a:fillRef idx="0">
              <a:scrgbClr r="0" g="0" b="0"/>
            </a:fillRef>
            <a:effectRef idx="0">
              <a:scrgbClr r="0" g="0" b="0"/>
            </a:effectRef>
            <a:fontRef idx="minor">
              <a:schemeClr val="lt1"/>
            </a:fontRef>
          </p:style>
          <p:txBody>
            <a:bodyPr spcFirstLastPara="0" vert="horz" wrap="square" lIns="38100" tIns="38100" rIns="38100" bIns="38100" numCol="1" spcCol="1270" anchor="ctr" anchorCtr="0">
              <a:noAutofit/>
            </a:bodyPr>
            <a:lstStyle/>
            <a:p>
              <a:pPr marL="0" lvl="0" indent="0" algn="ctr" defTabSz="444500">
                <a:lnSpc>
                  <a:spcPct val="90000"/>
                </a:lnSpc>
                <a:spcBef>
                  <a:spcPct val="0"/>
                </a:spcBef>
                <a:spcAft>
                  <a:spcPct val="35000"/>
                </a:spcAft>
                <a:buNone/>
              </a:pPr>
              <a:r>
                <a:rPr lang="en-US" sz="1600" kern="1200" dirty="0"/>
                <a:t>SMBs</a:t>
              </a:r>
            </a:p>
          </p:txBody>
        </p:sp>
      </p:grpSp>
      <p:grpSp>
        <p:nvGrpSpPr>
          <p:cNvPr id="17" name="Group 16">
            <a:extLst>
              <a:ext uri="{FF2B5EF4-FFF2-40B4-BE49-F238E27FC236}">
                <a16:creationId xmlns:a16="http://schemas.microsoft.com/office/drawing/2014/main" id="{3AFB90CE-AEDA-26EE-6CA3-5F6838994BBA}"/>
              </a:ext>
            </a:extLst>
          </p:cNvPr>
          <p:cNvGrpSpPr/>
          <p:nvPr/>
        </p:nvGrpSpPr>
        <p:grpSpPr>
          <a:xfrm>
            <a:off x="3793172" y="4994280"/>
            <a:ext cx="1130722" cy="782340"/>
            <a:chOff x="1850927" y="961"/>
            <a:chExt cx="760416" cy="494270"/>
          </a:xfrm>
        </p:grpSpPr>
        <p:sp>
          <p:nvSpPr>
            <p:cNvPr id="18" name="Rounded Rectangle 17">
              <a:extLst>
                <a:ext uri="{FF2B5EF4-FFF2-40B4-BE49-F238E27FC236}">
                  <a16:creationId xmlns:a16="http://schemas.microsoft.com/office/drawing/2014/main" id="{9D6B473C-849A-8A19-1FCB-E4DD49E419AE}"/>
                </a:ext>
              </a:extLst>
            </p:cNvPr>
            <p:cNvSpPr/>
            <p:nvPr/>
          </p:nvSpPr>
          <p:spPr>
            <a:xfrm>
              <a:off x="1850927" y="961"/>
              <a:ext cx="760416" cy="494270"/>
            </a:xfrm>
            <a:prstGeom prst="roundRect">
              <a:avLst/>
            </a:prstGeom>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a:lstStyle/>
            <a:p>
              <a:endParaRPr lang="en-US"/>
            </a:p>
          </p:txBody>
        </p:sp>
        <p:sp>
          <p:nvSpPr>
            <p:cNvPr id="20" name="Rounded Rectangle 4">
              <a:extLst>
                <a:ext uri="{FF2B5EF4-FFF2-40B4-BE49-F238E27FC236}">
                  <a16:creationId xmlns:a16="http://schemas.microsoft.com/office/drawing/2014/main" id="{9542818D-39AE-E70B-355E-C68B30F5A8DE}"/>
                </a:ext>
              </a:extLst>
            </p:cNvPr>
            <p:cNvSpPr txBox="1"/>
            <p:nvPr/>
          </p:nvSpPr>
          <p:spPr>
            <a:xfrm>
              <a:off x="1875055" y="25089"/>
              <a:ext cx="712160" cy="446014"/>
            </a:xfrm>
            <a:prstGeom prst="rect">
              <a:avLst/>
            </a:prstGeom>
          </p:spPr>
          <p:style>
            <a:lnRef idx="0">
              <a:scrgbClr r="0" g="0" b="0"/>
            </a:lnRef>
            <a:fillRef idx="0">
              <a:scrgbClr r="0" g="0" b="0"/>
            </a:fillRef>
            <a:effectRef idx="0">
              <a:scrgbClr r="0" g="0" b="0"/>
            </a:effectRef>
            <a:fontRef idx="minor">
              <a:schemeClr val="lt1"/>
            </a:fontRef>
          </p:style>
          <p:txBody>
            <a:bodyPr spcFirstLastPara="0" vert="horz" wrap="square" lIns="38100" tIns="38100" rIns="38100" bIns="38100" numCol="1" spcCol="1270" anchor="ctr" anchorCtr="0">
              <a:noAutofit/>
            </a:bodyPr>
            <a:lstStyle/>
            <a:p>
              <a:pPr marL="0" lvl="0" indent="0" algn="ctr" defTabSz="444500">
                <a:lnSpc>
                  <a:spcPct val="90000"/>
                </a:lnSpc>
                <a:spcBef>
                  <a:spcPct val="0"/>
                </a:spcBef>
                <a:spcAft>
                  <a:spcPct val="35000"/>
                </a:spcAft>
                <a:buNone/>
              </a:pPr>
              <a:r>
                <a:rPr lang="en-US" sz="1600" kern="1200" dirty="0"/>
                <a:t>Suppliers and Buyers</a:t>
              </a:r>
            </a:p>
          </p:txBody>
        </p:sp>
      </p:grpSp>
      <p:grpSp>
        <p:nvGrpSpPr>
          <p:cNvPr id="21" name="Group 20">
            <a:extLst>
              <a:ext uri="{FF2B5EF4-FFF2-40B4-BE49-F238E27FC236}">
                <a16:creationId xmlns:a16="http://schemas.microsoft.com/office/drawing/2014/main" id="{8A1B0972-BFDA-4285-B4E3-77413B20EAC9}"/>
              </a:ext>
            </a:extLst>
          </p:cNvPr>
          <p:cNvGrpSpPr/>
          <p:nvPr/>
        </p:nvGrpSpPr>
        <p:grpSpPr>
          <a:xfrm>
            <a:off x="2999054" y="6155687"/>
            <a:ext cx="1130722" cy="782340"/>
            <a:chOff x="1850927" y="961"/>
            <a:chExt cx="760416" cy="494270"/>
          </a:xfrm>
        </p:grpSpPr>
        <p:sp>
          <p:nvSpPr>
            <p:cNvPr id="24" name="Rounded Rectangle 23">
              <a:extLst>
                <a:ext uri="{FF2B5EF4-FFF2-40B4-BE49-F238E27FC236}">
                  <a16:creationId xmlns:a16="http://schemas.microsoft.com/office/drawing/2014/main" id="{459D0E62-9C18-2257-8AC0-42A654F4A27C}"/>
                </a:ext>
              </a:extLst>
            </p:cNvPr>
            <p:cNvSpPr/>
            <p:nvPr/>
          </p:nvSpPr>
          <p:spPr>
            <a:xfrm>
              <a:off x="1850927" y="961"/>
              <a:ext cx="760416" cy="494270"/>
            </a:xfrm>
            <a:prstGeom prst="roundRect">
              <a:avLst/>
            </a:prstGeom>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a:lstStyle/>
            <a:p>
              <a:endParaRPr lang="en-US"/>
            </a:p>
          </p:txBody>
        </p:sp>
        <p:sp>
          <p:nvSpPr>
            <p:cNvPr id="25" name="Rounded Rectangle 4">
              <a:extLst>
                <a:ext uri="{FF2B5EF4-FFF2-40B4-BE49-F238E27FC236}">
                  <a16:creationId xmlns:a16="http://schemas.microsoft.com/office/drawing/2014/main" id="{AA845E4E-A0C5-2128-2B1B-1986F28EEDE0}"/>
                </a:ext>
              </a:extLst>
            </p:cNvPr>
            <p:cNvSpPr txBox="1"/>
            <p:nvPr/>
          </p:nvSpPr>
          <p:spPr>
            <a:xfrm>
              <a:off x="1875055" y="25089"/>
              <a:ext cx="712160" cy="446014"/>
            </a:xfrm>
            <a:prstGeom prst="rect">
              <a:avLst/>
            </a:prstGeom>
          </p:spPr>
          <p:style>
            <a:lnRef idx="0">
              <a:scrgbClr r="0" g="0" b="0"/>
            </a:lnRef>
            <a:fillRef idx="0">
              <a:scrgbClr r="0" g="0" b="0"/>
            </a:fillRef>
            <a:effectRef idx="0">
              <a:scrgbClr r="0" g="0" b="0"/>
            </a:effectRef>
            <a:fontRef idx="minor">
              <a:schemeClr val="lt1"/>
            </a:fontRef>
          </p:style>
          <p:txBody>
            <a:bodyPr spcFirstLastPara="0" vert="horz" wrap="square" lIns="38100" tIns="38100" rIns="38100" bIns="38100" numCol="1" spcCol="1270" anchor="ctr" anchorCtr="0">
              <a:noAutofit/>
            </a:bodyPr>
            <a:lstStyle/>
            <a:p>
              <a:pPr marL="0" lvl="0" indent="0" algn="ctr" defTabSz="444500">
                <a:lnSpc>
                  <a:spcPct val="90000"/>
                </a:lnSpc>
                <a:spcBef>
                  <a:spcPct val="0"/>
                </a:spcBef>
                <a:spcAft>
                  <a:spcPct val="35000"/>
                </a:spcAft>
                <a:buNone/>
              </a:pPr>
              <a:r>
                <a:rPr lang="en-US" sz="1600" kern="1200" dirty="0"/>
                <a:t>Transaction</a:t>
              </a:r>
            </a:p>
          </p:txBody>
        </p:sp>
      </p:grpSp>
      <p:grpSp>
        <p:nvGrpSpPr>
          <p:cNvPr id="26" name="Group 25">
            <a:extLst>
              <a:ext uri="{FF2B5EF4-FFF2-40B4-BE49-F238E27FC236}">
                <a16:creationId xmlns:a16="http://schemas.microsoft.com/office/drawing/2014/main" id="{A031BBD7-8219-C629-B85D-F97948C0B1DF}"/>
              </a:ext>
            </a:extLst>
          </p:cNvPr>
          <p:cNvGrpSpPr/>
          <p:nvPr/>
        </p:nvGrpSpPr>
        <p:grpSpPr>
          <a:xfrm>
            <a:off x="1306264" y="6155687"/>
            <a:ext cx="1130722" cy="782340"/>
            <a:chOff x="1850927" y="961"/>
            <a:chExt cx="760416" cy="494270"/>
          </a:xfrm>
        </p:grpSpPr>
        <p:sp>
          <p:nvSpPr>
            <p:cNvPr id="27" name="Rounded Rectangle 26">
              <a:extLst>
                <a:ext uri="{FF2B5EF4-FFF2-40B4-BE49-F238E27FC236}">
                  <a16:creationId xmlns:a16="http://schemas.microsoft.com/office/drawing/2014/main" id="{548E46D1-4E3C-428C-FB3A-BDF8F8DE9347}"/>
                </a:ext>
              </a:extLst>
            </p:cNvPr>
            <p:cNvSpPr/>
            <p:nvPr/>
          </p:nvSpPr>
          <p:spPr>
            <a:xfrm>
              <a:off x="1850927" y="961"/>
              <a:ext cx="760416" cy="494270"/>
            </a:xfrm>
            <a:prstGeom prst="roundRect">
              <a:avLst/>
            </a:prstGeom>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a:lstStyle/>
            <a:p>
              <a:endParaRPr lang="en-US"/>
            </a:p>
          </p:txBody>
        </p:sp>
        <p:sp>
          <p:nvSpPr>
            <p:cNvPr id="28" name="Rounded Rectangle 4">
              <a:extLst>
                <a:ext uri="{FF2B5EF4-FFF2-40B4-BE49-F238E27FC236}">
                  <a16:creationId xmlns:a16="http://schemas.microsoft.com/office/drawing/2014/main" id="{898BE551-37B3-CF7B-AA48-B9C6D58A67A0}"/>
                </a:ext>
              </a:extLst>
            </p:cNvPr>
            <p:cNvSpPr txBox="1"/>
            <p:nvPr/>
          </p:nvSpPr>
          <p:spPr>
            <a:xfrm>
              <a:off x="1875055" y="25089"/>
              <a:ext cx="712160" cy="446014"/>
            </a:xfrm>
            <a:prstGeom prst="rect">
              <a:avLst/>
            </a:prstGeom>
          </p:spPr>
          <p:style>
            <a:lnRef idx="0">
              <a:scrgbClr r="0" g="0" b="0"/>
            </a:lnRef>
            <a:fillRef idx="0">
              <a:scrgbClr r="0" g="0" b="0"/>
            </a:fillRef>
            <a:effectRef idx="0">
              <a:scrgbClr r="0" g="0" b="0"/>
            </a:effectRef>
            <a:fontRef idx="minor">
              <a:schemeClr val="lt1"/>
            </a:fontRef>
          </p:style>
          <p:txBody>
            <a:bodyPr spcFirstLastPara="0" vert="horz" wrap="square" lIns="38100" tIns="38100" rIns="38100" bIns="38100" numCol="1" spcCol="1270" anchor="ctr" anchorCtr="0">
              <a:noAutofit/>
            </a:bodyPr>
            <a:lstStyle/>
            <a:p>
              <a:pPr marL="0" lvl="0" indent="0" algn="ctr" defTabSz="444500">
                <a:lnSpc>
                  <a:spcPct val="90000"/>
                </a:lnSpc>
                <a:spcBef>
                  <a:spcPct val="0"/>
                </a:spcBef>
                <a:spcAft>
                  <a:spcPct val="35000"/>
                </a:spcAft>
                <a:buNone/>
              </a:pPr>
              <a:r>
                <a:rPr lang="en-US" sz="1600" kern="1200" dirty="0"/>
                <a:t>Data</a:t>
              </a:r>
            </a:p>
          </p:txBody>
        </p:sp>
      </p:grpSp>
      <p:cxnSp>
        <p:nvCxnSpPr>
          <p:cNvPr id="30" name="Straight Arrow Connector 29">
            <a:extLst>
              <a:ext uri="{FF2B5EF4-FFF2-40B4-BE49-F238E27FC236}">
                <a16:creationId xmlns:a16="http://schemas.microsoft.com/office/drawing/2014/main" id="{48B9F4CD-83BA-3936-0774-95AA44F77529}"/>
              </a:ext>
            </a:extLst>
          </p:cNvPr>
          <p:cNvCxnSpPr>
            <a:cxnSpLocks/>
          </p:cNvCxnSpPr>
          <p:nvPr/>
        </p:nvCxnSpPr>
        <p:spPr>
          <a:xfrm flipV="1">
            <a:off x="1712292" y="5385449"/>
            <a:ext cx="318665" cy="569"/>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38" name="Straight Arrow Connector 37">
            <a:extLst>
              <a:ext uri="{FF2B5EF4-FFF2-40B4-BE49-F238E27FC236}">
                <a16:creationId xmlns:a16="http://schemas.microsoft.com/office/drawing/2014/main" id="{E3B2AF31-22EE-797B-4196-DE6C28147F29}"/>
              </a:ext>
            </a:extLst>
          </p:cNvPr>
          <p:cNvCxnSpPr>
            <a:cxnSpLocks/>
          </p:cNvCxnSpPr>
          <p:nvPr/>
        </p:nvCxnSpPr>
        <p:spPr>
          <a:xfrm flipH="1">
            <a:off x="2505746" y="6546856"/>
            <a:ext cx="424548" cy="1"/>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49" name="Straight Arrow Connector 48">
            <a:extLst>
              <a:ext uri="{FF2B5EF4-FFF2-40B4-BE49-F238E27FC236}">
                <a16:creationId xmlns:a16="http://schemas.microsoft.com/office/drawing/2014/main" id="{C71D2659-82F0-773E-4300-F5ACD2CC1911}"/>
              </a:ext>
            </a:extLst>
          </p:cNvPr>
          <p:cNvCxnSpPr>
            <a:cxnSpLocks/>
          </p:cNvCxnSpPr>
          <p:nvPr/>
        </p:nvCxnSpPr>
        <p:spPr>
          <a:xfrm flipH="1">
            <a:off x="3793172" y="5869035"/>
            <a:ext cx="529483" cy="221816"/>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56" name="Straight Arrow Connector 55">
            <a:extLst>
              <a:ext uri="{FF2B5EF4-FFF2-40B4-BE49-F238E27FC236}">
                <a16:creationId xmlns:a16="http://schemas.microsoft.com/office/drawing/2014/main" id="{2F9B3A38-2B82-9B62-8CD9-D57FE59081CC}"/>
              </a:ext>
            </a:extLst>
          </p:cNvPr>
          <p:cNvCxnSpPr>
            <a:cxnSpLocks/>
          </p:cNvCxnSpPr>
          <p:nvPr/>
        </p:nvCxnSpPr>
        <p:spPr>
          <a:xfrm flipV="1">
            <a:off x="3366313" y="5385166"/>
            <a:ext cx="318665" cy="569"/>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59" name="Straight Arrow Connector 58">
            <a:extLst>
              <a:ext uri="{FF2B5EF4-FFF2-40B4-BE49-F238E27FC236}">
                <a16:creationId xmlns:a16="http://schemas.microsoft.com/office/drawing/2014/main" id="{FA2A6A7A-720A-AEF2-968E-F2454376B4F7}"/>
              </a:ext>
            </a:extLst>
          </p:cNvPr>
          <p:cNvCxnSpPr>
            <a:cxnSpLocks/>
          </p:cNvCxnSpPr>
          <p:nvPr/>
        </p:nvCxnSpPr>
        <p:spPr>
          <a:xfrm flipH="1" flipV="1">
            <a:off x="1049579" y="5869035"/>
            <a:ext cx="513369" cy="229900"/>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pic>
        <p:nvPicPr>
          <p:cNvPr id="7" name="Picture 2" descr="BILL: Online bill payment &amp; receivables software">
            <a:extLst>
              <a:ext uri="{FF2B5EF4-FFF2-40B4-BE49-F238E27FC236}">
                <a16:creationId xmlns:a16="http://schemas.microsoft.com/office/drawing/2014/main" id="{3876307C-2CB3-F8C9-E7EE-EF15C95B41E3}"/>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607888" y="298740"/>
            <a:ext cx="1007035" cy="66406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377911065"/>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FF38280-063F-5F4D-BA2E-9AF850BECE88}"/>
              </a:ext>
            </a:extLst>
          </p:cNvPr>
          <p:cNvSpPr>
            <a:spLocks noGrp="1"/>
          </p:cNvSpPr>
          <p:nvPr>
            <p:ph type="title"/>
          </p:nvPr>
        </p:nvSpPr>
        <p:spPr/>
        <p:txBody>
          <a:bodyPr/>
          <a:lstStyle/>
          <a:p>
            <a:r>
              <a:rPr lang="en-US" dirty="0"/>
              <a:t>Thesis III: </a:t>
            </a:r>
            <a:r>
              <a:rPr lang="en-US" dirty="0" err="1"/>
              <a:t>Bill.com</a:t>
            </a:r>
            <a:r>
              <a:rPr lang="en-US" dirty="0"/>
              <a:t> Provides Services to All Parties in the Back Office Financial Value Chain Through Superior Product Integration</a:t>
            </a:r>
          </a:p>
        </p:txBody>
      </p:sp>
      <p:sp>
        <p:nvSpPr>
          <p:cNvPr id="3" name="Title 1">
            <a:extLst>
              <a:ext uri="{FF2B5EF4-FFF2-40B4-BE49-F238E27FC236}">
                <a16:creationId xmlns:a16="http://schemas.microsoft.com/office/drawing/2014/main" id="{2D23763F-85A5-1948-83E3-9D4D255B67F4}"/>
              </a:ext>
            </a:extLst>
          </p:cNvPr>
          <p:cNvSpPr txBox="1">
            <a:spLocks/>
          </p:cNvSpPr>
          <p:nvPr/>
        </p:nvSpPr>
        <p:spPr>
          <a:xfrm>
            <a:off x="457200" y="4916424"/>
            <a:ext cx="9144000" cy="731520"/>
          </a:xfrm>
          <a:prstGeom prst="rect">
            <a:avLst/>
          </a:prstGeom>
        </p:spPr>
        <p:txBody>
          <a:bodyPr vert="horz" lIns="0" tIns="0" rIns="0" bIns="0" rtlCol="0" anchor="t">
            <a:noAutofit/>
          </a:bodyPr>
          <a:lstStyle>
            <a:lvl1pPr algn="l" defTabSz="1005840" rtl="0" eaLnBrk="1" latinLnBrk="0" hangingPunct="1">
              <a:lnSpc>
                <a:spcPct val="90000"/>
              </a:lnSpc>
              <a:spcBef>
                <a:spcPct val="0"/>
              </a:spcBef>
              <a:buNone/>
              <a:defRPr sz="3200" b="1" kern="1200">
                <a:solidFill>
                  <a:schemeClr val="tx1"/>
                </a:solidFill>
                <a:latin typeface="+mj-lt"/>
                <a:ea typeface="+mj-ea"/>
                <a:cs typeface="+mj-cs"/>
              </a:defRPr>
            </a:lvl1pPr>
          </a:lstStyle>
          <a:p>
            <a:r>
              <a:rPr lang="en-US" sz="2000" b="0" dirty="0"/>
              <a:t>Nitika (Nik) Kurma</a:t>
            </a:r>
          </a:p>
        </p:txBody>
      </p:sp>
      <p:pic>
        <p:nvPicPr>
          <p:cNvPr id="5" name="Picture 2" descr="BILL: Online bill payment &amp; receivables software">
            <a:extLst>
              <a:ext uri="{FF2B5EF4-FFF2-40B4-BE49-F238E27FC236}">
                <a16:creationId xmlns:a16="http://schemas.microsoft.com/office/drawing/2014/main" id="{B6A6931F-8D0E-E37F-6099-6455E8941FBD}"/>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607888" y="298740"/>
            <a:ext cx="1007035" cy="66406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581173850"/>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5687FB7-BC2F-B148-AB56-8CE115DC6E5B}"/>
              </a:ext>
            </a:extLst>
          </p:cNvPr>
          <p:cNvSpPr>
            <a:spLocks noGrp="1"/>
          </p:cNvSpPr>
          <p:nvPr>
            <p:ph type="title"/>
          </p:nvPr>
        </p:nvSpPr>
        <p:spPr/>
        <p:txBody>
          <a:bodyPr/>
          <a:lstStyle/>
          <a:p>
            <a:r>
              <a:rPr lang="en-US" dirty="0"/>
              <a:t>Accounts Payable and Accounts Receivable Software</a:t>
            </a:r>
          </a:p>
        </p:txBody>
      </p:sp>
      <p:sp>
        <p:nvSpPr>
          <p:cNvPr id="4" name="Text Placeholder 3">
            <a:extLst>
              <a:ext uri="{FF2B5EF4-FFF2-40B4-BE49-F238E27FC236}">
                <a16:creationId xmlns:a16="http://schemas.microsoft.com/office/drawing/2014/main" id="{A30B2E2D-1EA4-854D-B661-596BAC33676C}"/>
              </a:ext>
            </a:extLst>
          </p:cNvPr>
          <p:cNvSpPr>
            <a:spLocks noGrp="1"/>
          </p:cNvSpPr>
          <p:nvPr>
            <p:ph type="body" sz="quarter" idx="18"/>
          </p:nvPr>
        </p:nvSpPr>
        <p:spPr/>
        <p:txBody>
          <a:bodyPr>
            <a:noAutofit/>
          </a:bodyPr>
          <a:lstStyle/>
          <a:p>
            <a:r>
              <a:rPr lang="en-US" i="1" dirty="0" err="1"/>
              <a:t>Bill.com’s</a:t>
            </a:r>
            <a:r>
              <a:rPr lang="en-US" i="1" dirty="0"/>
              <a:t> AP and AR software creates efficient workflows between customers and suppliers, making it difficult for various entities within the financial services value chain to use other accounts when BILL combines these services.</a:t>
            </a:r>
          </a:p>
          <a:p>
            <a:endParaRPr lang="en-US" sz="1450" dirty="0"/>
          </a:p>
          <a:p>
            <a:endParaRPr lang="en-US" sz="1450" dirty="0"/>
          </a:p>
        </p:txBody>
      </p:sp>
      <p:sp>
        <p:nvSpPr>
          <p:cNvPr id="5" name="Content Placeholder 4">
            <a:extLst>
              <a:ext uri="{FF2B5EF4-FFF2-40B4-BE49-F238E27FC236}">
                <a16:creationId xmlns:a16="http://schemas.microsoft.com/office/drawing/2014/main" id="{4432B66F-DBD2-D94C-9DBC-497A829A2D46}"/>
              </a:ext>
            </a:extLst>
          </p:cNvPr>
          <p:cNvSpPr>
            <a:spLocks noGrp="1"/>
          </p:cNvSpPr>
          <p:nvPr>
            <p:ph idx="10"/>
          </p:nvPr>
        </p:nvSpPr>
        <p:spPr>
          <a:xfrm>
            <a:off x="461623" y="2286000"/>
            <a:ext cx="4481080" cy="4584357"/>
          </a:xfrm>
        </p:spPr>
        <p:txBody>
          <a:bodyPr>
            <a:noAutofit/>
          </a:bodyPr>
          <a:lstStyle/>
          <a:p>
            <a:r>
              <a:rPr lang="en-US" sz="1550" dirty="0"/>
              <a:t>Complete Information</a:t>
            </a:r>
          </a:p>
          <a:p>
            <a:pPr lvl="1"/>
            <a:r>
              <a:rPr lang="en-US" sz="1550" dirty="0"/>
              <a:t>BILL users can understand the </a:t>
            </a:r>
            <a:r>
              <a:rPr lang="en-US" sz="1550" b="1" dirty="0"/>
              <a:t>complete</a:t>
            </a:r>
            <a:r>
              <a:rPr lang="en-US" sz="1550" dirty="0"/>
              <a:t> picture of cash inflows and cash outflows for their business to make faster and more informed decisions.</a:t>
            </a:r>
          </a:p>
          <a:p>
            <a:pPr lvl="1"/>
            <a:r>
              <a:rPr lang="en-US" sz="1550" dirty="0"/>
              <a:t>Companies rely on </a:t>
            </a:r>
            <a:r>
              <a:rPr lang="en-US" sz="1550" dirty="0" err="1"/>
              <a:t>Bill.com</a:t>
            </a:r>
            <a:r>
              <a:rPr lang="en-US" sz="1550" dirty="0"/>
              <a:t> to eliminate bottlenecks that prevent their business from scaling.</a:t>
            </a:r>
          </a:p>
          <a:p>
            <a:r>
              <a:rPr lang="en-US" sz="1550" dirty="0"/>
              <a:t>Simplified Tech Stack</a:t>
            </a:r>
          </a:p>
          <a:p>
            <a:pPr lvl="1"/>
            <a:r>
              <a:rPr lang="en-US" sz="1550" b="1" dirty="0"/>
              <a:t>Rather than needing multiple accounts and having information flow separated across different places</a:t>
            </a:r>
            <a:r>
              <a:rPr lang="en-US" sz="1550" dirty="0"/>
              <a:t>, BILL’s system syncs both ways, between customers and suppliers, with various accounting software.</a:t>
            </a:r>
          </a:p>
          <a:p>
            <a:r>
              <a:rPr lang="en-US" sz="1550" dirty="0"/>
              <a:t>Compounded Benefits</a:t>
            </a:r>
          </a:p>
          <a:p>
            <a:pPr lvl="1"/>
            <a:r>
              <a:rPr lang="en-US" sz="1550" dirty="0"/>
              <a:t>SMBs can use BILL to </a:t>
            </a:r>
            <a:r>
              <a:rPr lang="en-US" sz="1550" b="1" dirty="0"/>
              <a:t>both</a:t>
            </a:r>
            <a:r>
              <a:rPr lang="en-US" sz="1550" dirty="0"/>
              <a:t> receive payments and supply payments to other entities, saving time and money.</a:t>
            </a:r>
          </a:p>
          <a:p>
            <a:pPr lvl="1"/>
            <a:r>
              <a:rPr lang="en-US" sz="1550" dirty="0"/>
              <a:t>Udi Oster, Co-Founder of </a:t>
            </a:r>
            <a:r>
              <a:rPr lang="en-US" sz="1550" dirty="0" err="1"/>
              <a:t>Tapingo</a:t>
            </a:r>
            <a:r>
              <a:rPr lang="en-US" sz="1550" dirty="0"/>
              <a:t> scaled his sharing economy business into 46 markets and 120 locations in a year using BILL.</a:t>
            </a:r>
          </a:p>
          <a:p>
            <a:pPr lvl="1"/>
            <a:endParaRPr lang="en-US" sz="1550" dirty="0"/>
          </a:p>
        </p:txBody>
      </p:sp>
      <p:sp>
        <p:nvSpPr>
          <p:cNvPr id="11" name="Content Placeholder 7">
            <a:extLst>
              <a:ext uri="{FF2B5EF4-FFF2-40B4-BE49-F238E27FC236}">
                <a16:creationId xmlns:a16="http://schemas.microsoft.com/office/drawing/2014/main" id="{BFACF812-1592-B54D-87D4-02EEFD7685CD}"/>
              </a:ext>
            </a:extLst>
          </p:cNvPr>
          <p:cNvSpPr txBox="1">
            <a:spLocks/>
          </p:cNvSpPr>
          <p:nvPr/>
        </p:nvSpPr>
        <p:spPr>
          <a:xfrm>
            <a:off x="461623" y="1888149"/>
            <a:ext cx="9144000" cy="304337"/>
          </a:xfrm>
          <a:prstGeom prst="rect">
            <a:avLst/>
          </a:prstGeom>
          <a:solidFill>
            <a:srgbClr val="1E1F49"/>
          </a:solidFill>
          <a:ln>
            <a:noFill/>
          </a:ln>
        </p:spPr>
        <p:txBody>
          <a:bodyPr vert="horz" lIns="0" tIns="0" rIns="0" bIns="0" rtlCol="0" anchor="ctr">
            <a:normAutofit/>
          </a:bodyPr>
          <a:lstStyle>
            <a:lvl1pPr marL="0" marR="0" indent="0" algn="ctr" defTabSz="1005840" rtl="0" eaLnBrk="1" fontAlgn="auto" latinLnBrk="0" hangingPunct="1">
              <a:lnSpc>
                <a:spcPct val="90000"/>
              </a:lnSpc>
              <a:spcBef>
                <a:spcPts val="1100"/>
              </a:spcBef>
              <a:spcAft>
                <a:spcPts val="0"/>
              </a:spcAft>
              <a:buClr>
                <a:srgbClr val="710F32"/>
              </a:buClr>
              <a:buSzPct val="90000"/>
              <a:buFont typeface="Wingdings" pitchFamily="2" charset="2"/>
              <a:buNone/>
              <a:tabLst/>
              <a:defRPr sz="1600" b="0" i="0" kern="1200">
                <a:solidFill>
                  <a:schemeClr val="bg1"/>
                </a:solidFill>
                <a:latin typeface="Garamond" panose="02020404030301010803" pitchFamily="18" charset="0"/>
                <a:ea typeface="+mn-ea"/>
                <a:cs typeface="+mn-cs"/>
              </a:defRPr>
            </a:lvl1pPr>
            <a:lvl2pPr marL="502920" indent="0" algn="l" defTabSz="1005840" rtl="0" eaLnBrk="1" latinLnBrk="0" hangingPunct="1">
              <a:lnSpc>
                <a:spcPct val="90000"/>
              </a:lnSpc>
              <a:spcBef>
                <a:spcPts val="550"/>
              </a:spcBef>
              <a:buClr>
                <a:srgbClr val="1E1F49"/>
              </a:buClr>
              <a:buSzPct val="90000"/>
              <a:buFont typeface=".Hiragino Kaku Gothic Interface W3"/>
              <a:buNone/>
              <a:tabLst/>
              <a:defRPr sz="1600" b="0" i="0" kern="1200">
                <a:solidFill>
                  <a:schemeClr val="tx1"/>
                </a:solidFill>
                <a:latin typeface="Garamond" panose="02020404030301010803" pitchFamily="18" charset="0"/>
                <a:ea typeface="+mn-ea"/>
                <a:cs typeface="+mn-cs"/>
              </a:defRPr>
            </a:lvl2pPr>
            <a:lvl3pPr marL="517525" indent="-173038" algn="l" defTabSz="1005840" rtl="0" eaLnBrk="1" latinLnBrk="0" hangingPunct="1">
              <a:lnSpc>
                <a:spcPct val="90000"/>
              </a:lnSpc>
              <a:spcBef>
                <a:spcPts val="550"/>
              </a:spcBef>
              <a:buClr>
                <a:srgbClr val="1E1F49"/>
              </a:buClr>
              <a:buSzPct val="90000"/>
              <a:buFont typeface="Arial" panose="020B0604020202020204" pitchFamily="34" charset="0"/>
              <a:buChar char="•"/>
              <a:tabLst/>
              <a:defRPr sz="1600" b="0" i="0" kern="1200">
                <a:solidFill>
                  <a:schemeClr val="tx1"/>
                </a:solidFill>
                <a:latin typeface="Garamond" panose="02020404030301010803" pitchFamily="18" charset="0"/>
                <a:ea typeface="+mn-ea"/>
                <a:cs typeface="+mn-cs"/>
              </a:defRPr>
            </a:lvl3pPr>
            <a:lvl4pPr marL="690563" indent="-173038" algn="l" defTabSz="1005840" rtl="0" eaLnBrk="1" latinLnBrk="0" hangingPunct="1">
              <a:lnSpc>
                <a:spcPct val="90000"/>
              </a:lnSpc>
              <a:spcBef>
                <a:spcPts val="550"/>
              </a:spcBef>
              <a:buClr>
                <a:srgbClr val="1E1F49"/>
              </a:buClr>
              <a:buSzPct val="90000"/>
              <a:buFont typeface="Arial" panose="020B0604020202020204" pitchFamily="34" charset="0"/>
              <a:buChar char="•"/>
              <a:tabLst/>
              <a:defRPr sz="1600" b="0" i="0" kern="1200">
                <a:solidFill>
                  <a:schemeClr val="tx1"/>
                </a:solidFill>
                <a:latin typeface="Garamond" panose="02020404030301010803" pitchFamily="18" charset="0"/>
                <a:ea typeface="+mn-ea"/>
                <a:cs typeface="+mn-cs"/>
              </a:defRPr>
            </a:lvl4pPr>
            <a:lvl5pPr marL="863600" indent="-173038" algn="l" defTabSz="1005840" rtl="0" eaLnBrk="1" latinLnBrk="0" hangingPunct="1">
              <a:lnSpc>
                <a:spcPct val="90000"/>
              </a:lnSpc>
              <a:spcBef>
                <a:spcPts val="550"/>
              </a:spcBef>
              <a:buClr>
                <a:srgbClr val="1E1F49"/>
              </a:buClr>
              <a:buSzPct val="90000"/>
              <a:buFont typeface="Arial" panose="020B0604020202020204" pitchFamily="34" charset="0"/>
              <a:buChar char="•"/>
              <a:tabLst/>
              <a:defRPr sz="1600" b="0" i="0" kern="1200">
                <a:solidFill>
                  <a:schemeClr val="tx1"/>
                </a:solidFill>
                <a:latin typeface="Garamond" panose="02020404030301010803" pitchFamily="18" charset="0"/>
                <a:ea typeface="+mn-ea"/>
                <a:cs typeface="+mn-cs"/>
              </a:defRPr>
            </a:lvl5pPr>
            <a:lvl6pPr marL="2766060" indent="-251460" algn="l" defTabSz="1005840" rtl="0" eaLnBrk="1" latinLnBrk="0" hangingPunct="1">
              <a:lnSpc>
                <a:spcPct val="90000"/>
              </a:lnSpc>
              <a:spcBef>
                <a:spcPts val="550"/>
              </a:spcBef>
              <a:buFont typeface="Arial" panose="020B0604020202020204" pitchFamily="34" charset="0"/>
              <a:buChar char="•"/>
              <a:defRPr sz="1980" kern="1200">
                <a:solidFill>
                  <a:schemeClr val="tx1"/>
                </a:solidFill>
                <a:latin typeface="+mn-lt"/>
                <a:ea typeface="+mn-ea"/>
                <a:cs typeface="+mn-cs"/>
              </a:defRPr>
            </a:lvl6pPr>
            <a:lvl7pPr marL="3268980" indent="-251460" algn="l" defTabSz="1005840" rtl="0" eaLnBrk="1" latinLnBrk="0" hangingPunct="1">
              <a:lnSpc>
                <a:spcPct val="90000"/>
              </a:lnSpc>
              <a:spcBef>
                <a:spcPts val="550"/>
              </a:spcBef>
              <a:buFont typeface="Arial" panose="020B0604020202020204" pitchFamily="34" charset="0"/>
              <a:buChar char="•"/>
              <a:defRPr sz="1980" kern="1200">
                <a:solidFill>
                  <a:schemeClr val="tx1"/>
                </a:solidFill>
                <a:latin typeface="+mn-lt"/>
                <a:ea typeface="+mn-ea"/>
                <a:cs typeface="+mn-cs"/>
              </a:defRPr>
            </a:lvl7pPr>
            <a:lvl8pPr marL="3771900" indent="-251460" algn="l" defTabSz="1005840" rtl="0" eaLnBrk="1" latinLnBrk="0" hangingPunct="1">
              <a:lnSpc>
                <a:spcPct val="90000"/>
              </a:lnSpc>
              <a:spcBef>
                <a:spcPts val="550"/>
              </a:spcBef>
              <a:buFont typeface="Arial" panose="020B0604020202020204" pitchFamily="34" charset="0"/>
              <a:buChar char="•"/>
              <a:defRPr sz="1980" kern="1200">
                <a:solidFill>
                  <a:schemeClr val="tx1"/>
                </a:solidFill>
                <a:latin typeface="+mn-lt"/>
                <a:ea typeface="+mn-ea"/>
                <a:cs typeface="+mn-cs"/>
              </a:defRPr>
            </a:lvl8pPr>
            <a:lvl9pPr marL="4274820" indent="-251460" algn="l" defTabSz="1005840" rtl="0" eaLnBrk="1" latinLnBrk="0" hangingPunct="1">
              <a:lnSpc>
                <a:spcPct val="90000"/>
              </a:lnSpc>
              <a:spcBef>
                <a:spcPts val="550"/>
              </a:spcBef>
              <a:buFont typeface="Arial" panose="020B0604020202020204" pitchFamily="34" charset="0"/>
              <a:buChar char="•"/>
              <a:defRPr sz="1980" kern="1200">
                <a:solidFill>
                  <a:schemeClr val="tx1"/>
                </a:solidFill>
                <a:latin typeface="+mn-lt"/>
                <a:ea typeface="+mn-ea"/>
                <a:cs typeface="+mn-cs"/>
              </a:defRPr>
            </a:lvl9pPr>
          </a:lstStyle>
          <a:p>
            <a:r>
              <a:rPr lang="en-US" dirty="0"/>
              <a:t>Boost Efficiency with AR &amp; AP Services on One Platform</a:t>
            </a:r>
          </a:p>
        </p:txBody>
      </p:sp>
      <p:pic>
        <p:nvPicPr>
          <p:cNvPr id="13" name="Picture 2" descr="BILL: Online bill payment &amp; receivables software">
            <a:extLst>
              <a:ext uri="{FF2B5EF4-FFF2-40B4-BE49-F238E27FC236}">
                <a16:creationId xmlns:a16="http://schemas.microsoft.com/office/drawing/2014/main" id="{1F799133-46C8-0B18-BE75-C1FCB0901CF5}"/>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607888" y="298740"/>
            <a:ext cx="1007035" cy="664060"/>
          </a:xfrm>
          <a:prstGeom prst="rect">
            <a:avLst/>
          </a:prstGeom>
          <a:noFill/>
          <a:extLst>
            <a:ext uri="{909E8E84-426E-40DD-AFC4-6F175D3DCCD1}">
              <a14:hiddenFill xmlns:a14="http://schemas.microsoft.com/office/drawing/2010/main">
                <a:solidFill>
                  <a:srgbClr val="FFFFFF"/>
                </a:solidFill>
              </a14:hiddenFill>
            </a:ext>
          </a:extLst>
        </p:spPr>
      </p:pic>
      <p:sp>
        <p:nvSpPr>
          <p:cNvPr id="26" name="Round Diagonal Corner Rectangle 25">
            <a:extLst>
              <a:ext uri="{FF2B5EF4-FFF2-40B4-BE49-F238E27FC236}">
                <a16:creationId xmlns:a16="http://schemas.microsoft.com/office/drawing/2014/main" id="{26C70A0C-1D20-644D-9C7D-2A2E17566420}"/>
              </a:ext>
            </a:extLst>
          </p:cNvPr>
          <p:cNvSpPr/>
          <p:nvPr/>
        </p:nvSpPr>
        <p:spPr>
          <a:xfrm>
            <a:off x="5633640" y="2572601"/>
            <a:ext cx="2446638" cy="580768"/>
          </a:xfrm>
          <a:prstGeom prst="round2DiagRect">
            <a:avLst/>
          </a:prstGeom>
          <a:solidFill>
            <a:srgbClr val="00206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SMBs</a:t>
            </a:r>
          </a:p>
        </p:txBody>
      </p:sp>
      <p:sp>
        <p:nvSpPr>
          <p:cNvPr id="30" name="Round Diagonal Corner Rectangle 29">
            <a:extLst>
              <a:ext uri="{FF2B5EF4-FFF2-40B4-BE49-F238E27FC236}">
                <a16:creationId xmlns:a16="http://schemas.microsoft.com/office/drawing/2014/main" id="{51F00534-3289-4A42-95D0-4B0E5D9EEB46}"/>
              </a:ext>
            </a:extLst>
          </p:cNvPr>
          <p:cNvSpPr/>
          <p:nvPr/>
        </p:nvSpPr>
        <p:spPr>
          <a:xfrm>
            <a:off x="5233739" y="3684699"/>
            <a:ext cx="934994" cy="580768"/>
          </a:xfrm>
          <a:prstGeom prst="round2DiagRect">
            <a:avLst/>
          </a:prstGeom>
          <a:solidFill>
            <a:srgbClr val="E571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AP</a:t>
            </a:r>
          </a:p>
        </p:txBody>
      </p:sp>
      <p:sp>
        <p:nvSpPr>
          <p:cNvPr id="31" name="Round Diagonal Corner Rectangle 30">
            <a:extLst>
              <a:ext uri="{FF2B5EF4-FFF2-40B4-BE49-F238E27FC236}">
                <a16:creationId xmlns:a16="http://schemas.microsoft.com/office/drawing/2014/main" id="{B27421D7-292A-604B-B91A-00DBE9859A5B}"/>
              </a:ext>
            </a:extLst>
          </p:cNvPr>
          <p:cNvSpPr/>
          <p:nvPr/>
        </p:nvSpPr>
        <p:spPr>
          <a:xfrm>
            <a:off x="6311767" y="3684699"/>
            <a:ext cx="934994" cy="580768"/>
          </a:xfrm>
          <a:prstGeom prst="round2DiagRect">
            <a:avLst/>
          </a:prstGeom>
          <a:solidFill>
            <a:srgbClr val="E571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AR</a:t>
            </a:r>
          </a:p>
        </p:txBody>
      </p:sp>
      <p:sp>
        <p:nvSpPr>
          <p:cNvPr id="32" name="Round Diagonal Corner Rectangle 31">
            <a:extLst>
              <a:ext uri="{FF2B5EF4-FFF2-40B4-BE49-F238E27FC236}">
                <a16:creationId xmlns:a16="http://schemas.microsoft.com/office/drawing/2014/main" id="{2C9CE540-EBD2-A440-92F7-7D66E5F83C9F}"/>
              </a:ext>
            </a:extLst>
          </p:cNvPr>
          <p:cNvSpPr/>
          <p:nvPr/>
        </p:nvSpPr>
        <p:spPr>
          <a:xfrm>
            <a:off x="7389795" y="3663337"/>
            <a:ext cx="934994" cy="580768"/>
          </a:xfrm>
          <a:prstGeom prst="round2DiagRect">
            <a:avLst/>
          </a:prstGeom>
          <a:solidFill>
            <a:srgbClr val="E571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Audits</a:t>
            </a:r>
          </a:p>
        </p:txBody>
      </p:sp>
      <p:sp>
        <p:nvSpPr>
          <p:cNvPr id="33" name="Round Diagonal Corner Rectangle 32">
            <a:extLst>
              <a:ext uri="{FF2B5EF4-FFF2-40B4-BE49-F238E27FC236}">
                <a16:creationId xmlns:a16="http://schemas.microsoft.com/office/drawing/2014/main" id="{87CACEE6-D546-8A41-9A37-E22FF540C246}"/>
              </a:ext>
            </a:extLst>
          </p:cNvPr>
          <p:cNvSpPr/>
          <p:nvPr/>
        </p:nvSpPr>
        <p:spPr>
          <a:xfrm>
            <a:off x="5633640" y="5090244"/>
            <a:ext cx="2446638" cy="580768"/>
          </a:xfrm>
          <a:prstGeom prst="round2DiagRect">
            <a:avLst/>
          </a:prstGeom>
          <a:solidFill>
            <a:srgbClr val="00206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SMBs</a:t>
            </a:r>
          </a:p>
        </p:txBody>
      </p:sp>
      <p:sp>
        <p:nvSpPr>
          <p:cNvPr id="34" name="Round Diagonal Corner Rectangle 33">
            <a:extLst>
              <a:ext uri="{FF2B5EF4-FFF2-40B4-BE49-F238E27FC236}">
                <a16:creationId xmlns:a16="http://schemas.microsoft.com/office/drawing/2014/main" id="{1F1A324C-60F7-9B4E-A482-129E0D3E53D8}"/>
              </a:ext>
            </a:extLst>
          </p:cNvPr>
          <p:cNvSpPr/>
          <p:nvPr/>
        </p:nvSpPr>
        <p:spPr>
          <a:xfrm>
            <a:off x="5241000" y="6214743"/>
            <a:ext cx="3083790" cy="580768"/>
          </a:xfrm>
          <a:prstGeom prst="round2DiagRect">
            <a:avLst/>
          </a:prstGeom>
          <a:solidFill>
            <a:srgbClr val="E571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AP | AR| Audits | Invoicing</a:t>
            </a:r>
          </a:p>
        </p:txBody>
      </p:sp>
      <p:sp>
        <p:nvSpPr>
          <p:cNvPr id="27" name="Right Brace 26">
            <a:extLst>
              <a:ext uri="{FF2B5EF4-FFF2-40B4-BE49-F238E27FC236}">
                <a16:creationId xmlns:a16="http://schemas.microsoft.com/office/drawing/2014/main" id="{B6C6C54B-8940-B74C-A347-B9D0D6033AAD}"/>
              </a:ext>
            </a:extLst>
          </p:cNvPr>
          <p:cNvSpPr/>
          <p:nvPr/>
        </p:nvSpPr>
        <p:spPr>
          <a:xfrm>
            <a:off x="8422240" y="2572600"/>
            <a:ext cx="499339" cy="1578551"/>
          </a:xfrm>
          <a:prstGeom prst="rightBrace">
            <a:avLst>
              <a:gd name="adj1" fmla="val 11928"/>
              <a:gd name="adj2" fmla="val 50000"/>
            </a:avLst>
          </a:prstGeom>
          <a:ln w="19050"/>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36" name="TextBox 35">
            <a:extLst>
              <a:ext uri="{FF2B5EF4-FFF2-40B4-BE49-F238E27FC236}">
                <a16:creationId xmlns:a16="http://schemas.microsoft.com/office/drawing/2014/main" id="{0E9E9837-141C-1D4B-95C0-D86FFE92ED62}"/>
              </a:ext>
            </a:extLst>
          </p:cNvPr>
          <p:cNvSpPr txBox="1"/>
          <p:nvPr/>
        </p:nvSpPr>
        <p:spPr>
          <a:xfrm>
            <a:off x="8921579" y="2983648"/>
            <a:ext cx="914733" cy="553998"/>
          </a:xfrm>
          <a:prstGeom prst="rect">
            <a:avLst/>
          </a:prstGeom>
          <a:noFill/>
          <a:ln w="12700">
            <a:noFill/>
            <a:prstDash val="sysDash"/>
          </a:ln>
        </p:spPr>
        <p:txBody>
          <a:bodyPr wrap="square" rtlCol="0">
            <a:spAutoFit/>
          </a:bodyPr>
          <a:lstStyle/>
          <a:p>
            <a:r>
              <a:rPr lang="en-US" sz="1500" b="1" dirty="0"/>
              <a:t>Without BILL</a:t>
            </a:r>
          </a:p>
        </p:txBody>
      </p:sp>
      <p:sp>
        <p:nvSpPr>
          <p:cNvPr id="37" name="Right Brace 36">
            <a:extLst>
              <a:ext uri="{FF2B5EF4-FFF2-40B4-BE49-F238E27FC236}">
                <a16:creationId xmlns:a16="http://schemas.microsoft.com/office/drawing/2014/main" id="{96E2ACE2-4A3E-AD4D-8242-D6A32B2F6849}"/>
              </a:ext>
            </a:extLst>
          </p:cNvPr>
          <p:cNvSpPr/>
          <p:nvPr/>
        </p:nvSpPr>
        <p:spPr>
          <a:xfrm>
            <a:off x="8422239" y="5090244"/>
            <a:ext cx="499339" cy="1705267"/>
          </a:xfrm>
          <a:prstGeom prst="rightBrace">
            <a:avLst>
              <a:gd name="adj1" fmla="val 11928"/>
              <a:gd name="adj2" fmla="val 50000"/>
            </a:avLst>
          </a:prstGeom>
          <a:ln w="19050"/>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38" name="TextBox 37">
            <a:extLst>
              <a:ext uri="{FF2B5EF4-FFF2-40B4-BE49-F238E27FC236}">
                <a16:creationId xmlns:a16="http://schemas.microsoft.com/office/drawing/2014/main" id="{527A5567-B016-EA48-AFD6-F90B9DEC83D0}"/>
              </a:ext>
            </a:extLst>
          </p:cNvPr>
          <p:cNvSpPr txBox="1"/>
          <p:nvPr/>
        </p:nvSpPr>
        <p:spPr>
          <a:xfrm>
            <a:off x="9026426" y="5744082"/>
            <a:ext cx="914733" cy="553998"/>
          </a:xfrm>
          <a:prstGeom prst="rect">
            <a:avLst/>
          </a:prstGeom>
          <a:noFill/>
          <a:ln w="12700">
            <a:noFill/>
            <a:prstDash val="sysDash"/>
          </a:ln>
        </p:spPr>
        <p:txBody>
          <a:bodyPr wrap="square" rtlCol="0">
            <a:spAutoFit/>
          </a:bodyPr>
          <a:lstStyle/>
          <a:p>
            <a:r>
              <a:rPr lang="en-US" sz="1500" b="1" dirty="0"/>
              <a:t>With BILL</a:t>
            </a:r>
          </a:p>
        </p:txBody>
      </p:sp>
      <p:cxnSp>
        <p:nvCxnSpPr>
          <p:cNvPr id="29" name="Straight Arrow Connector 28">
            <a:extLst>
              <a:ext uri="{FF2B5EF4-FFF2-40B4-BE49-F238E27FC236}">
                <a16:creationId xmlns:a16="http://schemas.microsoft.com/office/drawing/2014/main" id="{0B44562E-34C3-8449-BB54-A2C8780D43E4}"/>
              </a:ext>
            </a:extLst>
          </p:cNvPr>
          <p:cNvCxnSpPr/>
          <p:nvPr/>
        </p:nvCxnSpPr>
        <p:spPr>
          <a:xfrm>
            <a:off x="6783859" y="3249827"/>
            <a:ext cx="0" cy="287819"/>
          </a:xfrm>
          <a:prstGeom prst="straightConnector1">
            <a:avLst/>
          </a:prstGeom>
          <a:ln>
            <a:solidFill>
              <a:schemeClr val="tx2"/>
            </a:solidFill>
            <a:tailEnd type="triangle"/>
          </a:ln>
        </p:spPr>
        <p:style>
          <a:lnRef idx="1">
            <a:schemeClr val="accent1"/>
          </a:lnRef>
          <a:fillRef idx="0">
            <a:schemeClr val="accent1"/>
          </a:fillRef>
          <a:effectRef idx="0">
            <a:schemeClr val="accent1"/>
          </a:effectRef>
          <a:fontRef idx="minor">
            <a:schemeClr val="tx1"/>
          </a:fontRef>
        </p:style>
      </p:cxnSp>
      <p:cxnSp>
        <p:nvCxnSpPr>
          <p:cNvPr id="41" name="Straight Arrow Connector 40">
            <a:extLst>
              <a:ext uri="{FF2B5EF4-FFF2-40B4-BE49-F238E27FC236}">
                <a16:creationId xmlns:a16="http://schemas.microsoft.com/office/drawing/2014/main" id="{B6B628C4-4973-284E-BE11-8800A16122B8}"/>
              </a:ext>
            </a:extLst>
          </p:cNvPr>
          <p:cNvCxnSpPr/>
          <p:nvPr/>
        </p:nvCxnSpPr>
        <p:spPr>
          <a:xfrm>
            <a:off x="7850659" y="3249827"/>
            <a:ext cx="0" cy="287819"/>
          </a:xfrm>
          <a:prstGeom prst="straightConnector1">
            <a:avLst/>
          </a:prstGeom>
          <a:ln>
            <a:solidFill>
              <a:schemeClr val="tx2"/>
            </a:solidFill>
            <a:tailEnd type="triangle"/>
          </a:ln>
        </p:spPr>
        <p:style>
          <a:lnRef idx="1">
            <a:schemeClr val="accent1"/>
          </a:lnRef>
          <a:fillRef idx="0">
            <a:schemeClr val="accent1"/>
          </a:fillRef>
          <a:effectRef idx="0">
            <a:schemeClr val="accent1"/>
          </a:effectRef>
          <a:fontRef idx="minor">
            <a:schemeClr val="tx1"/>
          </a:fontRef>
        </p:style>
      </p:cxnSp>
      <p:cxnSp>
        <p:nvCxnSpPr>
          <p:cNvPr id="42" name="Straight Arrow Connector 41">
            <a:extLst>
              <a:ext uri="{FF2B5EF4-FFF2-40B4-BE49-F238E27FC236}">
                <a16:creationId xmlns:a16="http://schemas.microsoft.com/office/drawing/2014/main" id="{BF97B754-2666-6E49-86CB-013A89968C12}"/>
              </a:ext>
            </a:extLst>
          </p:cNvPr>
          <p:cNvCxnSpPr/>
          <p:nvPr/>
        </p:nvCxnSpPr>
        <p:spPr>
          <a:xfrm>
            <a:off x="5725296" y="3249827"/>
            <a:ext cx="0" cy="287819"/>
          </a:xfrm>
          <a:prstGeom prst="straightConnector1">
            <a:avLst/>
          </a:prstGeom>
          <a:ln>
            <a:solidFill>
              <a:schemeClr val="tx2"/>
            </a:solidFill>
            <a:tailEnd type="triangle"/>
          </a:ln>
        </p:spPr>
        <p:style>
          <a:lnRef idx="1">
            <a:schemeClr val="accent1"/>
          </a:lnRef>
          <a:fillRef idx="0">
            <a:schemeClr val="accent1"/>
          </a:fillRef>
          <a:effectRef idx="0">
            <a:schemeClr val="accent1"/>
          </a:effectRef>
          <a:fontRef idx="minor">
            <a:schemeClr val="tx1"/>
          </a:fontRef>
        </p:style>
      </p:cxnSp>
      <p:cxnSp>
        <p:nvCxnSpPr>
          <p:cNvPr id="43" name="Straight Arrow Connector 42">
            <a:extLst>
              <a:ext uri="{FF2B5EF4-FFF2-40B4-BE49-F238E27FC236}">
                <a16:creationId xmlns:a16="http://schemas.microsoft.com/office/drawing/2014/main" id="{0257D989-A4FF-5044-843D-25CD14AA226F}"/>
              </a:ext>
            </a:extLst>
          </p:cNvPr>
          <p:cNvCxnSpPr>
            <a:cxnSpLocks/>
          </p:cNvCxnSpPr>
          <p:nvPr/>
        </p:nvCxnSpPr>
        <p:spPr>
          <a:xfrm>
            <a:off x="6856959" y="5744082"/>
            <a:ext cx="0" cy="413907"/>
          </a:xfrm>
          <a:prstGeom prst="straightConnector1">
            <a:avLst/>
          </a:prstGeom>
          <a:ln>
            <a:solidFill>
              <a:schemeClr val="tx2"/>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216081290"/>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5687FB7-BC2F-B148-AB56-8CE115DC6E5B}"/>
              </a:ext>
            </a:extLst>
          </p:cNvPr>
          <p:cNvSpPr>
            <a:spLocks noGrp="1"/>
          </p:cNvSpPr>
          <p:nvPr>
            <p:ph type="title"/>
          </p:nvPr>
        </p:nvSpPr>
        <p:spPr/>
        <p:txBody>
          <a:bodyPr/>
          <a:lstStyle/>
          <a:p>
            <a:r>
              <a:rPr lang="en-US" dirty="0"/>
              <a:t>Time-Related Switching Costs and the Market</a:t>
            </a:r>
          </a:p>
        </p:txBody>
      </p:sp>
      <p:sp>
        <p:nvSpPr>
          <p:cNvPr id="4" name="Text Placeholder 3">
            <a:extLst>
              <a:ext uri="{FF2B5EF4-FFF2-40B4-BE49-F238E27FC236}">
                <a16:creationId xmlns:a16="http://schemas.microsoft.com/office/drawing/2014/main" id="{A30B2E2D-1EA4-854D-B661-596BAC33676C}"/>
              </a:ext>
            </a:extLst>
          </p:cNvPr>
          <p:cNvSpPr>
            <a:spLocks noGrp="1"/>
          </p:cNvSpPr>
          <p:nvPr>
            <p:ph type="body" sz="quarter" idx="18"/>
          </p:nvPr>
        </p:nvSpPr>
        <p:spPr/>
        <p:txBody>
          <a:bodyPr>
            <a:noAutofit/>
          </a:bodyPr>
          <a:lstStyle/>
          <a:p>
            <a:r>
              <a:rPr lang="en-US" i="1" dirty="0" err="1"/>
              <a:t>Bill.com’s</a:t>
            </a:r>
            <a:r>
              <a:rPr lang="en-US" i="1" dirty="0"/>
              <a:t> AP and AR software, which integrated with accounting software, results in time related switching costs that cannot be replicated in other players or competitors in the payment processing market.</a:t>
            </a:r>
            <a:endParaRPr lang="en-US" sz="1450" dirty="0"/>
          </a:p>
          <a:p>
            <a:endParaRPr lang="en-US" sz="1450" dirty="0"/>
          </a:p>
        </p:txBody>
      </p:sp>
      <p:sp>
        <p:nvSpPr>
          <p:cNvPr id="6" name="Content Placeholder 5">
            <a:extLst>
              <a:ext uri="{FF2B5EF4-FFF2-40B4-BE49-F238E27FC236}">
                <a16:creationId xmlns:a16="http://schemas.microsoft.com/office/drawing/2014/main" id="{E42C17F1-22B3-2847-9660-59E80E667072}"/>
              </a:ext>
            </a:extLst>
          </p:cNvPr>
          <p:cNvSpPr>
            <a:spLocks noGrp="1"/>
          </p:cNvSpPr>
          <p:nvPr>
            <p:ph sz="quarter" idx="11"/>
          </p:nvPr>
        </p:nvSpPr>
        <p:spPr>
          <a:xfrm>
            <a:off x="566928" y="2384855"/>
            <a:ext cx="4462272" cy="2879124"/>
          </a:xfrm>
        </p:spPr>
        <p:txBody>
          <a:bodyPr>
            <a:noAutofit/>
          </a:bodyPr>
          <a:lstStyle/>
          <a:p>
            <a:r>
              <a:rPr lang="en-US" dirty="0"/>
              <a:t>7 out of 10 vendors invited to </a:t>
            </a:r>
            <a:r>
              <a:rPr lang="en-US" dirty="0" err="1"/>
              <a:t>Bill.com</a:t>
            </a:r>
            <a:r>
              <a:rPr lang="en-US" dirty="0"/>
              <a:t> set up accounts with BILL to receive </a:t>
            </a:r>
            <a:r>
              <a:rPr lang="en-US" dirty="0" err="1"/>
              <a:t>ePayments</a:t>
            </a:r>
            <a:r>
              <a:rPr lang="en-US" dirty="0"/>
              <a:t>.  </a:t>
            </a:r>
          </a:p>
          <a:p>
            <a:pPr lvl="1"/>
            <a:r>
              <a:rPr lang="en-US" dirty="0"/>
              <a:t>Allows SMBs to spend less time and money on organized accounting efforts.</a:t>
            </a:r>
          </a:p>
          <a:p>
            <a:pPr lvl="1"/>
            <a:r>
              <a:rPr lang="en-US" dirty="0"/>
              <a:t>Easier to manage AP &amp; AR under one umbrella product, as switching to different software would mean training employees for different systems.</a:t>
            </a:r>
          </a:p>
          <a:p>
            <a:r>
              <a:rPr lang="en-US" dirty="0"/>
              <a:t>Using a new point of contact for different accounts (AP, AR, etc.) every step of the way when organizing expenses is cumbersome &amp; results in a system predisposed to accounting and payment mistakes.</a:t>
            </a:r>
          </a:p>
        </p:txBody>
      </p:sp>
      <p:sp>
        <p:nvSpPr>
          <p:cNvPr id="8" name="Content Placeholder 7">
            <a:extLst>
              <a:ext uri="{FF2B5EF4-FFF2-40B4-BE49-F238E27FC236}">
                <a16:creationId xmlns:a16="http://schemas.microsoft.com/office/drawing/2014/main" id="{7AE07BDD-B937-094C-BD7E-3913838F3BB0}"/>
              </a:ext>
            </a:extLst>
          </p:cNvPr>
          <p:cNvSpPr>
            <a:spLocks noGrp="1"/>
          </p:cNvSpPr>
          <p:nvPr>
            <p:ph idx="21"/>
          </p:nvPr>
        </p:nvSpPr>
        <p:spPr>
          <a:xfrm>
            <a:off x="566928" y="1958715"/>
            <a:ext cx="4462272" cy="304337"/>
          </a:xfrm>
        </p:spPr>
        <p:txBody>
          <a:bodyPr/>
          <a:lstStyle/>
          <a:p>
            <a:r>
              <a:rPr lang="en-US" dirty="0"/>
              <a:t>Time Related Switching Costs</a:t>
            </a:r>
          </a:p>
        </p:txBody>
      </p:sp>
      <p:sp>
        <p:nvSpPr>
          <p:cNvPr id="9" name="Content Placeholder 8">
            <a:extLst>
              <a:ext uri="{FF2B5EF4-FFF2-40B4-BE49-F238E27FC236}">
                <a16:creationId xmlns:a16="http://schemas.microsoft.com/office/drawing/2014/main" id="{427CF4B2-B9CF-4341-AC70-8484D826CAE2}"/>
              </a:ext>
            </a:extLst>
          </p:cNvPr>
          <p:cNvSpPr>
            <a:spLocks noGrp="1"/>
          </p:cNvSpPr>
          <p:nvPr>
            <p:ph idx="22"/>
          </p:nvPr>
        </p:nvSpPr>
        <p:spPr>
          <a:xfrm>
            <a:off x="5141878" y="1958714"/>
            <a:ext cx="4463745" cy="304337"/>
          </a:xfrm>
        </p:spPr>
        <p:txBody>
          <a:bodyPr/>
          <a:lstStyle/>
          <a:p>
            <a:r>
              <a:rPr lang="en-US" dirty="0"/>
              <a:t>How BILL’s Products Compares with Market</a:t>
            </a:r>
          </a:p>
        </p:txBody>
      </p:sp>
      <p:pic>
        <p:nvPicPr>
          <p:cNvPr id="13" name="Picture 2" descr="BILL: Online bill payment &amp; receivables software">
            <a:extLst>
              <a:ext uri="{FF2B5EF4-FFF2-40B4-BE49-F238E27FC236}">
                <a16:creationId xmlns:a16="http://schemas.microsoft.com/office/drawing/2014/main" id="{1F799133-46C8-0B18-BE75-C1FCB0901CF5}"/>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607888" y="298740"/>
            <a:ext cx="1007035" cy="664060"/>
          </a:xfrm>
          <a:prstGeom prst="rect">
            <a:avLst/>
          </a:prstGeom>
          <a:noFill/>
          <a:extLst>
            <a:ext uri="{909E8E84-426E-40DD-AFC4-6F175D3DCCD1}">
              <a14:hiddenFill xmlns:a14="http://schemas.microsoft.com/office/drawing/2010/main">
                <a:solidFill>
                  <a:srgbClr val="FFFFFF"/>
                </a:solidFill>
              </a14:hiddenFill>
            </a:ext>
          </a:extLst>
        </p:spPr>
      </p:pic>
      <p:pic>
        <p:nvPicPr>
          <p:cNvPr id="1034" name="Picture 10">
            <a:extLst>
              <a:ext uri="{FF2B5EF4-FFF2-40B4-BE49-F238E27FC236}">
                <a16:creationId xmlns:a16="http://schemas.microsoft.com/office/drawing/2014/main" id="{C3BD4ECD-281F-E74A-AE99-EF662C520D01}"/>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250534" y="4341768"/>
            <a:ext cx="1811214" cy="1015663"/>
          </a:xfrm>
          <a:prstGeom prst="rect">
            <a:avLst/>
          </a:prstGeom>
          <a:noFill/>
          <a:extLst>
            <a:ext uri="{909E8E84-426E-40DD-AFC4-6F175D3DCCD1}">
              <a14:hiddenFill xmlns:a14="http://schemas.microsoft.com/office/drawing/2010/main">
                <a:solidFill>
                  <a:srgbClr val="FFFFFF"/>
                </a:solidFill>
              </a14:hiddenFill>
            </a:ext>
          </a:extLst>
        </p:spPr>
      </p:pic>
      <p:pic>
        <p:nvPicPr>
          <p:cNvPr id="1036" name="Picture 12" descr="Expensify now lets companies reimburse international employees in Bitcoin -  The Verge">
            <a:extLst>
              <a:ext uri="{FF2B5EF4-FFF2-40B4-BE49-F238E27FC236}">
                <a16:creationId xmlns:a16="http://schemas.microsoft.com/office/drawing/2014/main" id="{6B8D1F84-AFC8-4447-AC94-DE12C52D0082}"/>
              </a:ext>
            </a:extLst>
          </p:cNvPr>
          <p:cNvPicPr>
            <a:picLocks noChangeAspect="1" noChangeArrowheads="1"/>
          </p:cNvPicPr>
          <p:nvPr/>
        </p:nvPicPr>
        <p:blipFill rotWithShape="1">
          <a:blip r:embed="rId5">
            <a:extLst>
              <a:ext uri="{28A0092B-C50C-407E-A947-70E740481C1C}">
                <a14:useLocalDpi xmlns:a14="http://schemas.microsoft.com/office/drawing/2010/main" val="0"/>
              </a:ext>
            </a:extLst>
          </a:blip>
          <a:srcRect b="9213"/>
          <a:stretch/>
        </p:blipFill>
        <p:spPr bwMode="auto">
          <a:xfrm>
            <a:off x="5145084" y="5495921"/>
            <a:ext cx="2058214" cy="1245440"/>
          </a:xfrm>
          <a:prstGeom prst="rect">
            <a:avLst/>
          </a:prstGeom>
          <a:noFill/>
          <a:extLst>
            <a:ext uri="{909E8E84-426E-40DD-AFC4-6F175D3DCCD1}">
              <a14:hiddenFill xmlns:a14="http://schemas.microsoft.com/office/drawing/2010/main">
                <a:solidFill>
                  <a:srgbClr val="FFFFFF"/>
                </a:solidFill>
              </a14:hiddenFill>
            </a:ext>
          </a:extLst>
        </p:spPr>
      </p:pic>
      <p:sp>
        <p:nvSpPr>
          <p:cNvPr id="15" name="TextBox 14">
            <a:extLst>
              <a:ext uri="{FF2B5EF4-FFF2-40B4-BE49-F238E27FC236}">
                <a16:creationId xmlns:a16="http://schemas.microsoft.com/office/drawing/2014/main" id="{3F79EF3A-8E4F-FF40-8038-745B94A0C90B}"/>
              </a:ext>
            </a:extLst>
          </p:cNvPr>
          <p:cNvSpPr txBox="1"/>
          <p:nvPr/>
        </p:nvSpPr>
        <p:spPr>
          <a:xfrm>
            <a:off x="7597032" y="2604952"/>
            <a:ext cx="2021712" cy="830997"/>
          </a:xfrm>
          <a:prstGeom prst="rect">
            <a:avLst/>
          </a:prstGeom>
          <a:noFill/>
          <a:ln w="12700">
            <a:solidFill>
              <a:schemeClr val="tx1"/>
            </a:solidFill>
            <a:prstDash val="sysDash"/>
          </a:ln>
        </p:spPr>
        <p:txBody>
          <a:bodyPr wrap="square" rtlCol="0">
            <a:spAutoFit/>
          </a:bodyPr>
          <a:lstStyle/>
          <a:p>
            <a:r>
              <a:rPr lang="en-US" sz="1600" dirty="0"/>
              <a:t>Business management services integrated with BILL.</a:t>
            </a:r>
          </a:p>
        </p:txBody>
      </p:sp>
      <p:sp>
        <p:nvSpPr>
          <p:cNvPr id="19" name="TextBox 18">
            <a:extLst>
              <a:ext uri="{FF2B5EF4-FFF2-40B4-BE49-F238E27FC236}">
                <a16:creationId xmlns:a16="http://schemas.microsoft.com/office/drawing/2014/main" id="{3CC3B992-DDFE-224E-B900-03E3EF1FDC00}"/>
              </a:ext>
            </a:extLst>
          </p:cNvPr>
          <p:cNvSpPr txBox="1"/>
          <p:nvPr/>
        </p:nvSpPr>
        <p:spPr>
          <a:xfrm>
            <a:off x="7583911" y="4525795"/>
            <a:ext cx="2021712" cy="584775"/>
          </a:xfrm>
          <a:prstGeom prst="rect">
            <a:avLst/>
          </a:prstGeom>
          <a:noFill/>
          <a:ln w="12700">
            <a:solidFill>
              <a:schemeClr val="tx1"/>
            </a:solidFill>
            <a:prstDash val="sysDash"/>
          </a:ln>
        </p:spPr>
        <p:txBody>
          <a:bodyPr wrap="square" rtlCol="0">
            <a:spAutoFit/>
          </a:bodyPr>
          <a:lstStyle/>
          <a:p>
            <a:r>
              <a:rPr lang="en-US" sz="1600" dirty="0"/>
              <a:t>Accounting software combined with BILL.</a:t>
            </a:r>
          </a:p>
        </p:txBody>
      </p:sp>
      <p:sp>
        <p:nvSpPr>
          <p:cNvPr id="20" name="TextBox 19">
            <a:extLst>
              <a:ext uri="{FF2B5EF4-FFF2-40B4-BE49-F238E27FC236}">
                <a16:creationId xmlns:a16="http://schemas.microsoft.com/office/drawing/2014/main" id="{8923A38A-4472-4B42-AFD0-03F47EA55185}"/>
              </a:ext>
            </a:extLst>
          </p:cNvPr>
          <p:cNvSpPr txBox="1"/>
          <p:nvPr/>
        </p:nvSpPr>
        <p:spPr>
          <a:xfrm>
            <a:off x="7583911" y="5624546"/>
            <a:ext cx="2021712" cy="1077218"/>
          </a:xfrm>
          <a:prstGeom prst="rect">
            <a:avLst/>
          </a:prstGeom>
          <a:noFill/>
          <a:ln w="12700">
            <a:solidFill>
              <a:schemeClr val="tx1"/>
            </a:solidFill>
            <a:prstDash val="sysDash"/>
          </a:ln>
        </p:spPr>
        <p:txBody>
          <a:bodyPr wrap="square" rtlCol="0">
            <a:spAutoFit/>
          </a:bodyPr>
          <a:lstStyle/>
          <a:p>
            <a:r>
              <a:rPr lang="en-US" sz="1600" dirty="0"/>
              <a:t>BILL offers same products, but with ability to invite vendors/customers.</a:t>
            </a:r>
          </a:p>
        </p:txBody>
      </p:sp>
      <p:pic>
        <p:nvPicPr>
          <p:cNvPr id="2052" name="Picture 4" descr="Umbrella Graphic by handriwork · Creative Fabrica">
            <a:extLst>
              <a:ext uri="{FF2B5EF4-FFF2-40B4-BE49-F238E27FC236}">
                <a16:creationId xmlns:a16="http://schemas.microsoft.com/office/drawing/2014/main" id="{EC1B097E-E4A4-124F-9391-4E85866789A6}"/>
              </a:ext>
            </a:extLst>
          </p:cNvPr>
          <p:cNvPicPr>
            <a:picLocks noChangeAspect="1" noChangeArrowheads="1"/>
          </p:cNvPicPr>
          <p:nvPr/>
        </p:nvPicPr>
        <p:blipFill rotWithShape="1">
          <a:blip r:embed="rId6">
            <a:alphaModFix/>
            <a:extLst>
              <a:ext uri="{BEBA8EAE-BF5A-486C-A8C5-ECC9F3942E4B}">
                <a14:imgProps xmlns:a14="http://schemas.microsoft.com/office/drawing/2010/main">
                  <a14:imgLayer r:embed="rId7">
                    <a14:imgEffect>
                      <a14:artisticPlasticWrap/>
                    </a14:imgEffect>
                  </a14:imgLayer>
                </a14:imgProps>
              </a:ext>
              <a:ext uri="{28A0092B-C50C-407E-A947-70E740481C1C}">
                <a14:useLocalDpi xmlns:a14="http://schemas.microsoft.com/office/drawing/2010/main" val="0"/>
              </a:ext>
            </a:extLst>
          </a:blip>
          <a:srcRect l="25155" t="18719" r="25415" b="18291"/>
          <a:stretch/>
        </p:blipFill>
        <p:spPr bwMode="auto">
          <a:xfrm>
            <a:off x="1710215" y="5027783"/>
            <a:ext cx="2140112" cy="2045376"/>
          </a:xfrm>
          <a:prstGeom prst="rect">
            <a:avLst/>
          </a:prstGeom>
          <a:noFill/>
          <a:effectLst>
            <a:outerShdw blurRad="50800" dist="50800" dir="5400000" algn="ctr" rotWithShape="0">
              <a:srgbClr val="E57100"/>
            </a:outerShdw>
          </a:effectLst>
        </p:spPr>
      </p:pic>
      <p:sp>
        <p:nvSpPr>
          <p:cNvPr id="21" name="TextBox 20">
            <a:extLst>
              <a:ext uri="{FF2B5EF4-FFF2-40B4-BE49-F238E27FC236}">
                <a16:creationId xmlns:a16="http://schemas.microsoft.com/office/drawing/2014/main" id="{2AC9A443-D9B7-CA42-BFA1-A0EFF12DD537}"/>
              </a:ext>
            </a:extLst>
          </p:cNvPr>
          <p:cNvSpPr txBox="1"/>
          <p:nvPr/>
        </p:nvSpPr>
        <p:spPr>
          <a:xfrm>
            <a:off x="1999036" y="6418197"/>
            <a:ext cx="441571" cy="323165"/>
          </a:xfrm>
          <a:prstGeom prst="rect">
            <a:avLst/>
          </a:prstGeom>
          <a:noFill/>
          <a:ln w="12700">
            <a:solidFill>
              <a:schemeClr val="tx1"/>
            </a:solidFill>
            <a:prstDash val="sysDash"/>
          </a:ln>
        </p:spPr>
        <p:txBody>
          <a:bodyPr wrap="square" rtlCol="0">
            <a:spAutoFit/>
          </a:bodyPr>
          <a:lstStyle/>
          <a:p>
            <a:r>
              <a:rPr lang="en-US" sz="1500" dirty="0"/>
              <a:t>AR </a:t>
            </a:r>
          </a:p>
        </p:txBody>
      </p:sp>
      <p:sp>
        <p:nvSpPr>
          <p:cNvPr id="22" name="TextBox 21">
            <a:extLst>
              <a:ext uri="{FF2B5EF4-FFF2-40B4-BE49-F238E27FC236}">
                <a16:creationId xmlns:a16="http://schemas.microsoft.com/office/drawing/2014/main" id="{5BE1DC6F-BC48-D246-8AC6-F951460E7164}"/>
              </a:ext>
            </a:extLst>
          </p:cNvPr>
          <p:cNvSpPr txBox="1"/>
          <p:nvPr/>
        </p:nvSpPr>
        <p:spPr>
          <a:xfrm>
            <a:off x="3181159" y="6418196"/>
            <a:ext cx="441571" cy="323165"/>
          </a:xfrm>
          <a:prstGeom prst="rect">
            <a:avLst/>
          </a:prstGeom>
          <a:noFill/>
          <a:ln w="12700">
            <a:solidFill>
              <a:schemeClr val="tx1"/>
            </a:solidFill>
            <a:prstDash val="sysDash"/>
          </a:ln>
        </p:spPr>
        <p:txBody>
          <a:bodyPr wrap="square" rtlCol="0">
            <a:spAutoFit/>
          </a:bodyPr>
          <a:lstStyle/>
          <a:p>
            <a:r>
              <a:rPr lang="en-US" sz="1500" dirty="0"/>
              <a:t>AP </a:t>
            </a:r>
          </a:p>
        </p:txBody>
      </p:sp>
      <p:pic>
        <p:nvPicPr>
          <p:cNvPr id="3" name="Picture 2" descr="Open photo">
            <a:extLst>
              <a:ext uri="{FF2B5EF4-FFF2-40B4-BE49-F238E27FC236}">
                <a16:creationId xmlns:a16="http://schemas.microsoft.com/office/drawing/2014/main" id="{8C994A52-A670-F85D-98AA-4D6F30264204}"/>
              </a:ext>
            </a:extLst>
          </p:cNvPr>
          <p:cNvPicPr>
            <a:picLocks noChangeAspect="1" noChangeArrowheads="1"/>
          </p:cNvPicPr>
          <p:nvPr/>
        </p:nvPicPr>
        <p:blipFill rotWithShape="1">
          <a:blip r:embed="rId8">
            <a:extLst>
              <a:ext uri="{28A0092B-C50C-407E-A947-70E740481C1C}">
                <a14:useLocalDpi xmlns:a14="http://schemas.microsoft.com/office/drawing/2010/main" val="0"/>
              </a:ext>
            </a:extLst>
          </a:blip>
          <a:srcRect b="3058"/>
          <a:stretch/>
        </p:blipFill>
        <p:spPr bwMode="auto">
          <a:xfrm>
            <a:off x="5451348" y="2307275"/>
            <a:ext cx="1409586" cy="189600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146961157"/>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4AEA440-4085-DF43-BC38-5DDB084A73DA}"/>
              </a:ext>
            </a:extLst>
          </p:cNvPr>
          <p:cNvSpPr>
            <a:spLocks noGrp="1"/>
          </p:cNvSpPr>
          <p:nvPr>
            <p:ph type="title"/>
          </p:nvPr>
        </p:nvSpPr>
        <p:spPr/>
        <p:txBody>
          <a:bodyPr/>
          <a:lstStyle/>
          <a:p>
            <a:r>
              <a:rPr lang="en-US" dirty="0"/>
              <a:t>BILL Offers a Wide Variety of Switching Costs</a:t>
            </a:r>
          </a:p>
        </p:txBody>
      </p:sp>
      <p:sp>
        <p:nvSpPr>
          <p:cNvPr id="6" name="Content Placeholder 5">
            <a:extLst>
              <a:ext uri="{FF2B5EF4-FFF2-40B4-BE49-F238E27FC236}">
                <a16:creationId xmlns:a16="http://schemas.microsoft.com/office/drawing/2014/main" id="{454E2BA8-00FC-0A44-B97F-8E90B99DEF4E}"/>
              </a:ext>
            </a:extLst>
          </p:cNvPr>
          <p:cNvSpPr>
            <a:spLocks noGrp="1"/>
          </p:cNvSpPr>
          <p:nvPr>
            <p:ph sz="quarter" idx="11"/>
          </p:nvPr>
        </p:nvSpPr>
        <p:spPr>
          <a:xfrm>
            <a:off x="470923" y="4202137"/>
            <a:ext cx="4462272" cy="1965960"/>
          </a:xfrm>
        </p:spPr>
        <p:txBody>
          <a:bodyPr>
            <a:noAutofit/>
          </a:bodyPr>
          <a:lstStyle/>
          <a:p>
            <a:r>
              <a:rPr lang="en-US" sz="1550" dirty="0"/>
              <a:t>Many companies turn to the </a:t>
            </a:r>
            <a:r>
              <a:rPr lang="en-US" sz="1550" dirty="0" err="1"/>
              <a:t>Bill.com</a:t>
            </a:r>
            <a:r>
              <a:rPr lang="en-US" sz="1550" dirty="0"/>
              <a:t> APIs to scale vendor payments with a </a:t>
            </a:r>
            <a:r>
              <a:rPr lang="en-US" sz="1550" b="1" dirty="0"/>
              <a:t>minimal increase in accounting staff</a:t>
            </a:r>
            <a:r>
              <a:rPr lang="en-US" sz="1550" dirty="0"/>
              <a:t>.</a:t>
            </a:r>
          </a:p>
          <a:p>
            <a:r>
              <a:rPr lang="en-US" sz="1550" dirty="0"/>
              <a:t>Switching would require </a:t>
            </a:r>
            <a:r>
              <a:rPr lang="en-US" sz="1550" b="1" dirty="0"/>
              <a:t>new APIs to be constructed</a:t>
            </a:r>
            <a:r>
              <a:rPr lang="en-US" sz="1550" dirty="0"/>
              <a:t>, resulting in a </a:t>
            </a:r>
            <a:r>
              <a:rPr lang="en-US" sz="1550" b="1" dirty="0"/>
              <a:t>scale increase of effort and time </a:t>
            </a:r>
            <a:r>
              <a:rPr lang="en-US" sz="1550" dirty="0"/>
              <a:t>for other payment based companies.</a:t>
            </a:r>
          </a:p>
          <a:p>
            <a:r>
              <a:rPr lang="en-US" sz="1550" dirty="0"/>
              <a:t>Divvy, Oracle, and Invoice2go integrations allow for unique, automatic syncing of invoices and payments.</a:t>
            </a:r>
          </a:p>
          <a:p>
            <a:pPr lvl="1"/>
            <a:r>
              <a:rPr lang="en-US" sz="1550" dirty="0"/>
              <a:t>Switching means an exponentially greater amount of effort must be placed into either </a:t>
            </a:r>
            <a:r>
              <a:rPr lang="en-US" sz="1550" b="1" dirty="0"/>
              <a:t>manually syncing and filling out invoices or an increase of technicians</a:t>
            </a:r>
            <a:r>
              <a:rPr lang="en-US" sz="1550" dirty="0"/>
              <a:t> to recreate those technologies.</a:t>
            </a:r>
          </a:p>
        </p:txBody>
      </p:sp>
      <p:sp>
        <p:nvSpPr>
          <p:cNvPr id="7" name="Content Placeholder 6">
            <a:extLst>
              <a:ext uri="{FF2B5EF4-FFF2-40B4-BE49-F238E27FC236}">
                <a16:creationId xmlns:a16="http://schemas.microsoft.com/office/drawing/2014/main" id="{1C9AC4F2-64F5-CF4F-B730-C11608368A6E}"/>
              </a:ext>
            </a:extLst>
          </p:cNvPr>
          <p:cNvSpPr>
            <a:spLocks noGrp="1"/>
          </p:cNvSpPr>
          <p:nvPr>
            <p:ph sz="quarter" idx="12"/>
          </p:nvPr>
        </p:nvSpPr>
        <p:spPr>
          <a:xfrm>
            <a:off x="5152651" y="1684093"/>
            <a:ext cx="4464119" cy="1965960"/>
          </a:xfrm>
        </p:spPr>
        <p:txBody>
          <a:bodyPr>
            <a:noAutofit/>
          </a:bodyPr>
          <a:lstStyle/>
          <a:p>
            <a:r>
              <a:rPr lang="en-US" sz="1550" dirty="0"/>
              <a:t>BILL offers customizable workflows, whether a user is a vendor, customer, etc.</a:t>
            </a:r>
          </a:p>
          <a:p>
            <a:r>
              <a:rPr lang="en-US" sz="1550" dirty="0"/>
              <a:t>Extremely convenient for businesses to easily set up operations and an easy payment service for all parties.</a:t>
            </a:r>
          </a:p>
          <a:p>
            <a:r>
              <a:rPr lang="en-US" sz="1550" dirty="0"/>
              <a:t>If users switched to another platform, customizable workflows would be </a:t>
            </a:r>
            <a:r>
              <a:rPr lang="en-US" sz="1550" b="1" dirty="0"/>
              <a:t>almost impossible to recreate</a:t>
            </a:r>
            <a:r>
              <a:rPr lang="en-US" sz="1550" dirty="0"/>
              <a:t> with seamless information flow, so SMBs would have information in </a:t>
            </a:r>
            <a:r>
              <a:rPr lang="en-US" sz="1550" b="1" dirty="0"/>
              <a:t>numerous places at once</a:t>
            </a:r>
            <a:r>
              <a:rPr lang="en-US" sz="1550" dirty="0"/>
              <a:t>.</a:t>
            </a:r>
          </a:p>
        </p:txBody>
      </p:sp>
      <p:sp>
        <p:nvSpPr>
          <p:cNvPr id="9" name="Content Placeholder 8">
            <a:extLst>
              <a:ext uri="{FF2B5EF4-FFF2-40B4-BE49-F238E27FC236}">
                <a16:creationId xmlns:a16="http://schemas.microsoft.com/office/drawing/2014/main" id="{2DDDE79A-41C5-344E-BFA9-3E2B7FEEEBD3}"/>
              </a:ext>
            </a:extLst>
          </p:cNvPr>
          <p:cNvSpPr>
            <a:spLocks noGrp="1"/>
          </p:cNvSpPr>
          <p:nvPr>
            <p:ph idx="19"/>
          </p:nvPr>
        </p:nvSpPr>
        <p:spPr>
          <a:xfrm>
            <a:off x="461623" y="1293219"/>
            <a:ext cx="4462272" cy="304337"/>
          </a:xfrm>
        </p:spPr>
        <p:txBody>
          <a:bodyPr/>
          <a:lstStyle/>
          <a:p>
            <a:r>
              <a:rPr lang="en-US" dirty="0"/>
              <a:t>Convenience Related Switching Costs</a:t>
            </a:r>
          </a:p>
        </p:txBody>
      </p:sp>
      <p:sp>
        <p:nvSpPr>
          <p:cNvPr id="10" name="Content Placeholder 9">
            <a:extLst>
              <a:ext uri="{FF2B5EF4-FFF2-40B4-BE49-F238E27FC236}">
                <a16:creationId xmlns:a16="http://schemas.microsoft.com/office/drawing/2014/main" id="{F14D1524-DCA9-3740-8F5D-29EEE80F64F2}"/>
              </a:ext>
            </a:extLst>
          </p:cNvPr>
          <p:cNvSpPr>
            <a:spLocks noGrp="1"/>
          </p:cNvSpPr>
          <p:nvPr>
            <p:ph idx="20"/>
          </p:nvPr>
        </p:nvSpPr>
        <p:spPr>
          <a:xfrm>
            <a:off x="5152651" y="1288932"/>
            <a:ext cx="4462272" cy="304337"/>
          </a:xfrm>
        </p:spPr>
        <p:txBody>
          <a:bodyPr/>
          <a:lstStyle/>
          <a:p>
            <a:r>
              <a:rPr lang="en-US" dirty="0"/>
              <a:t>Customizing Related Switching Costs</a:t>
            </a:r>
          </a:p>
        </p:txBody>
      </p:sp>
      <p:sp>
        <p:nvSpPr>
          <p:cNvPr id="11" name="Content Placeholder 10">
            <a:extLst>
              <a:ext uri="{FF2B5EF4-FFF2-40B4-BE49-F238E27FC236}">
                <a16:creationId xmlns:a16="http://schemas.microsoft.com/office/drawing/2014/main" id="{F80F1F1E-D429-A54C-9988-E2E3C181C73F}"/>
              </a:ext>
            </a:extLst>
          </p:cNvPr>
          <p:cNvSpPr>
            <a:spLocks noGrp="1"/>
          </p:cNvSpPr>
          <p:nvPr>
            <p:ph idx="21"/>
          </p:nvPr>
        </p:nvSpPr>
        <p:spPr>
          <a:xfrm>
            <a:off x="470923" y="3818011"/>
            <a:ext cx="9144000" cy="304337"/>
          </a:xfrm>
        </p:spPr>
        <p:txBody>
          <a:bodyPr>
            <a:normAutofit/>
          </a:bodyPr>
          <a:lstStyle/>
          <a:p>
            <a:r>
              <a:rPr lang="en-US" dirty="0"/>
              <a:t>Effort Based Switching Costs</a:t>
            </a:r>
          </a:p>
        </p:txBody>
      </p:sp>
      <p:sp>
        <p:nvSpPr>
          <p:cNvPr id="14" name="Content Placeholder 13">
            <a:extLst>
              <a:ext uri="{FF2B5EF4-FFF2-40B4-BE49-F238E27FC236}">
                <a16:creationId xmlns:a16="http://schemas.microsoft.com/office/drawing/2014/main" id="{8D8211CF-6310-B241-B584-A7315D6FD0A1}"/>
              </a:ext>
            </a:extLst>
          </p:cNvPr>
          <p:cNvSpPr>
            <a:spLocks noGrp="1"/>
          </p:cNvSpPr>
          <p:nvPr>
            <p:ph idx="10"/>
          </p:nvPr>
        </p:nvSpPr>
        <p:spPr>
          <a:xfrm>
            <a:off x="461623" y="1665708"/>
            <a:ext cx="4462272" cy="1965960"/>
          </a:xfrm>
        </p:spPr>
        <p:txBody>
          <a:bodyPr>
            <a:noAutofit/>
          </a:bodyPr>
          <a:lstStyle/>
          <a:p>
            <a:r>
              <a:rPr lang="en-US" sz="1550" dirty="0"/>
              <a:t>The two-way sync (QuickBooks) and data integration features allow BILL to easily audit any expenses directly due to storage of prior transactions.</a:t>
            </a:r>
          </a:p>
          <a:p>
            <a:r>
              <a:rPr lang="en-US" sz="1550" dirty="0"/>
              <a:t>Attempting to use one platform for expenses and another for auditing makes it </a:t>
            </a:r>
            <a:r>
              <a:rPr lang="en-US" sz="1550" b="1" dirty="0"/>
              <a:t>difficult for transactions to be kept organized and audits to conducted correctly</a:t>
            </a:r>
            <a:r>
              <a:rPr lang="en-US" sz="1550" dirty="0"/>
              <a:t> if SMBs did not use BILL.</a:t>
            </a:r>
          </a:p>
        </p:txBody>
      </p:sp>
      <p:pic>
        <p:nvPicPr>
          <p:cNvPr id="13" name="Picture 2" descr="BILL: Online bill payment &amp; receivables software">
            <a:extLst>
              <a:ext uri="{FF2B5EF4-FFF2-40B4-BE49-F238E27FC236}">
                <a16:creationId xmlns:a16="http://schemas.microsoft.com/office/drawing/2014/main" id="{FFF5E157-73DA-DAB4-C0C8-4BD77222B390}"/>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607888" y="298740"/>
            <a:ext cx="1007035" cy="664060"/>
          </a:xfrm>
          <a:prstGeom prst="rect">
            <a:avLst/>
          </a:prstGeom>
          <a:noFill/>
          <a:extLst>
            <a:ext uri="{909E8E84-426E-40DD-AFC4-6F175D3DCCD1}">
              <a14:hiddenFill xmlns:a14="http://schemas.microsoft.com/office/drawing/2010/main">
                <a:solidFill>
                  <a:srgbClr val="FFFFFF"/>
                </a:solidFill>
              </a14:hiddenFill>
            </a:ext>
          </a:extLst>
        </p:spPr>
      </p:pic>
      <p:pic>
        <p:nvPicPr>
          <p:cNvPr id="4100" name="Picture 4" descr="Intuit QuickBooks Online Review | PCMag">
            <a:extLst>
              <a:ext uri="{FF2B5EF4-FFF2-40B4-BE49-F238E27FC236}">
                <a16:creationId xmlns:a16="http://schemas.microsoft.com/office/drawing/2014/main" id="{5254241C-8E70-DF40-AE22-005108CA337F}"/>
              </a:ext>
            </a:extLst>
          </p:cNvPr>
          <p:cNvPicPr>
            <a:picLocks noChangeAspect="1" noChangeArrowheads="1"/>
          </p:cNvPicPr>
          <p:nvPr/>
        </p:nvPicPr>
        <p:blipFill rotWithShape="1">
          <a:blip r:embed="rId4">
            <a:extLst>
              <a:ext uri="{28A0092B-C50C-407E-A947-70E740481C1C}">
                <a14:useLocalDpi xmlns:a14="http://schemas.microsoft.com/office/drawing/2010/main" val="0"/>
              </a:ext>
            </a:extLst>
          </a:blip>
          <a:srcRect l="11302" t="33729" r="9459" b="35923"/>
          <a:stretch/>
        </p:blipFill>
        <p:spPr bwMode="auto">
          <a:xfrm>
            <a:off x="1922784" y="3321729"/>
            <a:ext cx="1692796" cy="364679"/>
          </a:xfrm>
          <a:prstGeom prst="rect">
            <a:avLst/>
          </a:prstGeom>
          <a:noFill/>
          <a:extLst>
            <a:ext uri="{909E8E84-426E-40DD-AFC4-6F175D3DCCD1}">
              <a14:hiddenFill xmlns:a14="http://schemas.microsoft.com/office/drawing/2010/main">
                <a:solidFill>
                  <a:srgbClr val="FFFFFF"/>
                </a:solidFill>
              </a14:hiddenFill>
            </a:ext>
          </a:extLst>
        </p:spPr>
      </p:pic>
      <p:pic>
        <p:nvPicPr>
          <p:cNvPr id="4102" name="Picture 6" descr="Divvy | Expense Management &amp; Business Budgeting Software">
            <a:extLst>
              <a:ext uri="{FF2B5EF4-FFF2-40B4-BE49-F238E27FC236}">
                <a16:creationId xmlns:a16="http://schemas.microsoft.com/office/drawing/2014/main" id="{45C0BFC2-4997-B04E-9A30-94C5FF6227A8}"/>
              </a:ext>
            </a:extLst>
          </p:cNvPr>
          <p:cNvPicPr>
            <a:picLocks noChangeAspect="1" noChangeArrowheads="1"/>
          </p:cNvPicPr>
          <p:nvPr/>
        </p:nvPicPr>
        <p:blipFill rotWithShape="1">
          <a:blip r:embed="rId5">
            <a:extLst>
              <a:ext uri="{28A0092B-C50C-407E-A947-70E740481C1C}">
                <a14:useLocalDpi xmlns:a14="http://schemas.microsoft.com/office/drawing/2010/main" val="0"/>
              </a:ext>
            </a:extLst>
          </a:blip>
          <a:srcRect l="15724" t="23771" r="12777" b="21808"/>
          <a:stretch/>
        </p:blipFill>
        <p:spPr bwMode="auto">
          <a:xfrm>
            <a:off x="3772554" y="3281336"/>
            <a:ext cx="1223123" cy="444481"/>
          </a:xfrm>
          <a:prstGeom prst="rect">
            <a:avLst/>
          </a:prstGeom>
          <a:noFill/>
          <a:extLst>
            <a:ext uri="{909E8E84-426E-40DD-AFC4-6F175D3DCCD1}">
              <a14:hiddenFill xmlns:a14="http://schemas.microsoft.com/office/drawing/2010/main">
                <a:solidFill>
                  <a:srgbClr val="FFFFFF"/>
                </a:solidFill>
              </a14:hiddenFill>
            </a:ext>
          </a:extLst>
        </p:spPr>
      </p:pic>
      <p:pic>
        <p:nvPicPr>
          <p:cNvPr id="4104" name="Picture 8" descr="All-in-One Invoice &amp; Estimate Software for Small Business | Invoice2go,  From BILL">
            <a:extLst>
              <a:ext uri="{FF2B5EF4-FFF2-40B4-BE49-F238E27FC236}">
                <a16:creationId xmlns:a16="http://schemas.microsoft.com/office/drawing/2014/main" id="{E13888B1-21EC-4F43-9D22-8DC334CE0609}"/>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470923" y="3433072"/>
            <a:ext cx="1328299" cy="216981"/>
          </a:xfrm>
          <a:prstGeom prst="rect">
            <a:avLst/>
          </a:prstGeom>
          <a:noFill/>
          <a:extLst>
            <a:ext uri="{909E8E84-426E-40DD-AFC4-6F175D3DCCD1}">
              <a14:hiddenFill xmlns:a14="http://schemas.microsoft.com/office/drawing/2010/main">
                <a:solidFill>
                  <a:srgbClr val="FFFFFF"/>
                </a:solidFill>
              </a14:hiddenFill>
            </a:ext>
          </a:extLst>
        </p:spPr>
      </p:pic>
      <p:sp>
        <p:nvSpPr>
          <p:cNvPr id="5" name="Content Placeholder 7">
            <a:extLst>
              <a:ext uri="{FF2B5EF4-FFF2-40B4-BE49-F238E27FC236}">
                <a16:creationId xmlns:a16="http://schemas.microsoft.com/office/drawing/2014/main" id="{ECDFADE7-B702-966B-B45E-6CC5255C67F7}"/>
              </a:ext>
            </a:extLst>
          </p:cNvPr>
          <p:cNvSpPr txBox="1">
            <a:spLocks/>
          </p:cNvSpPr>
          <p:nvPr/>
        </p:nvSpPr>
        <p:spPr>
          <a:xfrm>
            <a:off x="5315258" y="4770199"/>
            <a:ext cx="4137058" cy="1703424"/>
          </a:xfrm>
          <a:prstGeom prst="rect">
            <a:avLst/>
          </a:prstGeom>
          <a:ln w="28575">
            <a:solidFill>
              <a:srgbClr val="E57100"/>
            </a:solidFill>
            <a:prstDash val="dash"/>
          </a:ln>
        </p:spPr>
        <p:txBody>
          <a:bodyPr vert="horz" lIns="91440" tIns="45720" rIns="91440" bIns="45720" rtlCol="0">
            <a:noAutofit/>
          </a:bodyPr>
          <a:lstStyle>
            <a:lvl1pPr marL="171450" indent="-171450" algn="l" defTabSz="1005840" rtl="0" eaLnBrk="1" latinLnBrk="0" hangingPunct="1">
              <a:lnSpc>
                <a:spcPct val="90000"/>
              </a:lnSpc>
              <a:spcBef>
                <a:spcPts val="500"/>
              </a:spcBef>
              <a:buClr>
                <a:srgbClr val="1E1F49"/>
              </a:buClr>
              <a:buSzPct val="90000"/>
              <a:buFont typeface="Wingdings" pitchFamily="2" charset="2"/>
              <a:buChar char="§"/>
              <a:tabLst/>
              <a:defRPr sz="1600" b="0" i="0" kern="1200">
                <a:solidFill>
                  <a:schemeClr val="tx1"/>
                </a:solidFill>
                <a:latin typeface="Garamond" panose="02020404030301010803" pitchFamily="18" charset="0"/>
                <a:ea typeface="+mn-ea"/>
                <a:cs typeface="+mn-cs"/>
              </a:defRPr>
            </a:lvl1pPr>
            <a:lvl2pPr marL="344488" indent="-173038" algn="l" defTabSz="1005840" rtl="0" eaLnBrk="1" latinLnBrk="0" hangingPunct="1">
              <a:lnSpc>
                <a:spcPct val="90000"/>
              </a:lnSpc>
              <a:spcBef>
                <a:spcPts val="500"/>
              </a:spcBef>
              <a:buClr>
                <a:srgbClr val="1E1F49"/>
              </a:buClr>
              <a:buSzPct val="90000"/>
              <a:buFont typeface=".Hiragino Kaku Gothic Interface W3"/>
              <a:buChar char="▫"/>
              <a:tabLst/>
              <a:defRPr sz="1600" b="0" i="0" kern="1200">
                <a:solidFill>
                  <a:schemeClr val="tx1"/>
                </a:solidFill>
                <a:latin typeface="Garamond" panose="02020404030301010803" pitchFamily="18" charset="0"/>
                <a:ea typeface="+mn-ea"/>
                <a:cs typeface="+mn-cs"/>
              </a:defRPr>
            </a:lvl2pPr>
            <a:lvl3pPr marL="517525" indent="-173038" algn="l" defTabSz="1005840" rtl="0" eaLnBrk="1" latinLnBrk="0" hangingPunct="1">
              <a:lnSpc>
                <a:spcPct val="90000"/>
              </a:lnSpc>
              <a:spcBef>
                <a:spcPts val="500"/>
              </a:spcBef>
              <a:buClr>
                <a:srgbClr val="1E1F49"/>
              </a:buClr>
              <a:buSzPct val="90000"/>
              <a:buFont typeface="Arial" panose="020B0604020202020204" pitchFamily="34" charset="0"/>
              <a:buChar char="•"/>
              <a:tabLst/>
              <a:defRPr sz="1600" b="0" i="0" kern="1200">
                <a:solidFill>
                  <a:schemeClr val="tx1"/>
                </a:solidFill>
                <a:latin typeface="Garamond" panose="02020404030301010803" pitchFamily="18" charset="0"/>
                <a:ea typeface="+mn-ea"/>
                <a:cs typeface="+mn-cs"/>
              </a:defRPr>
            </a:lvl3pPr>
            <a:lvl4pPr marL="690563" indent="-173038" algn="l" defTabSz="1005840" rtl="0" eaLnBrk="1" latinLnBrk="0" hangingPunct="1">
              <a:lnSpc>
                <a:spcPct val="90000"/>
              </a:lnSpc>
              <a:spcBef>
                <a:spcPts val="500"/>
              </a:spcBef>
              <a:buClr>
                <a:srgbClr val="1E1F49"/>
              </a:buClr>
              <a:buSzPct val="90000"/>
              <a:buFont typeface="Arial" panose="020B0604020202020204" pitchFamily="34" charset="0"/>
              <a:buChar char="•"/>
              <a:tabLst/>
              <a:defRPr sz="1600" b="0" i="0" kern="1200">
                <a:solidFill>
                  <a:schemeClr val="tx1"/>
                </a:solidFill>
                <a:latin typeface="Garamond" panose="02020404030301010803" pitchFamily="18" charset="0"/>
                <a:ea typeface="+mn-ea"/>
                <a:cs typeface="+mn-cs"/>
              </a:defRPr>
            </a:lvl4pPr>
            <a:lvl5pPr marL="863600" indent="-173038" algn="l" defTabSz="1005840" rtl="0" eaLnBrk="1" latinLnBrk="0" hangingPunct="1">
              <a:lnSpc>
                <a:spcPct val="90000"/>
              </a:lnSpc>
              <a:spcBef>
                <a:spcPts val="500"/>
              </a:spcBef>
              <a:buClr>
                <a:srgbClr val="1E1F49"/>
              </a:buClr>
              <a:buSzPct val="90000"/>
              <a:buFont typeface="Arial" panose="020B0604020202020204" pitchFamily="34" charset="0"/>
              <a:buChar char="•"/>
              <a:tabLst/>
              <a:defRPr sz="1600" b="0" i="0" kern="1200">
                <a:solidFill>
                  <a:schemeClr val="tx1"/>
                </a:solidFill>
                <a:latin typeface="Garamond" panose="02020404030301010803" pitchFamily="18" charset="0"/>
                <a:ea typeface="+mn-ea"/>
                <a:cs typeface="+mn-cs"/>
              </a:defRPr>
            </a:lvl5pPr>
            <a:lvl6pPr marL="2766060" indent="-251460" algn="l" defTabSz="1005840" rtl="0" eaLnBrk="1" latinLnBrk="0" hangingPunct="1">
              <a:lnSpc>
                <a:spcPct val="90000"/>
              </a:lnSpc>
              <a:spcBef>
                <a:spcPts val="550"/>
              </a:spcBef>
              <a:buFont typeface="Arial" panose="020B0604020202020204" pitchFamily="34" charset="0"/>
              <a:buChar char="•"/>
              <a:defRPr sz="1980" kern="1200">
                <a:solidFill>
                  <a:schemeClr val="tx1"/>
                </a:solidFill>
                <a:latin typeface="+mn-lt"/>
                <a:ea typeface="+mn-ea"/>
                <a:cs typeface="+mn-cs"/>
              </a:defRPr>
            </a:lvl6pPr>
            <a:lvl7pPr marL="3268980" indent="-251460" algn="l" defTabSz="1005840" rtl="0" eaLnBrk="1" latinLnBrk="0" hangingPunct="1">
              <a:lnSpc>
                <a:spcPct val="90000"/>
              </a:lnSpc>
              <a:spcBef>
                <a:spcPts val="550"/>
              </a:spcBef>
              <a:buFont typeface="Arial" panose="020B0604020202020204" pitchFamily="34" charset="0"/>
              <a:buChar char="•"/>
              <a:defRPr sz="1980" kern="1200">
                <a:solidFill>
                  <a:schemeClr val="tx1"/>
                </a:solidFill>
                <a:latin typeface="+mn-lt"/>
                <a:ea typeface="+mn-ea"/>
                <a:cs typeface="+mn-cs"/>
              </a:defRPr>
            </a:lvl7pPr>
            <a:lvl8pPr marL="3771900" indent="-251460" algn="l" defTabSz="1005840" rtl="0" eaLnBrk="1" latinLnBrk="0" hangingPunct="1">
              <a:lnSpc>
                <a:spcPct val="90000"/>
              </a:lnSpc>
              <a:spcBef>
                <a:spcPts val="550"/>
              </a:spcBef>
              <a:buFont typeface="Arial" panose="020B0604020202020204" pitchFamily="34" charset="0"/>
              <a:buChar char="•"/>
              <a:defRPr sz="1980" kern="1200">
                <a:solidFill>
                  <a:schemeClr val="tx1"/>
                </a:solidFill>
                <a:latin typeface="+mn-lt"/>
                <a:ea typeface="+mn-ea"/>
                <a:cs typeface="+mn-cs"/>
              </a:defRPr>
            </a:lvl8pPr>
            <a:lvl9pPr marL="4274820" indent="-251460" algn="l" defTabSz="1005840" rtl="0" eaLnBrk="1" latinLnBrk="0" hangingPunct="1">
              <a:lnSpc>
                <a:spcPct val="90000"/>
              </a:lnSpc>
              <a:spcBef>
                <a:spcPts val="550"/>
              </a:spcBef>
              <a:buFont typeface="Arial" panose="020B0604020202020204" pitchFamily="34" charset="0"/>
              <a:buChar char="•"/>
              <a:defRPr sz="1980" kern="1200">
                <a:solidFill>
                  <a:schemeClr val="tx1"/>
                </a:solidFill>
                <a:latin typeface="+mn-lt"/>
                <a:ea typeface="+mn-ea"/>
                <a:cs typeface="+mn-cs"/>
              </a:defRPr>
            </a:lvl9pPr>
          </a:lstStyle>
          <a:p>
            <a:pPr marL="0" indent="0" algn="l">
              <a:buNone/>
            </a:pPr>
            <a:r>
              <a:rPr lang="en-US" b="0" i="0" dirty="0">
                <a:solidFill>
                  <a:srgbClr val="3D4143"/>
                </a:solidFill>
                <a:effectLst/>
              </a:rPr>
              <a:t>“I think probably the biggest thing we would look for is to consolidate and save the subscription cost. So, you're paying a subscription cost for NetSuite, one for </a:t>
            </a:r>
            <a:r>
              <a:rPr lang="en-US" b="0" i="0" u="none" strike="noStrike" dirty="0">
                <a:solidFill>
                  <a:srgbClr val="3D4143"/>
                </a:solidFill>
                <a:effectLst/>
              </a:rPr>
              <a:t>Bill.com</a:t>
            </a:r>
            <a:r>
              <a:rPr lang="en-US" b="0" i="0" dirty="0">
                <a:solidFill>
                  <a:srgbClr val="3D4143"/>
                </a:solidFill>
                <a:effectLst/>
              </a:rPr>
              <a:t>, one for </a:t>
            </a:r>
            <a:r>
              <a:rPr lang="en-US" b="0" i="0" u="none" strike="noStrike" dirty="0">
                <a:solidFill>
                  <a:srgbClr val="3D4143"/>
                </a:solidFill>
                <a:effectLst/>
              </a:rPr>
              <a:t>Expensify</a:t>
            </a:r>
            <a:r>
              <a:rPr lang="en-US" b="0" i="0" dirty="0">
                <a:solidFill>
                  <a:srgbClr val="3D4143"/>
                </a:solidFill>
                <a:effectLst/>
              </a:rPr>
              <a:t>. We'd love to </a:t>
            </a:r>
            <a:r>
              <a:rPr lang="en-US" b="1" i="0" dirty="0">
                <a:solidFill>
                  <a:srgbClr val="3D4143"/>
                </a:solidFill>
                <a:effectLst/>
              </a:rPr>
              <a:t>get rid of a subscription</a:t>
            </a:r>
            <a:r>
              <a:rPr lang="en-US" b="0" i="0" dirty="0">
                <a:solidFill>
                  <a:srgbClr val="3D4143"/>
                </a:solidFill>
                <a:effectLst/>
              </a:rPr>
              <a:t>, if we could.”</a:t>
            </a:r>
          </a:p>
          <a:p>
            <a:pPr marL="0" indent="0" algn="l">
              <a:buNone/>
            </a:pPr>
            <a:r>
              <a:rPr lang="en-US" dirty="0">
                <a:solidFill>
                  <a:srgbClr val="3D4143"/>
                </a:solidFill>
              </a:rPr>
              <a:t>- CFO at Data Management and Analytics Firm</a:t>
            </a:r>
            <a:endParaRPr lang="en-US" b="0" i="0" dirty="0">
              <a:solidFill>
                <a:srgbClr val="3D4143"/>
              </a:solidFill>
              <a:effectLst/>
            </a:endParaRPr>
          </a:p>
        </p:txBody>
      </p:sp>
    </p:spTree>
    <p:extLst>
      <p:ext uri="{BB962C8B-B14F-4D97-AF65-F5344CB8AC3E}">
        <p14:creationId xmlns:p14="http://schemas.microsoft.com/office/powerpoint/2010/main" val="3513016043"/>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04483AF-8512-304C-8E3B-B5DCB8150740}"/>
              </a:ext>
            </a:extLst>
          </p:cNvPr>
          <p:cNvSpPr>
            <a:spLocks noGrp="1"/>
          </p:cNvSpPr>
          <p:nvPr>
            <p:ph type="title"/>
          </p:nvPr>
        </p:nvSpPr>
        <p:spPr/>
        <p:txBody>
          <a:bodyPr/>
          <a:lstStyle/>
          <a:p>
            <a:r>
              <a:rPr lang="en-US" dirty="0" err="1"/>
              <a:t>Bill.com</a:t>
            </a:r>
            <a:r>
              <a:rPr lang="en-US" dirty="0"/>
              <a:t> As A Whole</a:t>
            </a:r>
          </a:p>
        </p:txBody>
      </p:sp>
      <p:sp>
        <p:nvSpPr>
          <p:cNvPr id="4" name="Text Placeholder 3">
            <a:extLst>
              <a:ext uri="{FF2B5EF4-FFF2-40B4-BE49-F238E27FC236}">
                <a16:creationId xmlns:a16="http://schemas.microsoft.com/office/drawing/2014/main" id="{5B42C19C-D00B-C040-A7A4-FEC524DB668C}"/>
              </a:ext>
            </a:extLst>
          </p:cNvPr>
          <p:cNvSpPr>
            <a:spLocks noGrp="1"/>
          </p:cNvSpPr>
          <p:nvPr>
            <p:ph type="body" sz="quarter" idx="10"/>
          </p:nvPr>
        </p:nvSpPr>
        <p:spPr/>
        <p:txBody>
          <a:bodyPr>
            <a:normAutofit/>
          </a:bodyPr>
          <a:lstStyle/>
          <a:p>
            <a:r>
              <a:rPr lang="en-US" sz="1500" dirty="0"/>
              <a:t>Through BILL’s strategic acquisitions and product/software integration with its platform, BILL accumulates switching costs exponentially to build a larger customer base and prevent users from switching platforms.</a:t>
            </a:r>
          </a:p>
        </p:txBody>
      </p:sp>
      <p:sp>
        <p:nvSpPr>
          <p:cNvPr id="7" name="Rounded Rectangle 6">
            <a:extLst>
              <a:ext uri="{FF2B5EF4-FFF2-40B4-BE49-F238E27FC236}">
                <a16:creationId xmlns:a16="http://schemas.microsoft.com/office/drawing/2014/main" id="{E8E3BA7C-D3A0-5548-B069-9DC29CA00BE5}"/>
              </a:ext>
            </a:extLst>
          </p:cNvPr>
          <p:cNvSpPr/>
          <p:nvPr/>
        </p:nvSpPr>
        <p:spPr>
          <a:xfrm>
            <a:off x="5458976" y="2367834"/>
            <a:ext cx="3582730" cy="991471"/>
          </a:xfrm>
          <a:prstGeom prst="roundRect">
            <a:avLst/>
          </a:prstGeom>
          <a:solidFill>
            <a:srgbClr val="E571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err="1">
                <a:solidFill>
                  <a:schemeClr val="bg1"/>
                </a:solidFill>
              </a:rPr>
              <a:t>Bill.com</a:t>
            </a:r>
            <a:endParaRPr lang="en-US" dirty="0">
              <a:solidFill>
                <a:schemeClr val="bg1"/>
              </a:solidFill>
            </a:endParaRPr>
          </a:p>
        </p:txBody>
      </p:sp>
      <p:sp>
        <p:nvSpPr>
          <p:cNvPr id="8" name="Rounded Rectangle 7">
            <a:extLst>
              <a:ext uri="{FF2B5EF4-FFF2-40B4-BE49-F238E27FC236}">
                <a16:creationId xmlns:a16="http://schemas.microsoft.com/office/drawing/2014/main" id="{799CE871-0528-3745-99D2-2D4DF22A9CBB}"/>
              </a:ext>
            </a:extLst>
          </p:cNvPr>
          <p:cNvSpPr/>
          <p:nvPr/>
        </p:nvSpPr>
        <p:spPr>
          <a:xfrm>
            <a:off x="1016694" y="2370299"/>
            <a:ext cx="2578273" cy="333795"/>
          </a:xfrm>
          <a:prstGeom prst="roundRect">
            <a:avLst/>
          </a:prstGeom>
          <a:solidFill>
            <a:srgbClr val="1E1F49"/>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Time</a:t>
            </a:r>
          </a:p>
        </p:txBody>
      </p:sp>
      <p:sp>
        <p:nvSpPr>
          <p:cNvPr id="9" name="Rounded Rectangle 8">
            <a:extLst>
              <a:ext uri="{FF2B5EF4-FFF2-40B4-BE49-F238E27FC236}">
                <a16:creationId xmlns:a16="http://schemas.microsoft.com/office/drawing/2014/main" id="{15225D22-0553-E245-B4BC-100593009522}"/>
              </a:ext>
            </a:extLst>
          </p:cNvPr>
          <p:cNvSpPr/>
          <p:nvPr/>
        </p:nvSpPr>
        <p:spPr>
          <a:xfrm>
            <a:off x="1016694" y="3552405"/>
            <a:ext cx="2578273" cy="333795"/>
          </a:xfrm>
          <a:prstGeom prst="roundRect">
            <a:avLst/>
          </a:prstGeom>
          <a:solidFill>
            <a:schemeClr val="accent5">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Convenience</a:t>
            </a:r>
          </a:p>
        </p:txBody>
      </p:sp>
      <p:sp>
        <p:nvSpPr>
          <p:cNvPr id="10" name="Rounded Rectangle 9">
            <a:extLst>
              <a:ext uri="{FF2B5EF4-FFF2-40B4-BE49-F238E27FC236}">
                <a16:creationId xmlns:a16="http://schemas.microsoft.com/office/drawing/2014/main" id="{B4FD5091-64C6-404E-A71D-58A2FDACBF58}"/>
              </a:ext>
            </a:extLst>
          </p:cNvPr>
          <p:cNvSpPr/>
          <p:nvPr/>
        </p:nvSpPr>
        <p:spPr>
          <a:xfrm>
            <a:off x="1016694" y="4748717"/>
            <a:ext cx="2578273" cy="333795"/>
          </a:xfrm>
          <a:prstGeom prst="roundRect">
            <a:avLst/>
          </a:prstGeom>
          <a:solidFill>
            <a:schemeClr val="accent5">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Customizing</a:t>
            </a:r>
          </a:p>
        </p:txBody>
      </p:sp>
      <p:sp>
        <p:nvSpPr>
          <p:cNvPr id="11" name="Rounded Rectangle 10">
            <a:extLst>
              <a:ext uri="{FF2B5EF4-FFF2-40B4-BE49-F238E27FC236}">
                <a16:creationId xmlns:a16="http://schemas.microsoft.com/office/drawing/2014/main" id="{0C4ECDB9-4598-D042-AA75-BBF5001E4C94}"/>
              </a:ext>
            </a:extLst>
          </p:cNvPr>
          <p:cNvSpPr/>
          <p:nvPr/>
        </p:nvSpPr>
        <p:spPr>
          <a:xfrm>
            <a:off x="1016694" y="5933412"/>
            <a:ext cx="2578273" cy="333795"/>
          </a:xfrm>
          <a:prstGeom prst="roundRect">
            <a:avLst/>
          </a:prstGeom>
          <a:solidFill>
            <a:schemeClr val="accent5">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Effort</a:t>
            </a:r>
          </a:p>
        </p:txBody>
      </p:sp>
      <p:sp>
        <p:nvSpPr>
          <p:cNvPr id="12" name="Content Placeholder 5">
            <a:extLst>
              <a:ext uri="{FF2B5EF4-FFF2-40B4-BE49-F238E27FC236}">
                <a16:creationId xmlns:a16="http://schemas.microsoft.com/office/drawing/2014/main" id="{DC05EE2B-18A7-614F-8C90-A31824830C42}"/>
              </a:ext>
            </a:extLst>
          </p:cNvPr>
          <p:cNvSpPr txBox="1">
            <a:spLocks/>
          </p:cNvSpPr>
          <p:nvPr/>
        </p:nvSpPr>
        <p:spPr>
          <a:xfrm>
            <a:off x="1016694" y="2782757"/>
            <a:ext cx="3830879" cy="611796"/>
          </a:xfrm>
          <a:prstGeom prst="rect">
            <a:avLst/>
          </a:prstGeom>
        </p:spPr>
        <p:txBody>
          <a:bodyPr>
            <a:noAutofit/>
          </a:bodyPr>
          <a:lstStyle>
            <a:lvl1pPr marL="171450" indent="-171450" algn="l" defTabSz="1005840" rtl="0" eaLnBrk="1" latinLnBrk="0" hangingPunct="1">
              <a:lnSpc>
                <a:spcPct val="90000"/>
              </a:lnSpc>
              <a:spcBef>
                <a:spcPts val="1100"/>
              </a:spcBef>
              <a:buClr>
                <a:srgbClr val="1E1F49"/>
              </a:buClr>
              <a:buSzPct val="90000"/>
              <a:buFont typeface="Wingdings" pitchFamily="2" charset="2"/>
              <a:buChar char="§"/>
              <a:tabLst/>
              <a:defRPr sz="1800" kern="1200">
                <a:solidFill>
                  <a:schemeClr val="tx1"/>
                </a:solidFill>
                <a:latin typeface="Garamond" panose="02020404030301010803" pitchFamily="18" charset="0"/>
                <a:ea typeface="+mn-ea"/>
                <a:cs typeface="+mn-cs"/>
              </a:defRPr>
            </a:lvl1pPr>
            <a:lvl2pPr marL="344488" indent="-173038" algn="l" defTabSz="1005840" rtl="0" eaLnBrk="1" latinLnBrk="0" hangingPunct="1">
              <a:lnSpc>
                <a:spcPct val="90000"/>
              </a:lnSpc>
              <a:spcBef>
                <a:spcPts val="550"/>
              </a:spcBef>
              <a:buClr>
                <a:srgbClr val="1E1F49"/>
              </a:buClr>
              <a:buSzPct val="90000"/>
              <a:buFont typeface=".Hiragino Kaku Gothic Interface W3"/>
              <a:buChar char="▫"/>
              <a:tabLst/>
              <a:defRPr sz="1800" kern="1200">
                <a:solidFill>
                  <a:schemeClr val="tx1"/>
                </a:solidFill>
                <a:latin typeface="Garamond" panose="02020404030301010803" pitchFamily="18" charset="0"/>
                <a:ea typeface="+mn-ea"/>
                <a:cs typeface="+mn-cs"/>
              </a:defRPr>
            </a:lvl2pPr>
            <a:lvl3pPr marL="517525" indent="-173038" algn="l" defTabSz="1005840" rtl="0" eaLnBrk="1" latinLnBrk="0" hangingPunct="1">
              <a:lnSpc>
                <a:spcPct val="90000"/>
              </a:lnSpc>
              <a:spcBef>
                <a:spcPts val="550"/>
              </a:spcBef>
              <a:buClr>
                <a:srgbClr val="1E1F49"/>
              </a:buClr>
              <a:buSzPct val="90000"/>
              <a:buFont typeface="Arial" panose="020B0604020202020204" pitchFamily="34" charset="0"/>
              <a:buChar char="•"/>
              <a:tabLst/>
              <a:defRPr sz="1800" kern="1200">
                <a:solidFill>
                  <a:schemeClr val="tx1"/>
                </a:solidFill>
                <a:latin typeface="Garamond" panose="02020404030301010803" pitchFamily="18" charset="0"/>
                <a:ea typeface="+mn-ea"/>
                <a:cs typeface="+mn-cs"/>
              </a:defRPr>
            </a:lvl3pPr>
            <a:lvl4pPr marL="690563" indent="-173038" algn="l" defTabSz="1005840" rtl="0" eaLnBrk="1" latinLnBrk="0" hangingPunct="1">
              <a:lnSpc>
                <a:spcPct val="90000"/>
              </a:lnSpc>
              <a:spcBef>
                <a:spcPts val="550"/>
              </a:spcBef>
              <a:buClr>
                <a:srgbClr val="1E1F49"/>
              </a:buClr>
              <a:buSzPct val="90000"/>
              <a:buFont typeface="Arial" panose="020B0604020202020204" pitchFamily="34" charset="0"/>
              <a:buChar char="•"/>
              <a:tabLst/>
              <a:defRPr sz="1800" kern="1200">
                <a:solidFill>
                  <a:schemeClr val="tx1"/>
                </a:solidFill>
                <a:latin typeface="Garamond" panose="02020404030301010803" pitchFamily="18" charset="0"/>
                <a:ea typeface="+mn-ea"/>
                <a:cs typeface="+mn-cs"/>
              </a:defRPr>
            </a:lvl4pPr>
            <a:lvl5pPr marL="863600" indent="-173038" algn="l" defTabSz="1005840" rtl="0" eaLnBrk="1" latinLnBrk="0" hangingPunct="1">
              <a:lnSpc>
                <a:spcPct val="90000"/>
              </a:lnSpc>
              <a:spcBef>
                <a:spcPts val="550"/>
              </a:spcBef>
              <a:buClr>
                <a:srgbClr val="1E1F49"/>
              </a:buClr>
              <a:buSzPct val="90000"/>
              <a:buFont typeface="Arial" panose="020B0604020202020204" pitchFamily="34" charset="0"/>
              <a:buChar char="•"/>
              <a:tabLst/>
              <a:defRPr sz="1800" kern="1200">
                <a:solidFill>
                  <a:schemeClr val="tx1"/>
                </a:solidFill>
                <a:latin typeface="Garamond" panose="02020404030301010803" pitchFamily="18" charset="0"/>
                <a:ea typeface="+mn-ea"/>
                <a:cs typeface="+mn-cs"/>
              </a:defRPr>
            </a:lvl5pPr>
            <a:lvl6pPr marL="2766060" indent="-251460" algn="l" defTabSz="1005840" rtl="0" eaLnBrk="1" latinLnBrk="0" hangingPunct="1">
              <a:lnSpc>
                <a:spcPct val="90000"/>
              </a:lnSpc>
              <a:spcBef>
                <a:spcPts val="550"/>
              </a:spcBef>
              <a:buFont typeface="Arial" panose="020B0604020202020204" pitchFamily="34" charset="0"/>
              <a:buChar char="•"/>
              <a:defRPr sz="1980" kern="1200">
                <a:solidFill>
                  <a:schemeClr val="tx1"/>
                </a:solidFill>
                <a:latin typeface="+mn-lt"/>
                <a:ea typeface="+mn-ea"/>
                <a:cs typeface="+mn-cs"/>
              </a:defRPr>
            </a:lvl6pPr>
            <a:lvl7pPr marL="3268980" indent="-251460" algn="l" defTabSz="1005840" rtl="0" eaLnBrk="1" latinLnBrk="0" hangingPunct="1">
              <a:lnSpc>
                <a:spcPct val="90000"/>
              </a:lnSpc>
              <a:spcBef>
                <a:spcPts val="550"/>
              </a:spcBef>
              <a:buFont typeface="Arial" panose="020B0604020202020204" pitchFamily="34" charset="0"/>
              <a:buChar char="•"/>
              <a:defRPr sz="1980" kern="1200">
                <a:solidFill>
                  <a:schemeClr val="tx1"/>
                </a:solidFill>
                <a:latin typeface="+mn-lt"/>
                <a:ea typeface="+mn-ea"/>
                <a:cs typeface="+mn-cs"/>
              </a:defRPr>
            </a:lvl7pPr>
            <a:lvl8pPr marL="3771900" indent="-251460" algn="l" defTabSz="1005840" rtl="0" eaLnBrk="1" latinLnBrk="0" hangingPunct="1">
              <a:lnSpc>
                <a:spcPct val="90000"/>
              </a:lnSpc>
              <a:spcBef>
                <a:spcPts val="550"/>
              </a:spcBef>
              <a:buFont typeface="Arial" panose="020B0604020202020204" pitchFamily="34" charset="0"/>
              <a:buChar char="•"/>
              <a:defRPr sz="1980" kern="1200">
                <a:solidFill>
                  <a:schemeClr val="tx1"/>
                </a:solidFill>
                <a:latin typeface="+mn-lt"/>
                <a:ea typeface="+mn-ea"/>
                <a:cs typeface="+mn-cs"/>
              </a:defRPr>
            </a:lvl8pPr>
            <a:lvl9pPr marL="4274820" indent="-251460" algn="l" defTabSz="1005840" rtl="0" eaLnBrk="1" latinLnBrk="0" hangingPunct="1">
              <a:lnSpc>
                <a:spcPct val="90000"/>
              </a:lnSpc>
              <a:spcBef>
                <a:spcPts val="550"/>
              </a:spcBef>
              <a:buFont typeface="Arial" panose="020B0604020202020204" pitchFamily="34" charset="0"/>
              <a:buChar char="•"/>
              <a:defRPr sz="1980" kern="1200">
                <a:solidFill>
                  <a:schemeClr val="tx1"/>
                </a:solidFill>
                <a:latin typeface="+mn-lt"/>
                <a:ea typeface="+mn-ea"/>
                <a:cs typeface="+mn-cs"/>
              </a:defRPr>
            </a:lvl9pPr>
          </a:lstStyle>
          <a:p>
            <a:r>
              <a:rPr lang="en-US" sz="1550" dirty="0"/>
              <a:t>Integrated AP &amp; AR software.</a:t>
            </a:r>
          </a:p>
          <a:p>
            <a:r>
              <a:rPr lang="en-US" sz="1550" dirty="0"/>
              <a:t>Automatic two-way sync.</a:t>
            </a:r>
          </a:p>
        </p:txBody>
      </p:sp>
      <p:sp>
        <p:nvSpPr>
          <p:cNvPr id="13" name="Content Placeholder 5">
            <a:extLst>
              <a:ext uri="{FF2B5EF4-FFF2-40B4-BE49-F238E27FC236}">
                <a16:creationId xmlns:a16="http://schemas.microsoft.com/office/drawing/2014/main" id="{88F4F755-5E6E-1846-96DB-1C269C330808}"/>
              </a:ext>
            </a:extLst>
          </p:cNvPr>
          <p:cNvSpPr txBox="1">
            <a:spLocks/>
          </p:cNvSpPr>
          <p:nvPr/>
        </p:nvSpPr>
        <p:spPr>
          <a:xfrm>
            <a:off x="1016694" y="3912430"/>
            <a:ext cx="3830879" cy="611796"/>
          </a:xfrm>
          <a:prstGeom prst="rect">
            <a:avLst/>
          </a:prstGeom>
        </p:spPr>
        <p:txBody>
          <a:bodyPr>
            <a:noAutofit/>
          </a:bodyPr>
          <a:lstStyle>
            <a:lvl1pPr marL="171450" indent="-171450" algn="l" defTabSz="1005840" rtl="0" eaLnBrk="1" latinLnBrk="0" hangingPunct="1">
              <a:lnSpc>
                <a:spcPct val="90000"/>
              </a:lnSpc>
              <a:spcBef>
                <a:spcPts val="1100"/>
              </a:spcBef>
              <a:buClr>
                <a:srgbClr val="1E1F49"/>
              </a:buClr>
              <a:buSzPct val="90000"/>
              <a:buFont typeface="Wingdings" pitchFamily="2" charset="2"/>
              <a:buChar char="§"/>
              <a:tabLst/>
              <a:defRPr sz="1800" kern="1200">
                <a:solidFill>
                  <a:schemeClr val="tx1"/>
                </a:solidFill>
                <a:latin typeface="Garamond" panose="02020404030301010803" pitchFamily="18" charset="0"/>
                <a:ea typeface="+mn-ea"/>
                <a:cs typeface="+mn-cs"/>
              </a:defRPr>
            </a:lvl1pPr>
            <a:lvl2pPr marL="344488" indent="-173038" algn="l" defTabSz="1005840" rtl="0" eaLnBrk="1" latinLnBrk="0" hangingPunct="1">
              <a:lnSpc>
                <a:spcPct val="90000"/>
              </a:lnSpc>
              <a:spcBef>
                <a:spcPts val="550"/>
              </a:spcBef>
              <a:buClr>
                <a:srgbClr val="1E1F49"/>
              </a:buClr>
              <a:buSzPct val="90000"/>
              <a:buFont typeface=".Hiragino Kaku Gothic Interface W3"/>
              <a:buChar char="▫"/>
              <a:tabLst/>
              <a:defRPr sz="1800" kern="1200">
                <a:solidFill>
                  <a:schemeClr val="tx1"/>
                </a:solidFill>
                <a:latin typeface="Garamond" panose="02020404030301010803" pitchFamily="18" charset="0"/>
                <a:ea typeface="+mn-ea"/>
                <a:cs typeface="+mn-cs"/>
              </a:defRPr>
            </a:lvl2pPr>
            <a:lvl3pPr marL="517525" indent="-173038" algn="l" defTabSz="1005840" rtl="0" eaLnBrk="1" latinLnBrk="0" hangingPunct="1">
              <a:lnSpc>
                <a:spcPct val="90000"/>
              </a:lnSpc>
              <a:spcBef>
                <a:spcPts val="550"/>
              </a:spcBef>
              <a:buClr>
                <a:srgbClr val="1E1F49"/>
              </a:buClr>
              <a:buSzPct val="90000"/>
              <a:buFont typeface="Arial" panose="020B0604020202020204" pitchFamily="34" charset="0"/>
              <a:buChar char="•"/>
              <a:tabLst/>
              <a:defRPr sz="1800" kern="1200">
                <a:solidFill>
                  <a:schemeClr val="tx1"/>
                </a:solidFill>
                <a:latin typeface="Garamond" panose="02020404030301010803" pitchFamily="18" charset="0"/>
                <a:ea typeface="+mn-ea"/>
                <a:cs typeface="+mn-cs"/>
              </a:defRPr>
            </a:lvl3pPr>
            <a:lvl4pPr marL="690563" indent="-173038" algn="l" defTabSz="1005840" rtl="0" eaLnBrk="1" latinLnBrk="0" hangingPunct="1">
              <a:lnSpc>
                <a:spcPct val="90000"/>
              </a:lnSpc>
              <a:spcBef>
                <a:spcPts val="550"/>
              </a:spcBef>
              <a:buClr>
                <a:srgbClr val="1E1F49"/>
              </a:buClr>
              <a:buSzPct val="90000"/>
              <a:buFont typeface="Arial" panose="020B0604020202020204" pitchFamily="34" charset="0"/>
              <a:buChar char="•"/>
              <a:tabLst/>
              <a:defRPr sz="1800" kern="1200">
                <a:solidFill>
                  <a:schemeClr val="tx1"/>
                </a:solidFill>
                <a:latin typeface="Garamond" panose="02020404030301010803" pitchFamily="18" charset="0"/>
                <a:ea typeface="+mn-ea"/>
                <a:cs typeface="+mn-cs"/>
              </a:defRPr>
            </a:lvl4pPr>
            <a:lvl5pPr marL="863600" indent="-173038" algn="l" defTabSz="1005840" rtl="0" eaLnBrk="1" latinLnBrk="0" hangingPunct="1">
              <a:lnSpc>
                <a:spcPct val="90000"/>
              </a:lnSpc>
              <a:spcBef>
                <a:spcPts val="550"/>
              </a:spcBef>
              <a:buClr>
                <a:srgbClr val="1E1F49"/>
              </a:buClr>
              <a:buSzPct val="90000"/>
              <a:buFont typeface="Arial" panose="020B0604020202020204" pitchFamily="34" charset="0"/>
              <a:buChar char="•"/>
              <a:tabLst/>
              <a:defRPr sz="1800" kern="1200">
                <a:solidFill>
                  <a:schemeClr val="tx1"/>
                </a:solidFill>
                <a:latin typeface="Garamond" panose="02020404030301010803" pitchFamily="18" charset="0"/>
                <a:ea typeface="+mn-ea"/>
                <a:cs typeface="+mn-cs"/>
              </a:defRPr>
            </a:lvl5pPr>
            <a:lvl6pPr marL="2766060" indent="-251460" algn="l" defTabSz="1005840" rtl="0" eaLnBrk="1" latinLnBrk="0" hangingPunct="1">
              <a:lnSpc>
                <a:spcPct val="90000"/>
              </a:lnSpc>
              <a:spcBef>
                <a:spcPts val="550"/>
              </a:spcBef>
              <a:buFont typeface="Arial" panose="020B0604020202020204" pitchFamily="34" charset="0"/>
              <a:buChar char="•"/>
              <a:defRPr sz="1980" kern="1200">
                <a:solidFill>
                  <a:schemeClr val="tx1"/>
                </a:solidFill>
                <a:latin typeface="+mn-lt"/>
                <a:ea typeface="+mn-ea"/>
                <a:cs typeface="+mn-cs"/>
              </a:defRPr>
            </a:lvl6pPr>
            <a:lvl7pPr marL="3268980" indent="-251460" algn="l" defTabSz="1005840" rtl="0" eaLnBrk="1" latinLnBrk="0" hangingPunct="1">
              <a:lnSpc>
                <a:spcPct val="90000"/>
              </a:lnSpc>
              <a:spcBef>
                <a:spcPts val="550"/>
              </a:spcBef>
              <a:buFont typeface="Arial" panose="020B0604020202020204" pitchFamily="34" charset="0"/>
              <a:buChar char="•"/>
              <a:defRPr sz="1980" kern="1200">
                <a:solidFill>
                  <a:schemeClr val="tx1"/>
                </a:solidFill>
                <a:latin typeface="+mn-lt"/>
                <a:ea typeface="+mn-ea"/>
                <a:cs typeface="+mn-cs"/>
              </a:defRPr>
            </a:lvl7pPr>
            <a:lvl8pPr marL="3771900" indent="-251460" algn="l" defTabSz="1005840" rtl="0" eaLnBrk="1" latinLnBrk="0" hangingPunct="1">
              <a:lnSpc>
                <a:spcPct val="90000"/>
              </a:lnSpc>
              <a:spcBef>
                <a:spcPts val="550"/>
              </a:spcBef>
              <a:buFont typeface="Arial" panose="020B0604020202020204" pitchFamily="34" charset="0"/>
              <a:buChar char="•"/>
              <a:defRPr sz="1980" kern="1200">
                <a:solidFill>
                  <a:schemeClr val="tx1"/>
                </a:solidFill>
                <a:latin typeface="+mn-lt"/>
                <a:ea typeface="+mn-ea"/>
                <a:cs typeface="+mn-cs"/>
              </a:defRPr>
            </a:lvl8pPr>
            <a:lvl9pPr marL="4274820" indent="-251460" algn="l" defTabSz="1005840" rtl="0" eaLnBrk="1" latinLnBrk="0" hangingPunct="1">
              <a:lnSpc>
                <a:spcPct val="90000"/>
              </a:lnSpc>
              <a:spcBef>
                <a:spcPts val="550"/>
              </a:spcBef>
              <a:buFont typeface="Arial" panose="020B0604020202020204" pitchFamily="34" charset="0"/>
              <a:buChar char="•"/>
              <a:defRPr sz="1980" kern="1200">
                <a:solidFill>
                  <a:schemeClr val="tx1"/>
                </a:solidFill>
                <a:latin typeface="+mn-lt"/>
                <a:ea typeface="+mn-ea"/>
                <a:cs typeface="+mn-cs"/>
              </a:defRPr>
            </a:lvl9pPr>
          </a:lstStyle>
          <a:p>
            <a:r>
              <a:rPr lang="en-US" sz="1550" dirty="0"/>
              <a:t>Data integration and conversion abilities.</a:t>
            </a:r>
          </a:p>
          <a:p>
            <a:r>
              <a:rPr lang="en-US" sz="1550" dirty="0"/>
              <a:t>Intelligent Virtual Assistant (IVA).</a:t>
            </a:r>
          </a:p>
          <a:p>
            <a:endParaRPr lang="en-US" sz="1550" dirty="0"/>
          </a:p>
        </p:txBody>
      </p:sp>
      <p:sp>
        <p:nvSpPr>
          <p:cNvPr id="14" name="Content Placeholder 5">
            <a:extLst>
              <a:ext uri="{FF2B5EF4-FFF2-40B4-BE49-F238E27FC236}">
                <a16:creationId xmlns:a16="http://schemas.microsoft.com/office/drawing/2014/main" id="{9E1DA3AE-305E-3946-AA90-32AE8631D2C6}"/>
              </a:ext>
            </a:extLst>
          </p:cNvPr>
          <p:cNvSpPr txBox="1">
            <a:spLocks/>
          </p:cNvSpPr>
          <p:nvPr/>
        </p:nvSpPr>
        <p:spPr>
          <a:xfrm>
            <a:off x="1016694" y="5082512"/>
            <a:ext cx="3830879" cy="611796"/>
          </a:xfrm>
          <a:prstGeom prst="rect">
            <a:avLst/>
          </a:prstGeom>
        </p:spPr>
        <p:txBody>
          <a:bodyPr>
            <a:noAutofit/>
          </a:bodyPr>
          <a:lstStyle>
            <a:lvl1pPr marL="171450" indent="-171450" algn="l" defTabSz="1005840" rtl="0" eaLnBrk="1" latinLnBrk="0" hangingPunct="1">
              <a:lnSpc>
                <a:spcPct val="90000"/>
              </a:lnSpc>
              <a:spcBef>
                <a:spcPts val="1100"/>
              </a:spcBef>
              <a:buClr>
                <a:srgbClr val="1E1F49"/>
              </a:buClr>
              <a:buSzPct val="90000"/>
              <a:buFont typeface="Wingdings" pitchFamily="2" charset="2"/>
              <a:buChar char="§"/>
              <a:tabLst/>
              <a:defRPr sz="1800" kern="1200">
                <a:solidFill>
                  <a:schemeClr val="tx1"/>
                </a:solidFill>
                <a:latin typeface="Garamond" panose="02020404030301010803" pitchFamily="18" charset="0"/>
                <a:ea typeface="+mn-ea"/>
                <a:cs typeface="+mn-cs"/>
              </a:defRPr>
            </a:lvl1pPr>
            <a:lvl2pPr marL="344488" indent="-173038" algn="l" defTabSz="1005840" rtl="0" eaLnBrk="1" latinLnBrk="0" hangingPunct="1">
              <a:lnSpc>
                <a:spcPct val="90000"/>
              </a:lnSpc>
              <a:spcBef>
                <a:spcPts val="550"/>
              </a:spcBef>
              <a:buClr>
                <a:srgbClr val="1E1F49"/>
              </a:buClr>
              <a:buSzPct val="90000"/>
              <a:buFont typeface=".Hiragino Kaku Gothic Interface W3"/>
              <a:buChar char="▫"/>
              <a:tabLst/>
              <a:defRPr sz="1800" kern="1200">
                <a:solidFill>
                  <a:schemeClr val="tx1"/>
                </a:solidFill>
                <a:latin typeface="Garamond" panose="02020404030301010803" pitchFamily="18" charset="0"/>
                <a:ea typeface="+mn-ea"/>
                <a:cs typeface="+mn-cs"/>
              </a:defRPr>
            </a:lvl2pPr>
            <a:lvl3pPr marL="517525" indent="-173038" algn="l" defTabSz="1005840" rtl="0" eaLnBrk="1" latinLnBrk="0" hangingPunct="1">
              <a:lnSpc>
                <a:spcPct val="90000"/>
              </a:lnSpc>
              <a:spcBef>
                <a:spcPts val="550"/>
              </a:spcBef>
              <a:buClr>
                <a:srgbClr val="1E1F49"/>
              </a:buClr>
              <a:buSzPct val="90000"/>
              <a:buFont typeface="Arial" panose="020B0604020202020204" pitchFamily="34" charset="0"/>
              <a:buChar char="•"/>
              <a:tabLst/>
              <a:defRPr sz="1800" kern="1200">
                <a:solidFill>
                  <a:schemeClr val="tx1"/>
                </a:solidFill>
                <a:latin typeface="Garamond" panose="02020404030301010803" pitchFamily="18" charset="0"/>
                <a:ea typeface="+mn-ea"/>
                <a:cs typeface="+mn-cs"/>
              </a:defRPr>
            </a:lvl3pPr>
            <a:lvl4pPr marL="690563" indent="-173038" algn="l" defTabSz="1005840" rtl="0" eaLnBrk="1" latinLnBrk="0" hangingPunct="1">
              <a:lnSpc>
                <a:spcPct val="90000"/>
              </a:lnSpc>
              <a:spcBef>
                <a:spcPts val="550"/>
              </a:spcBef>
              <a:buClr>
                <a:srgbClr val="1E1F49"/>
              </a:buClr>
              <a:buSzPct val="90000"/>
              <a:buFont typeface="Arial" panose="020B0604020202020204" pitchFamily="34" charset="0"/>
              <a:buChar char="•"/>
              <a:tabLst/>
              <a:defRPr sz="1800" kern="1200">
                <a:solidFill>
                  <a:schemeClr val="tx1"/>
                </a:solidFill>
                <a:latin typeface="Garamond" panose="02020404030301010803" pitchFamily="18" charset="0"/>
                <a:ea typeface="+mn-ea"/>
                <a:cs typeface="+mn-cs"/>
              </a:defRPr>
            </a:lvl4pPr>
            <a:lvl5pPr marL="863600" indent="-173038" algn="l" defTabSz="1005840" rtl="0" eaLnBrk="1" latinLnBrk="0" hangingPunct="1">
              <a:lnSpc>
                <a:spcPct val="90000"/>
              </a:lnSpc>
              <a:spcBef>
                <a:spcPts val="550"/>
              </a:spcBef>
              <a:buClr>
                <a:srgbClr val="1E1F49"/>
              </a:buClr>
              <a:buSzPct val="90000"/>
              <a:buFont typeface="Arial" panose="020B0604020202020204" pitchFamily="34" charset="0"/>
              <a:buChar char="•"/>
              <a:tabLst/>
              <a:defRPr sz="1800" kern="1200">
                <a:solidFill>
                  <a:schemeClr val="tx1"/>
                </a:solidFill>
                <a:latin typeface="Garamond" panose="02020404030301010803" pitchFamily="18" charset="0"/>
                <a:ea typeface="+mn-ea"/>
                <a:cs typeface="+mn-cs"/>
              </a:defRPr>
            </a:lvl5pPr>
            <a:lvl6pPr marL="2766060" indent="-251460" algn="l" defTabSz="1005840" rtl="0" eaLnBrk="1" latinLnBrk="0" hangingPunct="1">
              <a:lnSpc>
                <a:spcPct val="90000"/>
              </a:lnSpc>
              <a:spcBef>
                <a:spcPts val="550"/>
              </a:spcBef>
              <a:buFont typeface="Arial" panose="020B0604020202020204" pitchFamily="34" charset="0"/>
              <a:buChar char="•"/>
              <a:defRPr sz="1980" kern="1200">
                <a:solidFill>
                  <a:schemeClr val="tx1"/>
                </a:solidFill>
                <a:latin typeface="+mn-lt"/>
                <a:ea typeface="+mn-ea"/>
                <a:cs typeface="+mn-cs"/>
              </a:defRPr>
            </a:lvl6pPr>
            <a:lvl7pPr marL="3268980" indent="-251460" algn="l" defTabSz="1005840" rtl="0" eaLnBrk="1" latinLnBrk="0" hangingPunct="1">
              <a:lnSpc>
                <a:spcPct val="90000"/>
              </a:lnSpc>
              <a:spcBef>
                <a:spcPts val="550"/>
              </a:spcBef>
              <a:buFont typeface="Arial" panose="020B0604020202020204" pitchFamily="34" charset="0"/>
              <a:buChar char="•"/>
              <a:defRPr sz="1980" kern="1200">
                <a:solidFill>
                  <a:schemeClr val="tx1"/>
                </a:solidFill>
                <a:latin typeface="+mn-lt"/>
                <a:ea typeface="+mn-ea"/>
                <a:cs typeface="+mn-cs"/>
              </a:defRPr>
            </a:lvl7pPr>
            <a:lvl8pPr marL="3771900" indent="-251460" algn="l" defTabSz="1005840" rtl="0" eaLnBrk="1" latinLnBrk="0" hangingPunct="1">
              <a:lnSpc>
                <a:spcPct val="90000"/>
              </a:lnSpc>
              <a:spcBef>
                <a:spcPts val="550"/>
              </a:spcBef>
              <a:buFont typeface="Arial" panose="020B0604020202020204" pitchFamily="34" charset="0"/>
              <a:buChar char="•"/>
              <a:defRPr sz="1980" kern="1200">
                <a:solidFill>
                  <a:schemeClr val="tx1"/>
                </a:solidFill>
                <a:latin typeface="+mn-lt"/>
                <a:ea typeface="+mn-ea"/>
                <a:cs typeface="+mn-cs"/>
              </a:defRPr>
            </a:lvl8pPr>
            <a:lvl9pPr marL="4274820" indent="-251460" algn="l" defTabSz="1005840" rtl="0" eaLnBrk="1" latinLnBrk="0" hangingPunct="1">
              <a:lnSpc>
                <a:spcPct val="90000"/>
              </a:lnSpc>
              <a:spcBef>
                <a:spcPts val="550"/>
              </a:spcBef>
              <a:buFont typeface="Arial" panose="020B0604020202020204" pitchFamily="34" charset="0"/>
              <a:buChar char="•"/>
              <a:defRPr sz="1980" kern="1200">
                <a:solidFill>
                  <a:schemeClr val="tx1"/>
                </a:solidFill>
                <a:latin typeface="+mn-lt"/>
                <a:ea typeface="+mn-ea"/>
                <a:cs typeface="+mn-cs"/>
              </a:defRPr>
            </a:lvl9pPr>
          </a:lstStyle>
          <a:p>
            <a:r>
              <a:rPr lang="en-US" sz="1550" dirty="0"/>
              <a:t>Customizable workstreams.</a:t>
            </a:r>
          </a:p>
          <a:p>
            <a:r>
              <a:rPr lang="en-US" sz="1550" dirty="0"/>
              <a:t>Invoice2go.</a:t>
            </a:r>
          </a:p>
        </p:txBody>
      </p:sp>
      <p:sp>
        <p:nvSpPr>
          <p:cNvPr id="15" name="Content Placeholder 5">
            <a:extLst>
              <a:ext uri="{FF2B5EF4-FFF2-40B4-BE49-F238E27FC236}">
                <a16:creationId xmlns:a16="http://schemas.microsoft.com/office/drawing/2014/main" id="{71B87D00-590F-BD43-9638-606A948E72C4}"/>
              </a:ext>
            </a:extLst>
          </p:cNvPr>
          <p:cNvSpPr txBox="1">
            <a:spLocks/>
          </p:cNvSpPr>
          <p:nvPr/>
        </p:nvSpPr>
        <p:spPr>
          <a:xfrm>
            <a:off x="1016693" y="6274746"/>
            <a:ext cx="3830879" cy="611796"/>
          </a:xfrm>
          <a:prstGeom prst="rect">
            <a:avLst/>
          </a:prstGeom>
        </p:spPr>
        <p:txBody>
          <a:bodyPr>
            <a:noAutofit/>
          </a:bodyPr>
          <a:lstStyle>
            <a:lvl1pPr marL="171450" indent="-171450" algn="l" defTabSz="1005840" rtl="0" eaLnBrk="1" latinLnBrk="0" hangingPunct="1">
              <a:lnSpc>
                <a:spcPct val="90000"/>
              </a:lnSpc>
              <a:spcBef>
                <a:spcPts val="1100"/>
              </a:spcBef>
              <a:buClr>
                <a:srgbClr val="1E1F49"/>
              </a:buClr>
              <a:buSzPct val="90000"/>
              <a:buFont typeface="Wingdings" pitchFamily="2" charset="2"/>
              <a:buChar char="§"/>
              <a:tabLst/>
              <a:defRPr sz="1800" kern="1200">
                <a:solidFill>
                  <a:schemeClr val="tx1"/>
                </a:solidFill>
                <a:latin typeface="Garamond" panose="02020404030301010803" pitchFamily="18" charset="0"/>
                <a:ea typeface="+mn-ea"/>
                <a:cs typeface="+mn-cs"/>
              </a:defRPr>
            </a:lvl1pPr>
            <a:lvl2pPr marL="344488" indent="-173038" algn="l" defTabSz="1005840" rtl="0" eaLnBrk="1" latinLnBrk="0" hangingPunct="1">
              <a:lnSpc>
                <a:spcPct val="90000"/>
              </a:lnSpc>
              <a:spcBef>
                <a:spcPts val="550"/>
              </a:spcBef>
              <a:buClr>
                <a:srgbClr val="1E1F49"/>
              </a:buClr>
              <a:buSzPct val="90000"/>
              <a:buFont typeface=".Hiragino Kaku Gothic Interface W3"/>
              <a:buChar char="▫"/>
              <a:tabLst/>
              <a:defRPr sz="1800" kern="1200">
                <a:solidFill>
                  <a:schemeClr val="tx1"/>
                </a:solidFill>
                <a:latin typeface="Garamond" panose="02020404030301010803" pitchFamily="18" charset="0"/>
                <a:ea typeface="+mn-ea"/>
                <a:cs typeface="+mn-cs"/>
              </a:defRPr>
            </a:lvl2pPr>
            <a:lvl3pPr marL="517525" indent="-173038" algn="l" defTabSz="1005840" rtl="0" eaLnBrk="1" latinLnBrk="0" hangingPunct="1">
              <a:lnSpc>
                <a:spcPct val="90000"/>
              </a:lnSpc>
              <a:spcBef>
                <a:spcPts val="550"/>
              </a:spcBef>
              <a:buClr>
                <a:srgbClr val="1E1F49"/>
              </a:buClr>
              <a:buSzPct val="90000"/>
              <a:buFont typeface="Arial" panose="020B0604020202020204" pitchFamily="34" charset="0"/>
              <a:buChar char="•"/>
              <a:tabLst/>
              <a:defRPr sz="1800" kern="1200">
                <a:solidFill>
                  <a:schemeClr val="tx1"/>
                </a:solidFill>
                <a:latin typeface="Garamond" panose="02020404030301010803" pitchFamily="18" charset="0"/>
                <a:ea typeface="+mn-ea"/>
                <a:cs typeface="+mn-cs"/>
              </a:defRPr>
            </a:lvl3pPr>
            <a:lvl4pPr marL="690563" indent="-173038" algn="l" defTabSz="1005840" rtl="0" eaLnBrk="1" latinLnBrk="0" hangingPunct="1">
              <a:lnSpc>
                <a:spcPct val="90000"/>
              </a:lnSpc>
              <a:spcBef>
                <a:spcPts val="550"/>
              </a:spcBef>
              <a:buClr>
                <a:srgbClr val="1E1F49"/>
              </a:buClr>
              <a:buSzPct val="90000"/>
              <a:buFont typeface="Arial" panose="020B0604020202020204" pitchFamily="34" charset="0"/>
              <a:buChar char="•"/>
              <a:tabLst/>
              <a:defRPr sz="1800" kern="1200">
                <a:solidFill>
                  <a:schemeClr val="tx1"/>
                </a:solidFill>
                <a:latin typeface="Garamond" panose="02020404030301010803" pitchFamily="18" charset="0"/>
                <a:ea typeface="+mn-ea"/>
                <a:cs typeface="+mn-cs"/>
              </a:defRPr>
            </a:lvl4pPr>
            <a:lvl5pPr marL="863600" indent="-173038" algn="l" defTabSz="1005840" rtl="0" eaLnBrk="1" latinLnBrk="0" hangingPunct="1">
              <a:lnSpc>
                <a:spcPct val="90000"/>
              </a:lnSpc>
              <a:spcBef>
                <a:spcPts val="550"/>
              </a:spcBef>
              <a:buClr>
                <a:srgbClr val="1E1F49"/>
              </a:buClr>
              <a:buSzPct val="90000"/>
              <a:buFont typeface="Arial" panose="020B0604020202020204" pitchFamily="34" charset="0"/>
              <a:buChar char="•"/>
              <a:tabLst/>
              <a:defRPr sz="1800" kern="1200">
                <a:solidFill>
                  <a:schemeClr val="tx1"/>
                </a:solidFill>
                <a:latin typeface="Garamond" panose="02020404030301010803" pitchFamily="18" charset="0"/>
                <a:ea typeface="+mn-ea"/>
                <a:cs typeface="+mn-cs"/>
              </a:defRPr>
            </a:lvl5pPr>
            <a:lvl6pPr marL="2766060" indent="-251460" algn="l" defTabSz="1005840" rtl="0" eaLnBrk="1" latinLnBrk="0" hangingPunct="1">
              <a:lnSpc>
                <a:spcPct val="90000"/>
              </a:lnSpc>
              <a:spcBef>
                <a:spcPts val="550"/>
              </a:spcBef>
              <a:buFont typeface="Arial" panose="020B0604020202020204" pitchFamily="34" charset="0"/>
              <a:buChar char="•"/>
              <a:defRPr sz="1980" kern="1200">
                <a:solidFill>
                  <a:schemeClr val="tx1"/>
                </a:solidFill>
                <a:latin typeface="+mn-lt"/>
                <a:ea typeface="+mn-ea"/>
                <a:cs typeface="+mn-cs"/>
              </a:defRPr>
            </a:lvl6pPr>
            <a:lvl7pPr marL="3268980" indent="-251460" algn="l" defTabSz="1005840" rtl="0" eaLnBrk="1" latinLnBrk="0" hangingPunct="1">
              <a:lnSpc>
                <a:spcPct val="90000"/>
              </a:lnSpc>
              <a:spcBef>
                <a:spcPts val="550"/>
              </a:spcBef>
              <a:buFont typeface="Arial" panose="020B0604020202020204" pitchFamily="34" charset="0"/>
              <a:buChar char="•"/>
              <a:defRPr sz="1980" kern="1200">
                <a:solidFill>
                  <a:schemeClr val="tx1"/>
                </a:solidFill>
                <a:latin typeface="+mn-lt"/>
                <a:ea typeface="+mn-ea"/>
                <a:cs typeface="+mn-cs"/>
              </a:defRPr>
            </a:lvl7pPr>
            <a:lvl8pPr marL="3771900" indent="-251460" algn="l" defTabSz="1005840" rtl="0" eaLnBrk="1" latinLnBrk="0" hangingPunct="1">
              <a:lnSpc>
                <a:spcPct val="90000"/>
              </a:lnSpc>
              <a:spcBef>
                <a:spcPts val="550"/>
              </a:spcBef>
              <a:buFont typeface="Arial" panose="020B0604020202020204" pitchFamily="34" charset="0"/>
              <a:buChar char="•"/>
              <a:defRPr sz="1980" kern="1200">
                <a:solidFill>
                  <a:schemeClr val="tx1"/>
                </a:solidFill>
                <a:latin typeface="+mn-lt"/>
                <a:ea typeface="+mn-ea"/>
                <a:cs typeface="+mn-cs"/>
              </a:defRPr>
            </a:lvl8pPr>
            <a:lvl9pPr marL="4274820" indent="-251460" algn="l" defTabSz="1005840" rtl="0" eaLnBrk="1" latinLnBrk="0" hangingPunct="1">
              <a:lnSpc>
                <a:spcPct val="90000"/>
              </a:lnSpc>
              <a:spcBef>
                <a:spcPts val="550"/>
              </a:spcBef>
              <a:buFont typeface="Arial" panose="020B0604020202020204" pitchFamily="34" charset="0"/>
              <a:buChar char="•"/>
              <a:defRPr sz="1980" kern="1200">
                <a:solidFill>
                  <a:schemeClr val="tx1"/>
                </a:solidFill>
                <a:latin typeface="+mn-lt"/>
                <a:ea typeface="+mn-ea"/>
                <a:cs typeface="+mn-cs"/>
              </a:defRPr>
            </a:lvl9pPr>
          </a:lstStyle>
          <a:p>
            <a:r>
              <a:rPr lang="en-US" sz="1550" dirty="0"/>
              <a:t>Divvy.</a:t>
            </a:r>
          </a:p>
          <a:p>
            <a:r>
              <a:rPr lang="en-US" sz="1550" dirty="0"/>
              <a:t>Oracle NetSuite, etc.</a:t>
            </a:r>
          </a:p>
          <a:p>
            <a:endParaRPr lang="en-US" sz="1550" dirty="0"/>
          </a:p>
        </p:txBody>
      </p:sp>
      <p:sp>
        <p:nvSpPr>
          <p:cNvPr id="25" name="Content Placeholder 5">
            <a:extLst>
              <a:ext uri="{FF2B5EF4-FFF2-40B4-BE49-F238E27FC236}">
                <a16:creationId xmlns:a16="http://schemas.microsoft.com/office/drawing/2014/main" id="{C9754C47-88B4-8942-A6E5-F48F23DC732B}"/>
              </a:ext>
            </a:extLst>
          </p:cNvPr>
          <p:cNvSpPr txBox="1">
            <a:spLocks/>
          </p:cNvSpPr>
          <p:nvPr/>
        </p:nvSpPr>
        <p:spPr>
          <a:xfrm>
            <a:off x="5437612" y="3472266"/>
            <a:ext cx="3604094" cy="611796"/>
          </a:xfrm>
          <a:prstGeom prst="rect">
            <a:avLst/>
          </a:prstGeom>
        </p:spPr>
        <p:txBody>
          <a:bodyPr>
            <a:noAutofit/>
          </a:bodyPr>
          <a:lstStyle>
            <a:lvl1pPr marL="171450" indent="-171450" algn="l" defTabSz="1005840" rtl="0" eaLnBrk="1" latinLnBrk="0" hangingPunct="1">
              <a:lnSpc>
                <a:spcPct val="90000"/>
              </a:lnSpc>
              <a:spcBef>
                <a:spcPts val="1100"/>
              </a:spcBef>
              <a:buClr>
                <a:srgbClr val="1E1F49"/>
              </a:buClr>
              <a:buSzPct val="90000"/>
              <a:buFont typeface="Wingdings" pitchFamily="2" charset="2"/>
              <a:buChar char="§"/>
              <a:tabLst/>
              <a:defRPr sz="1800" kern="1200">
                <a:solidFill>
                  <a:schemeClr val="tx1"/>
                </a:solidFill>
                <a:latin typeface="Garamond" panose="02020404030301010803" pitchFamily="18" charset="0"/>
                <a:ea typeface="+mn-ea"/>
                <a:cs typeface="+mn-cs"/>
              </a:defRPr>
            </a:lvl1pPr>
            <a:lvl2pPr marL="344488" indent="-173038" algn="l" defTabSz="1005840" rtl="0" eaLnBrk="1" latinLnBrk="0" hangingPunct="1">
              <a:lnSpc>
                <a:spcPct val="90000"/>
              </a:lnSpc>
              <a:spcBef>
                <a:spcPts val="550"/>
              </a:spcBef>
              <a:buClr>
                <a:srgbClr val="1E1F49"/>
              </a:buClr>
              <a:buSzPct val="90000"/>
              <a:buFont typeface=".Hiragino Kaku Gothic Interface W3"/>
              <a:buChar char="▫"/>
              <a:tabLst/>
              <a:defRPr sz="1800" kern="1200">
                <a:solidFill>
                  <a:schemeClr val="tx1"/>
                </a:solidFill>
                <a:latin typeface="Garamond" panose="02020404030301010803" pitchFamily="18" charset="0"/>
                <a:ea typeface="+mn-ea"/>
                <a:cs typeface="+mn-cs"/>
              </a:defRPr>
            </a:lvl2pPr>
            <a:lvl3pPr marL="517525" indent="-173038" algn="l" defTabSz="1005840" rtl="0" eaLnBrk="1" latinLnBrk="0" hangingPunct="1">
              <a:lnSpc>
                <a:spcPct val="90000"/>
              </a:lnSpc>
              <a:spcBef>
                <a:spcPts val="550"/>
              </a:spcBef>
              <a:buClr>
                <a:srgbClr val="1E1F49"/>
              </a:buClr>
              <a:buSzPct val="90000"/>
              <a:buFont typeface="Arial" panose="020B0604020202020204" pitchFamily="34" charset="0"/>
              <a:buChar char="•"/>
              <a:tabLst/>
              <a:defRPr sz="1800" kern="1200">
                <a:solidFill>
                  <a:schemeClr val="tx1"/>
                </a:solidFill>
                <a:latin typeface="Garamond" panose="02020404030301010803" pitchFamily="18" charset="0"/>
                <a:ea typeface="+mn-ea"/>
                <a:cs typeface="+mn-cs"/>
              </a:defRPr>
            </a:lvl3pPr>
            <a:lvl4pPr marL="690563" indent="-173038" algn="l" defTabSz="1005840" rtl="0" eaLnBrk="1" latinLnBrk="0" hangingPunct="1">
              <a:lnSpc>
                <a:spcPct val="90000"/>
              </a:lnSpc>
              <a:spcBef>
                <a:spcPts val="550"/>
              </a:spcBef>
              <a:buClr>
                <a:srgbClr val="1E1F49"/>
              </a:buClr>
              <a:buSzPct val="90000"/>
              <a:buFont typeface="Arial" panose="020B0604020202020204" pitchFamily="34" charset="0"/>
              <a:buChar char="•"/>
              <a:tabLst/>
              <a:defRPr sz="1800" kern="1200">
                <a:solidFill>
                  <a:schemeClr val="tx1"/>
                </a:solidFill>
                <a:latin typeface="Garamond" panose="02020404030301010803" pitchFamily="18" charset="0"/>
                <a:ea typeface="+mn-ea"/>
                <a:cs typeface="+mn-cs"/>
              </a:defRPr>
            </a:lvl4pPr>
            <a:lvl5pPr marL="863600" indent="-173038" algn="l" defTabSz="1005840" rtl="0" eaLnBrk="1" latinLnBrk="0" hangingPunct="1">
              <a:lnSpc>
                <a:spcPct val="90000"/>
              </a:lnSpc>
              <a:spcBef>
                <a:spcPts val="550"/>
              </a:spcBef>
              <a:buClr>
                <a:srgbClr val="1E1F49"/>
              </a:buClr>
              <a:buSzPct val="90000"/>
              <a:buFont typeface="Arial" panose="020B0604020202020204" pitchFamily="34" charset="0"/>
              <a:buChar char="•"/>
              <a:tabLst/>
              <a:defRPr sz="1800" kern="1200">
                <a:solidFill>
                  <a:schemeClr val="tx1"/>
                </a:solidFill>
                <a:latin typeface="Garamond" panose="02020404030301010803" pitchFamily="18" charset="0"/>
                <a:ea typeface="+mn-ea"/>
                <a:cs typeface="+mn-cs"/>
              </a:defRPr>
            </a:lvl5pPr>
            <a:lvl6pPr marL="2766060" indent="-251460" algn="l" defTabSz="1005840" rtl="0" eaLnBrk="1" latinLnBrk="0" hangingPunct="1">
              <a:lnSpc>
                <a:spcPct val="90000"/>
              </a:lnSpc>
              <a:spcBef>
                <a:spcPts val="550"/>
              </a:spcBef>
              <a:buFont typeface="Arial" panose="020B0604020202020204" pitchFamily="34" charset="0"/>
              <a:buChar char="•"/>
              <a:defRPr sz="1980" kern="1200">
                <a:solidFill>
                  <a:schemeClr val="tx1"/>
                </a:solidFill>
                <a:latin typeface="+mn-lt"/>
                <a:ea typeface="+mn-ea"/>
                <a:cs typeface="+mn-cs"/>
              </a:defRPr>
            </a:lvl6pPr>
            <a:lvl7pPr marL="3268980" indent="-251460" algn="l" defTabSz="1005840" rtl="0" eaLnBrk="1" latinLnBrk="0" hangingPunct="1">
              <a:lnSpc>
                <a:spcPct val="90000"/>
              </a:lnSpc>
              <a:spcBef>
                <a:spcPts val="550"/>
              </a:spcBef>
              <a:buFont typeface="Arial" panose="020B0604020202020204" pitchFamily="34" charset="0"/>
              <a:buChar char="•"/>
              <a:defRPr sz="1980" kern="1200">
                <a:solidFill>
                  <a:schemeClr val="tx1"/>
                </a:solidFill>
                <a:latin typeface="+mn-lt"/>
                <a:ea typeface="+mn-ea"/>
                <a:cs typeface="+mn-cs"/>
              </a:defRPr>
            </a:lvl7pPr>
            <a:lvl8pPr marL="3771900" indent="-251460" algn="l" defTabSz="1005840" rtl="0" eaLnBrk="1" latinLnBrk="0" hangingPunct="1">
              <a:lnSpc>
                <a:spcPct val="90000"/>
              </a:lnSpc>
              <a:spcBef>
                <a:spcPts val="550"/>
              </a:spcBef>
              <a:buFont typeface="Arial" panose="020B0604020202020204" pitchFamily="34" charset="0"/>
              <a:buChar char="•"/>
              <a:defRPr sz="1980" kern="1200">
                <a:solidFill>
                  <a:schemeClr val="tx1"/>
                </a:solidFill>
                <a:latin typeface="+mn-lt"/>
                <a:ea typeface="+mn-ea"/>
                <a:cs typeface="+mn-cs"/>
              </a:defRPr>
            </a:lvl8pPr>
            <a:lvl9pPr marL="4274820" indent="-251460" algn="l" defTabSz="1005840" rtl="0" eaLnBrk="1" latinLnBrk="0" hangingPunct="1">
              <a:lnSpc>
                <a:spcPct val="90000"/>
              </a:lnSpc>
              <a:spcBef>
                <a:spcPts val="550"/>
              </a:spcBef>
              <a:buFont typeface="Arial" panose="020B0604020202020204" pitchFamily="34" charset="0"/>
              <a:buChar char="•"/>
              <a:defRPr sz="1980" kern="1200">
                <a:solidFill>
                  <a:schemeClr val="tx1"/>
                </a:solidFill>
                <a:latin typeface="+mn-lt"/>
                <a:ea typeface="+mn-ea"/>
                <a:cs typeface="+mn-cs"/>
              </a:defRPr>
            </a:lvl9pPr>
          </a:lstStyle>
          <a:p>
            <a:pPr marL="0" indent="0">
              <a:buNone/>
            </a:pPr>
            <a:r>
              <a:rPr lang="en-US" sz="1550" dirty="0"/>
              <a:t>Consists of all services essential to the back end financial value chain.</a:t>
            </a:r>
          </a:p>
        </p:txBody>
      </p:sp>
      <p:graphicFrame>
        <p:nvGraphicFramePr>
          <p:cNvPr id="30" name="Chart 29">
            <a:extLst>
              <a:ext uri="{FF2B5EF4-FFF2-40B4-BE49-F238E27FC236}">
                <a16:creationId xmlns:a16="http://schemas.microsoft.com/office/drawing/2014/main" id="{1E6888A1-9FDB-9B40-9660-65A0BB2C55FF}"/>
              </a:ext>
            </a:extLst>
          </p:cNvPr>
          <p:cNvGraphicFramePr/>
          <p:nvPr/>
        </p:nvGraphicFramePr>
        <p:xfrm>
          <a:off x="5260010" y="4378206"/>
          <a:ext cx="3933173" cy="2415885"/>
        </p:xfrm>
        <a:graphic>
          <a:graphicData uri="http://schemas.openxmlformats.org/drawingml/2006/chart">
            <c:chart xmlns:c="http://schemas.openxmlformats.org/drawingml/2006/chart" xmlns:r="http://schemas.openxmlformats.org/officeDocument/2006/relationships" r:id="rId2"/>
          </a:graphicData>
        </a:graphic>
      </p:graphicFrame>
      <p:cxnSp>
        <p:nvCxnSpPr>
          <p:cNvPr id="35" name="Straight Arrow Connector 34">
            <a:extLst>
              <a:ext uri="{FF2B5EF4-FFF2-40B4-BE49-F238E27FC236}">
                <a16:creationId xmlns:a16="http://schemas.microsoft.com/office/drawing/2014/main" id="{240DC4C5-F4EA-AF41-B350-7177E9A7460B}"/>
              </a:ext>
            </a:extLst>
          </p:cNvPr>
          <p:cNvCxnSpPr>
            <a:cxnSpLocks/>
          </p:cNvCxnSpPr>
          <p:nvPr/>
        </p:nvCxnSpPr>
        <p:spPr>
          <a:xfrm flipV="1">
            <a:off x="6458824" y="5143444"/>
            <a:ext cx="1668224" cy="842665"/>
          </a:xfrm>
          <a:prstGeom prst="straightConnector1">
            <a:avLst/>
          </a:prstGeom>
          <a:ln w="19050">
            <a:solidFill>
              <a:srgbClr val="1E1F49"/>
            </a:solidFill>
            <a:tailEnd type="triangle"/>
          </a:ln>
        </p:spPr>
        <p:style>
          <a:lnRef idx="1">
            <a:schemeClr val="accent1"/>
          </a:lnRef>
          <a:fillRef idx="0">
            <a:schemeClr val="accent1"/>
          </a:fillRef>
          <a:effectRef idx="0">
            <a:schemeClr val="accent1"/>
          </a:effectRef>
          <a:fontRef idx="minor">
            <a:schemeClr val="tx1"/>
          </a:fontRef>
        </p:style>
      </p:cxnSp>
      <p:sp>
        <p:nvSpPr>
          <p:cNvPr id="41" name="TextBox 40">
            <a:extLst>
              <a:ext uri="{FF2B5EF4-FFF2-40B4-BE49-F238E27FC236}">
                <a16:creationId xmlns:a16="http://schemas.microsoft.com/office/drawing/2014/main" id="{FE12A06C-91BE-EF48-B6A1-EAC6C4697613}"/>
              </a:ext>
            </a:extLst>
          </p:cNvPr>
          <p:cNvSpPr txBox="1"/>
          <p:nvPr/>
        </p:nvSpPr>
        <p:spPr>
          <a:xfrm>
            <a:off x="6575242" y="5127217"/>
            <a:ext cx="651354" cy="400110"/>
          </a:xfrm>
          <a:prstGeom prst="rect">
            <a:avLst/>
          </a:prstGeom>
          <a:noFill/>
          <a:ln>
            <a:solidFill>
              <a:schemeClr val="tx1"/>
            </a:solidFill>
            <a:prstDash val="dash"/>
          </a:ln>
        </p:spPr>
        <p:txBody>
          <a:bodyPr wrap="square" rtlCol="0">
            <a:spAutoFit/>
          </a:bodyPr>
          <a:lstStyle/>
          <a:p>
            <a:r>
              <a:rPr lang="en-US" sz="2000" dirty="0"/>
              <a:t>15%</a:t>
            </a:r>
          </a:p>
        </p:txBody>
      </p:sp>
      <p:sp>
        <p:nvSpPr>
          <p:cNvPr id="3" name="Left Brace 2">
            <a:extLst>
              <a:ext uri="{FF2B5EF4-FFF2-40B4-BE49-F238E27FC236}">
                <a16:creationId xmlns:a16="http://schemas.microsoft.com/office/drawing/2014/main" id="{AF583B41-5B33-284A-A4B7-81804C503E4D}"/>
              </a:ext>
            </a:extLst>
          </p:cNvPr>
          <p:cNvSpPr/>
          <p:nvPr/>
        </p:nvSpPr>
        <p:spPr>
          <a:xfrm rot="10800000">
            <a:off x="4084353" y="2421308"/>
            <a:ext cx="1175657" cy="4372783"/>
          </a:xfrm>
          <a:prstGeom prst="leftBrace">
            <a:avLst>
              <a:gd name="adj1" fmla="val 8333"/>
              <a:gd name="adj2" fmla="val 90384"/>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pic>
        <p:nvPicPr>
          <p:cNvPr id="16" name="Picture 2" descr="BILL: Online bill payment &amp; receivables software">
            <a:extLst>
              <a:ext uri="{FF2B5EF4-FFF2-40B4-BE49-F238E27FC236}">
                <a16:creationId xmlns:a16="http://schemas.microsoft.com/office/drawing/2014/main" id="{B255C16C-49A7-0AB0-608C-C1B34F25C041}"/>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607888" y="298740"/>
            <a:ext cx="1007035" cy="66406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157841070"/>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2606305-D84E-1914-75DA-9A7F622C007E}"/>
              </a:ext>
            </a:extLst>
          </p:cNvPr>
          <p:cNvSpPr>
            <a:spLocks noGrp="1"/>
          </p:cNvSpPr>
          <p:nvPr>
            <p:ph type="title"/>
          </p:nvPr>
        </p:nvSpPr>
        <p:spPr>
          <a:xfrm>
            <a:off x="457200" y="3520440"/>
            <a:ext cx="9144000" cy="519684"/>
          </a:xfrm>
        </p:spPr>
        <p:txBody>
          <a:bodyPr/>
          <a:lstStyle/>
          <a:p>
            <a:r>
              <a:rPr lang="en-US" dirty="0"/>
              <a:t>Valuation</a:t>
            </a:r>
          </a:p>
        </p:txBody>
      </p:sp>
      <p:pic>
        <p:nvPicPr>
          <p:cNvPr id="4" name="Picture 2" descr="BILL: Online bill payment &amp; receivables software">
            <a:extLst>
              <a:ext uri="{FF2B5EF4-FFF2-40B4-BE49-F238E27FC236}">
                <a16:creationId xmlns:a16="http://schemas.microsoft.com/office/drawing/2014/main" id="{F62D2E5A-AB06-EACD-1381-D7AE32A4354D}"/>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607888" y="298740"/>
            <a:ext cx="1007035" cy="664060"/>
          </a:xfrm>
          <a:prstGeom prst="rect">
            <a:avLst/>
          </a:prstGeom>
          <a:noFill/>
          <a:extLst>
            <a:ext uri="{909E8E84-426E-40DD-AFC4-6F175D3DCCD1}">
              <a14:hiddenFill xmlns:a14="http://schemas.microsoft.com/office/drawing/2010/main">
                <a:solidFill>
                  <a:srgbClr val="FFFFFF"/>
                </a:solidFill>
              </a14:hiddenFill>
            </a:ext>
          </a:extLst>
        </p:spPr>
      </p:pic>
      <p:sp>
        <p:nvSpPr>
          <p:cNvPr id="3" name="Title 1">
            <a:extLst>
              <a:ext uri="{FF2B5EF4-FFF2-40B4-BE49-F238E27FC236}">
                <a16:creationId xmlns:a16="http://schemas.microsoft.com/office/drawing/2014/main" id="{1DCF073A-D2BF-7A15-49B7-63D00129229D}"/>
              </a:ext>
            </a:extLst>
          </p:cNvPr>
          <p:cNvSpPr txBox="1">
            <a:spLocks/>
          </p:cNvSpPr>
          <p:nvPr/>
        </p:nvSpPr>
        <p:spPr>
          <a:xfrm>
            <a:off x="457200" y="4041648"/>
            <a:ext cx="9144000" cy="731520"/>
          </a:xfrm>
          <a:prstGeom prst="rect">
            <a:avLst/>
          </a:prstGeom>
        </p:spPr>
        <p:txBody>
          <a:bodyPr vert="horz" lIns="0" tIns="0" rIns="0" bIns="0" rtlCol="0" anchor="t">
            <a:noAutofit/>
          </a:bodyPr>
          <a:lstStyle>
            <a:lvl1pPr algn="l" defTabSz="1005840" rtl="0" eaLnBrk="1" latinLnBrk="0" hangingPunct="1">
              <a:lnSpc>
                <a:spcPct val="90000"/>
              </a:lnSpc>
              <a:spcBef>
                <a:spcPct val="0"/>
              </a:spcBef>
              <a:buNone/>
              <a:defRPr sz="3200" b="1" kern="1200">
                <a:solidFill>
                  <a:schemeClr val="tx1"/>
                </a:solidFill>
                <a:latin typeface="+mj-lt"/>
                <a:ea typeface="+mj-ea"/>
                <a:cs typeface="+mj-cs"/>
              </a:defRPr>
            </a:lvl1pPr>
          </a:lstStyle>
          <a:p>
            <a:r>
              <a:rPr lang="en-US" sz="2000" b="0" dirty="0"/>
              <a:t>Kevin Yang</a:t>
            </a:r>
          </a:p>
        </p:txBody>
      </p:sp>
    </p:spTree>
    <p:extLst>
      <p:ext uri="{BB962C8B-B14F-4D97-AF65-F5344CB8AC3E}">
        <p14:creationId xmlns:p14="http://schemas.microsoft.com/office/powerpoint/2010/main" val="3824047617"/>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F58DF40-20A1-F182-2B94-12F8D70BDA1B}"/>
              </a:ext>
            </a:extLst>
          </p:cNvPr>
          <p:cNvSpPr>
            <a:spLocks noGrp="1"/>
          </p:cNvSpPr>
          <p:nvPr>
            <p:ph type="title"/>
          </p:nvPr>
        </p:nvSpPr>
        <p:spPr/>
        <p:txBody>
          <a:bodyPr/>
          <a:lstStyle/>
          <a:p>
            <a:r>
              <a:rPr lang="en-US" dirty="0"/>
              <a:t>Constant Assumptions</a:t>
            </a:r>
          </a:p>
        </p:txBody>
      </p:sp>
      <p:sp>
        <p:nvSpPr>
          <p:cNvPr id="4" name="Text Placeholder 3">
            <a:extLst>
              <a:ext uri="{FF2B5EF4-FFF2-40B4-BE49-F238E27FC236}">
                <a16:creationId xmlns:a16="http://schemas.microsoft.com/office/drawing/2014/main" id="{1F230176-8456-79B0-40F1-E9595370E43F}"/>
              </a:ext>
            </a:extLst>
          </p:cNvPr>
          <p:cNvSpPr>
            <a:spLocks noGrp="1"/>
          </p:cNvSpPr>
          <p:nvPr>
            <p:ph type="body" sz="quarter" idx="18"/>
          </p:nvPr>
        </p:nvSpPr>
        <p:spPr/>
        <p:txBody>
          <a:bodyPr/>
          <a:lstStyle/>
          <a:p>
            <a:r>
              <a:rPr lang="en-US" i="1" dirty="0"/>
              <a:t>Revenue Build and Income Statement Assumptions</a:t>
            </a:r>
          </a:p>
        </p:txBody>
      </p:sp>
      <p:graphicFrame>
        <p:nvGraphicFramePr>
          <p:cNvPr id="26" name="Content Placeholder 25">
            <a:extLst>
              <a:ext uri="{FF2B5EF4-FFF2-40B4-BE49-F238E27FC236}">
                <a16:creationId xmlns:a16="http://schemas.microsoft.com/office/drawing/2014/main" id="{2C3AE3CA-5C8B-720D-E855-837C0D611369}"/>
              </a:ext>
            </a:extLst>
          </p:cNvPr>
          <p:cNvGraphicFramePr>
            <a:graphicFrameLocks noGrp="1"/>
          </p:cNvGraphicFramePr>
          <p:nvPr>
            <p:ph sz="quarter" idx="12"/>
          </p:nvPr>
        </p:nvGraphicFramePr>
        <p:xfrm>
          <a:off x="5153025" y="2227263"/>
          <a:ext cx="4462463" cy="4741948"/>
        </p:xfrm>
        <a:graphic>
          <a:graphicData uri="http://schemas.openxmlformats.org/drawingml/2006/chart">
            <c:chart xmlns:c="http://schemas.openxmlformats.org/drawingml/2006/chart" xmlns:r="http://schemas.openxmlformats.org/officeDocument/2006/relationships" r:id="rId2"/>
          </a:graphicData>
        </a:graphic>
      </p:graphicFrame>
      <p:sp>
        <p:nvSpPr>
          <p:cNvPr id="7" name="Content Placeholder 6">
            <a:extLst>
              <a:ext uri="{FF2B5EF4-FFF2-40B4-BE49-F238E27FC236}">
                <a16:creationId xmlns:a16="http://schemas.microsoft.com/office/drawing/2014/main" id="{565C1FD5-024B-6707-3B48-FC55680F8F63}"/>
              </a:ext>
            </a:extLst>
          </p:cNvPr>
          <p:cNvSpPr>
            <a:spLocks noGrp="1"/>
          </p:cNvSpPr>
          <p:nvPr>
            <p:ph idx="19"/>
          </p:nvPr>
        </p:nvSpPr>
        <p:spPr>
          <a:xfrm>
            <a:off x="461622" y="1901427"/>
            <a:ext cx="4462271" cy="302600"/>
          </a:xfrm>
        </p:spPr>
        <p:txBody>
          <a:bodyPr/>
          <a:lstStyle/>
          <a:p>
            <a:r>
              <a:rPr lang="en-US" dirty="0"/>
              <a:t>Income Statement Drivers</a:t>
            </a:r>
          </a:p>
        </p:txBody>
      </p:sp>
      <p:sp>
        <p:nvSpPr>
          <p:cNvPr id="9" name="Content Placeholder 8">
            <a:extLst>
              <a:ext uri="{FF2B5EF4-FFF2-40B4-BE49-F238E27FC236}">
                <a16:creationId xmlns:a16="http://schemas.microsoft.com/office/drawing/2014/main" id="{F0739ACA-E2CE-6D01-52C0-39641820CA15}"/>
              </a:ext>
            </a:extLst>
          </p:cNvPr>
          <p:cNvSpPr>
            <a:spLocks noGrp="1"/>
          </p:cNvSpPr>
          <p:nvPr>
            <p:ph idx="24"/>
          </p:nvPr>
        </p:nvSpPr>
        <p:spPr/>
        <p:txBody>
          <a:bodyPr/>
          <a:lstStyle/>
          <a:p>
            <a:r>
              <a:rPr lang="en-US" dirty="0"/>
              <a:t>Breakdown of Customers in Base Case</a:t>
            </a:r>
          </a:p>
        </p:txBody>
      </p:sp>
      <p:sp>
        <p:nvSpPr>
          <p:cNvPr id="11" name="Content Placeholder 10">
            <a:extLst>
              <a:ext uri="{FF2B5EF4-FFF2-40B4-BE49-F238E27FC236}">
                <a16:creationId xmlns:a16="http://schemas.microsoft.com/office/drawing/2014/main" id="{F1030993-0D2C-9774-46BD-44BC821ADBEB}"/>
              </a:ext>
            </a:extLst>
          </p:cNvPr>
          <p:cNvSpPr>
            <a:spLocks noGrp="1"/>
          </p:cNvSpPr>
          <p:nvPr>
            <p:ph idx="28"/>
          </p:nvPr>
        </p:nvSpPr>
        <p:spPr>
          <a:xfrm>
            <a:off x="452549" y="4486100"/>
            <a:ext cx="4444124" cy="2483111"/>
          </a:xfrm>
        </p:spPr>
        <p:txBody>
          <a:bodyPr>
            <a:normAutofit fontScale="25000" lnSpcReduction="20000"/>
          </a:bodyPr>
          <a:lstStyle/>
          <a:p>
            <a:r>
              <a:rPr lang="en-US" sz="5600" dirty="0"/>
              <a:t>BILL:</a:t>
            </a:r>
          </a:p>
          <a:p>
            <a:pPr marL="171450" indent="-171450">
              <a:lnSpc>
                <a:spcPct val="120000"/>
              </a:lnSpc>
              <a:buFont typeface="Wingdings" pitchFamily="2" charset="2"/>
              <a:buChar char="§"/>
            </a:pPr>
            <a:r>
              <a:rPr lang="en-US" sz="5600" dirty="0"/>
              <a:t>Customer retention rate gradually increases from 86% to 88%, Take rate: 0.13%</a:t>
            </a:r>
          </a:p>
          <a:p>
            <a:r>
              <a:rPr lang="en-US" sz="5600" dirty="0"/>
              <a:t>Divvy:</a:t>
            </a:r>
          </a:p>
          <a:p>
            <a:pPr marL="171450" indent="-171450">
              <a:lnSpc>
                <a:spcPct val="120000"/>
              </a:lnSpc>
              <a:buFont typeface="Wingdings" pitchFamily="2" charset="2"/>
              <a:buChar char="§"/>
            </a:pPr>
            <a:r>
              <a:rPr lang="en-US" sz="5600" dirty="0"/>
              <a:t>Customer retention rate gradually increased from 86% to 88%, Take rate: 3%</a:t>
            </a:r>
          </a:p>
          <a:p>
            <a:r>
              <a:rPr lang="en-US" sz="5600" dirty="0"/>
              <a:t>Interest Revenue from Funds:</a:t>
            </a:r>
          </a:p>
          <a:p>
            <a:pPr marL="171450" indent="-171450">
              <a:lnSpc>
                <a:spcPct val="120000"/>
              </a:lnSpc>
              <a:buFont typeface="Wingdings" pitchFamily="2" charset="2"/>
              <a:buChar char="§"/>
            </a:pPr>
            <a:r>
              <a:rPr lang="en-US" sz="5600" dirty="0"/>
              <a:t>3% of funds</a:t>
            </a:r>
          </a:p>
          <a:p>
            <a:endParaRPr lang="en-US" sz="3700" dirty="0"/>
          </a:p>
          <a:p>
            <a:endParaRPr lang="en-US" sz="1600" dirty="0"/>
          </a:p>
          <a:p>
            <a:endParaRPr lang="en-US" dirty="0"/>
          </a:p>
          <a:p>
            <a:endParaRPr lang="en-US" dirty="0"/>
          </a:p>
        </p:txBody>
      </p:sp>
      <p:pic>
        <p:nvPicPr>
          <p:cNvPr id="15" name="Picture 2" descr="BILL: Online bill payment &amp; receivables software">
            <a:extLst>
              <a:ext uri="{FF2B5EF4-FFF2-40B4-BE49-F238E27FC236}">
                <a16:creationId xmlns:a16="http://schemas.microsoft.com/office/drawing/2014/main" id="{A1D4BD95-21E0-3E32-B206-A7302D10FF6F}"/>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607888" y="298740"/>
            <a:ext cx="1007035" cy="664060"/>
          </a:xfrm>
          <a:prstGeom prst="rect">
            <a:avLst/>
          </a:prstGeom>
          <a:noFill/>
          <a:extLst>
            <a:ext uri="{909E8E84-426E-40DD-AFC4-6F175D3DCCD1}">
              <a14:hiddenFill xmlns:a14="http://schemas.microsoft.com/office/drawing/2010/main">
                <a:solidFill>
                  <a:srgbClr val="FFFFFF"/>
                </a:solidFill>
              </a14:hiddenFill>
            </a:ext>
          </a:extLst>
        </p:spPr>
      </p:pic>
      <p:sp>
        <p:nvSpPr>
          <p:cNvPr id="18" name="Content Placeholder 7">
            <a:extLst>
              <a:ext uri="{FF2B5EF4-FFF2-40B4-BE49-F238E27FC236}">
                <a16:creationId xmlns:a16="http://schemas.microsoft.com/office/drawing/2014/main" id="{E33EEB1A-B56F-E404-26B7-14652A9A3B1F}"/>
              </a:ext>
            </a:extLst>
          </p:cNvPr>
          <p:cNvSpPr txBox="1">
            <a:spLocks/>
          </p:cNvSpPr>
          <p:nvPr/>
        </p:nvSpPr>
        <p:spPr>
          <a:xfrm>
            <a:off x="443477" y="2351929"/>
            <a:ext cx="4462271" cy="1677146"/>
          </a:xfrm>
          <a:prstGeom prst="rect">
            <a:avLst/>
          </a:prstGeom>
        </p:spPr>
        <p:txBody>
          <a:bodyPr>
            <a:normAutofit lnSpcReduction="10000"/>
          </a:bodyPr>
          <a:lstStyle>
            <a:lvl1pPr marL="171450" indent="-171450" algn="l" defTabSz="1005840" rtl="0" eaLnBrk="1" latinLnBrk="0" hangingPunct="1">
              <a:lnSpc>
                <a:spcPct val="90000"/>
              </a:lnSpc>
              <a:spcBef>
                <a:spcPts val="1100"/>
              </a:spcBef>
              <a:buClr>
                <a:srgbClr val="1E1F49"/>
              </a:buClr>
              <a:buSzPct val="90000"/>
              <a:buFont typeface="Wingdings" pitchFamily="2" charset="2"/>
              <a:buChar char="§"/>
              <a:tabLst/>
              <a:defRPr sz="1800" kern="1200">
                <a:solidFill>
                  <a:schemeClr val="tx1"/>
                </a:solidFill>
                <a:latin typeface="Garamond" panose="02020404030301010803" pitchFamily="18" charset="0"/>
                <a:ea typeface="+mn-ea"/>
                <a:cs typeface="+mn-cs"/>
              </a:defRPr>
            </a:lvl1pPr>
            <a:lvl2pPr marL="344488" indent="-173038" algn="l" defTabSz="1005840" rtl="0" eaLnBrk="1" latinLnBrk="0" hangingPunct="1">
              <a:lnSpc>
                <a:spcPct val="90000"/>
              </a:lnSpc>
              <a:spcBef>
                <a:spcPts val="550"/>
              </a:spcBef>
              <a:buClr>
                <a:srgbClr val="1E1F49"/>
              </a:buClr>
              <a:buSzPct val="90000"/>
              <a:buFont typeface=".Hiragino Kaku Gothic Interface W3"/>
              <a:buChar char="▫"/>
              <a:tabLst/>
              <a:defRPr sz="1800" kern="1200">
                <a:solidFill>
                  <a:schemeClr val="tx1"/>
                </a:solidFill>
                <a:latin typeface="Garamond" panose="02020404030301010803" pitchFamily="18" charset="0"/>
                <a:ea typeface="+mn-ea"/>
                <a:cs typeface="+mn-cs"/>
              </a:defRPr>
            </a:lvl2pPr>
            <a:lvl3pPr marL="517525" indent="-173038" algn="l" defTabSz="1005840" rtl="0" eaLnBrk="1" latinLnBrk="0" hangingPunct="1">
              <a:lnSpc>
                <a:spcPct val="90000"/>
              </a:lnSpc>
              <a:spcBef>
                <a:spcPts val="550"/>
              </a:spcBef>
              <a:buClr>
                <a:srgbClr val="1E1F49"/>
              </a:buClr>
              <a:buSzPct val="90000"/>
              <a:buFont typeface="Arial" panose="020B0604020202020204" pitchFamily="34" charset="0"/>
              <a:buChar char="•"/>
              <a:tabLst/>
              <a:defRPr sz="1800" kern="1200">
                <a:solidFill>
                  <a:schemeClr val="tx1"/>
                </a:solidFill>
                <a:latin typeface="Garamond" panose="02020404030301010803" pitchFamily="18" charset="0"/>
                <a:ea typeface="+mn-ea"/>
                <a:cs typeface="+mn-cs"/>
              </a:defRPr>
            </a:lvl3pPr>
            <a:lvl4pPr marL="690563" indent="-173038" algn="l" defTabSz="1005840" rtl="0" eaLnBrk="1" latinLnBrk="0" hangingPunct="1">
              <a:lnSpc>
                <a:spcPct val="90000"/>
              </a:lnSpc>
              <a:spcBef>
                <a:spcPts val="550"/>
              </a:spcBef>
              <a:buClr>
                <a:srgbClr val="1E1F49"/>
              </a:buClr>
              <a:buSzPct val="90000"/>
              <a:buFont typeface="Arial" panose="020B0604020202020204" pitchFamily="34" charset="0"/>
              <a:buChar char="•"/>
              <a:tabLst/>
              <a:defRPr sz="1800" kern="1200">
                <a:solidFill>
                  <a:schemeClr val="tx1"/>
                </a:solidFill>
                <a:latin typeface="Garamond" panose="02020404030301010803" pitchFamily="18" charset="0"/>
                <a:ea typeface="+mn-ea"/>
                <a:cs typeface="+mn-cs"/>
              </a:defRPr>
            </a:lvl4pPr>
            <a:lvl5pPr marL="863600" indent="-173038" algn="l" defTabSz="1005840" rtl="0" eaLnBrk="1" latinLnBrk="0" hangingPunct="1">
              <a:lnSpc>
                <a:spcPct val="90000"/>
              </a:lnSpc>
              <a:spcBef>
                <a:spcPts val="550"/>
              </a:spcBef>
              <a:buClr>
                <a:srgbClr val="1E1F49"/>
              </a:buClr>
              <a:buSzPct val="90000"/>
              <a:buFont typeface="Arial" panose="020B0604020202020204" pitchFamily="34" charset="0"/>
              <a:buChar char="•"/>
              <a:tabLst/>
              <a:defRPr sz="1800" kern="1200">
                <a:solidFill>
                  <a:schemeClr val="tx1"/>
                </a:solidFill>
                <a:latin typeface="Garamond" panose="02020404030301010803" pitchFamily="18" charset="0"/>
                <a:ea typeface="+mn-ea"/>
                <a:cs typeface="+mn-cs"/>
              </a:defRPr>
            </a:lvl5pPr>
            <a:lvl6pPr marL="2766060" indent="-251460" algn="l" defTabSz="1005840" rtl="0" eaLnBrk="1" latinLnBrk="0" hangingPunct="1">
              <a:lnSpc>
                <a:spcPct val="90000"/>
              </a:lnSpc>
              <a:spcBef>
                <a:spcPts val="550"/>
              </a:spcBef>
              <a:buFont typeface="Arial" panose="020B0604020202020204" pitchFamily="34" charset="0"/>
              <a:buChar char="•"/>
              <a:defRPr sz="1980" kern="1200">
                <a:solidFill>
                  <a:schemeClr val="tx1"/>
                </a:solidFill>
                <a:latin typeface="+mn-lt"/>
                <a:ea typeface="+mn-ea"/>
                <a:cs typeface="+mn-cs"/>
              </a:defRPr>
            </a:lvl6pPr>
            <a:lvl7pPr marL="3268980" indent="-251460" algn="l" defTabSz="1005840" rtl="0" eaLnBrk="1" latinLnBrk="0" hangingPunct="1">
              <a:lnSpc>
                <a:spcPct val="90000"/>
              </a:lnSpc>
              <a:spcBef>
                <a:spcPts val="550"/>
              </a:spcBef>
              <a:buFont typeface="Arial" panose="020B0604020202020204" pitchFamily="34" charset="0"/>
              <a:buChar char="•"/>
              <a:defRPr sz="1980" kern="1200">
                <a:solidFill>
                  <a:schemeClr val="tx1"/>
                </a:solidFill>
                <a:latin typeface="+mn-lt"/>
                <a:ea typeface="+mn-ea"/>
                <a:cs typeface="+mn-cs"/>
              </a:defRPr>
            </a:lvl7pPr>
            <a:lvl8pPr marL="3771900" indent="-251460" algn="l" defTabSz="1005840" rtl="0" eaLnBrk="1" latinLnBrk="0" hangingPunct="1">
              <a:lnSpc>
                <a:spcPct val="90000"/>
              </a:lnSpc>
              <a:spcBef>
                <a:spcPts val="550"/>
              </a:spcBef>
              <a:buFont typeface="Arial" panose="020B0604020202020204" pitchFamily="34" charset="0"/>
              <a:buChar char="•"/>
              <a:defRPr sz="1980" kern="1200">
                <a:solidFill>
                  <a:schemeClr val="tx1"/>
                </a:solidFill>
                <a:latin typeface="+mn-lt"/>
                <a:ea typeface="+mn-ea"/>
                <a:cs typeface="+mn-cs"/>
              </a:defRPr>
            </a:lvl8pPr>
            <a:lvl9pPr marL="4274820" indent="-251460" algn="l" defTabSz="1005840" rtl="0" eaLnBrk="1" latinLnBrk="0" hangingPunct="1">
              <a:lnSpc>
                <a:spcPct val="90000"/>
              </a:lnSpc>
              <a:spcBef>
                <a:spcPts val="550"/>
              </a:spcBef>
              <a:buFont typeface="Arial" panose="020B0604020202020204" pitchFamily="34" charset="0"/>
              <a:buChar char="•"/>
              <a:defRPr sz="1980" kern="1200">
                <a:solidFill>
                  <a:schemeClr val="tx1"/>
                </a:solidFill>
                <a:latin typeface="+mn-lt"/>
                <a:ea typeface="+mn-ea"/>
                <a:cs typeface="+mn-cs"/>
              </a:defRPr>
            </a:lvl9pPr>
          </a:lstStyle>
          <a:p>
            <a:pPr marL="0" indent="0">
              <a:lnSpc>
                <a:spcPct val="100000"/>
              </a:lnSpc>
              <a:buNone/>
            </a:pPr>
            <a:r>
              <a:rPr lang="en-US" sz="1600" dirty="0"/>
              <a:t>Margins:</a:t>
            </a:r>
          </a:p>
          <a:p>
            <a:pPr>
              <a:lnSpc>
                <a:spcPct val="100000"/>
              </a:lnSpc>
            </a:pPr>
            <a:r>
              <a:rPr lang="en-US" sz="1400" dirty="0"/>
              <a:t>Service costs gradually decrease from 15% to 12%</a:t>
            </a:r>
          </a:p>
          <a:p>
            <a:pPr>
              <a:lnSpc>
                <a:spcPct val="100000"/>
              </a:lnSpc>
            </a:pPr>
            <a:r>
              <a:rPr lang="en-US" sz="1400" dirty="0"/>
              <a:t>R&amp;D spending gradually decreases from 34% to 20%</a:t>
            </a:r>
          </a:p>
          <a:p>
            <a:pPr>
              <a:lnSpc>
                <a:spcPct val="100000"/>
              </a:lnSpc>
            </a:pPr>
            <a:r>
              <a:rPr lang="en-US" sz="1400" dirty="0"/>
              <a:t>G&amp;A spending gradually decreases from 7% to 3% </a:t>
            </a:r>
          </a:p>
          <a:p>
            <a:pPr>
              <a:lnSpc>
                <a:spcPct val="100000"/>
              </a:lnSpc>
            </a:pPr>
            <a:r>
              <a:rPr lang="en-US" sz="1400" dirty="0"/>
              <a:t>Sales and marketing based on standard CAC</a:t>
            </a:r>
          </a:p>
          <a:p>
            <a:pPr marL="0" indent="0">
              <a:lnSpc>
                <a:spcPct val="100000"/>
              </a:lnSpc>
              <a:buNone/>
            </a:pPr>
            <a:endParaRPr lang="en-US" sz="1400" dirty="0"/>
          </a:p>
        </p:txBody>
      </p:sp>
      <p:sp>
        <p:nvSpPr>
          <p:cNvPr id="25" name="Content Placeholder 6">
            <a:extLst>
              <a:ext uri="{FF2B5EF4-FFF2-40B4-BE49-F238E27FC236}">
                <a16:creationId xmlns:a16="http://schemas.microsoft.com/office/drawing/2014/main" id="{855C730D-0531-B55C-F46F-3FEBFEB17724}"/>
              </a:ext>
            </a:extLst>
          </p:cNvPr>
          <p:cNvSpPr txBox="1">
            <a:spLocks/>
          </p:cNvSpPr>
          <p:nvPr/>
        </p:nvSpPr>
        <p:spPr>
          <a:xfrm>
            <a:off x="443476" y="4079952"/>
            <a:ext cx="4462271" cy="302600"/>
          </a:xfrm>
          <a:prstGeom prst="rect">
            <a:avLst/>
          </a:prstGeom>
          <a:solidFill>
            <a:srgbClr val="1E1F49"/>
          </a:solidFill>
          <a:ln>
            <a:noFill/>
          </a:ln>
        </p:spPr>
        <p:txBody>
          <a:bodyPr vert="horz" lIns="0" tIns="0" rIns="0" bIns="0" rtlCol="0" anchor="ctr">
            <a:normAutofit/>
          </a:bodyPr>
          <a:lstStyle>
            <a:lvl1pPr marL="0" marR="0" indent="0" algn="ctr" defTabSz="1005840" rtl="0" eaLnBrk="1" fontAlgn="auto" latinLnBrk="0" hangingPunct="1">
              <a:lnSpc>
                <a:spcPct val="90000"/>
              </a:lnSpc>
              <a:spcBef>
                <a:spcPts val="1100"/>
              </a:spcBef>
              <a:spcAft>
                <a:spcPts val="0"/>
              </a:spcAft>
              <a:buClr>
                <a:srgbClr val="710F32"/>
              </a:buClr>
              <a:buSzPct val="90000"/>
              <a:buFont typeface="Wingdings" pitchFamily="2" charset="2"/>
              <a:buNone/>
              <a:tabLst/>
              <a:defRPr sz="1600" b="0" i="0" kern="1200">
                <a:solidFill>
                  <a:schemeClr val="bg1"/>
                </a:solidFill>
                <a:latin typeface="Garamond" panose="02020404030301010803" pitchFamily="18" charset="0"/>
                <a:ea typeface="+mn-ea"/>
                <a:cs typeface="+mn-cs"/>
              </a:defRPr>
            </a:lvl1pPr>
            <a:lvl2pPr marL="502920" indent="0" algn="l" defTabSz="1005840" rtl="0" eaLnBrk="1" latinLnBrk="0" hangingPunct="1">
              <a:lnSpc>
                <a:spcPct val="90000"/>
              </a:lnSpc>
              <a:spcBef>
                <a:spcPts val="550"/>
              </a:spcBef>
              <a:buClr>
                <a:srgbClr val="1E1F49"/>
              </a:buClr>
              <a:buSzPct val="90000"/>
              <a:buFont typeface=".Hiragino Kaku Gothic Interface W3"/>
              <a:buNone/>
              <a:tabLst/>
              <a:defRPr sz="1600" b="0" i="0" kern="1200">
                <a:solidFill>
                  <a:schemeClr val="tx1"/>
                </a:solidFill>
                <a:latin typeface="Garamond" panose="02020404030301010803" pitchFamily="18" charset="0"/>
                <a:ea typeface="+mn-ea"/>
                <a:cs typeface="+mn-cs"/>
              </a:defRPr>
            </a:lvl2pPr>
            <a:lvl3pPr marL="517525" indent="-173038" algn="l" defTabSz="1005840" rtl="0" eaLnBrk="1" latinLnBrk="0" hangingPunct="1">
              <a:lnSpc>
                <a:spcPct val="90000"/>
              </a:lnSpc>
              <a:spcBef>
                <a:spcPts val="550"/>
              </a:spcBef>
              <a:buClr>
                <a:srgbClr val="1E1F49"/>
              </a:buClr>
              <a:buSzPct val="90000"/>
              <a:buFont typeface="Arial" panose="020B0604020202020204" pitchFamily="34" charset="0"/>
              <a:buChar char="•"/>
              <a:tabLst/>
              <a:defRPr sz="1600" b="0" i="0" kern="1200">
                <a:solidFill>
                  <a:schemeClr val="tx1"/>
                </a:solidFill>
                <a:latin typeface="Garamond" panose="02020404030301010803" pitchFamily="18" charset="0"/>
                <a:ea typeface="+mn-ea"/>
                <a:cs typeface="+mn-cs"/>
              </a:defRPr>
            </a:lvl3pPr>
            <a:lvl4pPr marL="690563" indent="-173038" algn="l" defTabSz="1005840" rtl="0" eaLnBrk="1" latinLnBrk="0" hangingPunct="1">
              <a:lnSpc>
                <a:spcPct val="90000"/>
              </a:lnSpc>
              <a:spcBef>
                <a:spcPts val="550"/>
              </a:spcBef>
              <a:buClr>
                <a:srgbClr val="1E1F49"/>
              </a:buClr>
              <a:buSzPct val="90000"/>
              <a:buFont typeface="Arial" panose="020B0604020202020204" pitchFamily="34" charset="0"/>
              <a:buChar char="•"/>
              <a:tabLst/>
              <a:defRPr sz="1600" b="0" i="0" kern="1200">
                <a:solidFill>
                  <a:schemeClr val="tx1"/>
                </a:solidFill>
                <a:latin typeface="Garamond" panose="02020404030301010803" pitchFamily="18" charset="0"/>
                <a:ea typeface="+mn-ea"/>
                <a:cs typeface="+mn-cs"/>
              </a:defRPr>
            </a:lvl4pPr>
            <a:lvl5pPr marL="863600" indent="-173038" algn="l" defTabSz="1005840" rtl="0" eaLnBrk="1" latinLnBrk="0" hangingPunct="1">
              <a:lnSpc>
                <a:spcPct val="90000"/>
              </a:lnSpc>
              <a:spcBef>
                <a:spcPts val="550"/>
              </a:spcBef>
              <a:buClr>
                <a:srgbClr val="1E1F49"/>
              </a:buClr>
              <a:buSzPct val="90000"/>
              <a:buFont typeface="Arial" panose="020B0604020202020204" pitchFamily="34" charset="0"/>
              <a:buChar char="•"/>
              <a:tabLst/>
              <a:defRPr sz="1600" b="0" i="0" kern="1200">
                <a:solidFill>
                  <a:schemeClr val="tx1"/>
                </a:solidFill>
                <a:latin typeface="Garamond" panose="02020404030301010803" pitchFamily="18" charset="0"/>
                <a:ea typeface="+mn-ea"/>
                <a:cs typeface="+mn-cs"/>
              </a:defRPr>
            </a:lvl5pPr>
            <a:lvl6pPr marL="2766060" indent="-251460" algn="l" defTabSz="1005840" rtl="0" eaLnBrk="1" latinLnBrk="0" hangingPunct="1">
              <a:lnSpc>
                <a:spcPct val="90000"/>
              </a:lnSpc>
              <a:spcBef>
                <a:spcPts val="550"/>
              </a:spcBef>
              <a:buFont typeface="Arial" panose="020B0604020202020204" pitchFamily="34" charset="0"/>
              <a:buChar char="•"/>
              <a:defRPr sz="1980" kern="1200">
                <a:solidFill>
                  <a:schemeClr val="tx1"/>
                </a:solidFill>
                <a:latin typeface="+mn-lt"/>
                <a:ea typeface="+mn-ea"/>
                <a:cs typeface="+mn-cs"/>
              </a:defRPr>
            </a:lvl6pPr>
            <a:lvl7pPr marL="3268980" indent="-251460" algn="l" defTabSz="1005840" rtl="0" eaLnBrk="1" latinLnBrk="0" hangingPunct="1">
              <a:lnSpc>
                <a:spcPct val="90000"/>
              </a:lnSpc>
              <a:spcBef>
                <a:spcPts val="550"/>
              </a:spcBef>
              <a:buFont typeface="Arial" panose="020B0604020202020204" pitchFamily="34" charset="0"/>
              <a:buChar char="•"/>
              <a:defRPr sz="1980" kern="1200">
                <a:solidFill>
                  <a:schemeClr val="tx1"/>
                </a:solidFill>
                <a:latin typeface="+mn-lt"/>
                <a:ea typeface="+mn-ea"/>
                <a:cs typeface="+mn-cs"/>
              </a:defRPr>
            </a:lvl7pPr>
            <a:lvl8pPr marL="3771900" indent="-251460" algn="l" defTabSz="1005840" rtl="0" eaLnBrk="1" latinLnBrk="0" hangingPunct="1">
              <a:lnSpc>
                <a:spcPct val="90000"/>
              </a:lnSpc>
              <a:spcBef>
                <a:spcPts val="550"/>
              </a:spcBef>
              <a:buFont typeface="Arial" panose="020B0604020202020204" pitchFamily="34" charset="0"/>
              <a:buChar char="•"/>
              <a:defRPr sz="1980" kern="1200">
                <a:solidFill>
                  <a:schemeClr val="tx1"/>
                </a:solidFill>
                <a:latin typeface="+mn-lt"/>
                <a:ea typeface="+mn-ea"/>
                <a:cs typeface="+mn-cs"/>
              </a:defRPr>
            </a:lvl8pPr>
            <a:lvl9pPr marL="4274820" indent="-251460" algn="l" defTabSz="1005840" rtl="0" eaLnBrk="1" latinLnBrk="0" hangingPunct="1">
              <a:lnSpc>
                <a:spcPct val="90000"/>
              </a:lnSpc>
              <a:spcBef>
                <a:spcPts val="550"/>
              </a:spcBef>
              <a:buFont typeface="Arial" panose="020B0604020202020204" pitchFamily="34" charset="0"/>
              <a:buChar char="•"/>
              <a:defRPr sz="1980" kern="1200">
                <a:solidFill>
                  <a:schemeClr val="tx1"/>
                </a:solidFill>
                <a:latin typeface="+mn-lt"/>
                <a:ea typeface="+mn-ea"/>
                <a:cs typeface="+mn-cs"/>
              </a:defRPr>
            </a:lvl9pPr>
          </a:lstStyle>
          <a:p>
            <a:r>
              <a:rPr lang="en-US" dirty="0"/>
              <a:t>Revenue Build Drivers</a:t>
            </a:r>
          </a:p>
        </p:txBody>
      </p:sp>
    </p:spTree>
    <p:extLst>
      <p:ext uri="{BB962C8B-B14F-4D97-AF65-F5344CB8AC3E}">
        <p14:creationId xmlns:p14="http://schemas.microsoft.com/office/powerpoint/2010/main" val="15413131"/>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E621580-DB04-4F3C-8A15-AE80591BF69E}"/>
              </a:ext>
            </a:extLst>
          </p:cNvPr>
          <p:cNvSpPr>
            <a:spLocks noGrp="1"/>
          </p:cNvSpPr>
          <p:nvPr>
            <p:ph type="title"/>
          </p:nvPr>
        </p:nvSpPr>
        <p:spPr/>
        <p:txBody>
          <a:bodyPr/>
          <a:lstStyle/>
          <a:p>
            <a:r>
              <a:rPr lang="en-US" dirty="0"/>
              <a:t>DCF Valuation Summary</a:t>
            </a:r>
          </a:p>
        </p:txBody>
      </p:sp>
      <p:sp>
        <p:nvSpPr>
          <p:cNvPr id="3" name="Content Placeholder 2">
            <a:extLst>
              <a:ext uri="{FF2B5EF4-FFF2-40B4-BE49-F238E27FC236}">
                <a16:creationId xmlns:a16="http://schemas.microsoft.com/office/drawing/2014/main" id="{CBB4067E-A96D-4A5F-8D97-9CA288819D7A}"/>
              </a:ext>
            </a:extLst>
          </p:cNvPr>
          <p:cNvSpPr>
            <a:spLocks noGrp="1"/>
          </p:cNvSpPr>
          <p:nvPr>
            <p:ph idx="1"/>
          </p:nvPr>
        </p:nvSpPr>
        <p:spPr>
          <a:xfrm>
            <a:off x="3337034" y="1344657"/>
            <a:ext cx="6268589" cy="1143031"/>
          </a:xfrm>
        </p:spPr>
        <p:txBody>
          <a:bodyPr>
            <a:normAutofit fontScale="92500" lnSpcReduction="10000"/>
          </a:bodyPr>
          <a:lstStyle/>
          <a:p>
            <a:r>
              <a:rPr lang="en-US" sz="1400" dirty="0"/>
              <a:t>11-year projection period</a:t>
            </a:r>
          </a:p>
          <a:p>
            <a:r>
              <a:rPr lang="en-US" sz="1400" dirty="0"/>
              <a:t>Terminal growth rate of 3% in all cases</a:t>
            </a:r>
          </a:p>
          <a:p>
            <a:r>
              <a:rPr lang="en-US" sz="1400" dirty="0"/>
              <a:t>Beta: 1.29</a:t>
            </a:r>
          </a:p>
          <a:p>
            <a:r>
              <a:rPr lang="en-US" sz="1400" dirty="0"/>
              <a:t>Risk Free Rate: 5.94%</a:t>
            </a:r>
          </a:p>
          <a:p>
            <a:r>
              <a:rPr lang="en-US" sz="1400" dirty="0"/>
              <a:t>WACC: 11.45%</a:t>
            </a:r>
          </a:p>
          <a:p>
            <a:pPr marL="0" indent="0">
              <a:buNone/>
            </a:pPr>
            <a:endParaRPr lang="en-US" sz="1400" dirty="0"/>
          </a:p>
        </p:txBody>
      </p:sp>
      <p:sp>
        <p:nvSpPr>
          <p:cNvPr id="4" name="Text Placeholder 3">
            <a:extLst>
              <a:ext uri="{FF2B5EF4-FFF2-40B4-BE49-F238E27FC236}">
                <a16:creationId xmlns:a16="http://schemas.microsoft.com/office/drawing/2014/main" id="{76DDD2F8-14BA-4FB4-92E0-56D6766120D2}"/>
              </a:ext>
            </a:extLst>
          </p:cNvPr>
          <p:cNvSpPr>
            <a:spLocks noGrp="1"/>
          </p:cNvSpPr>
          <p:nvPr>
            <p:ph type="body" sz="quarter" idx="10"/>
          </p:nvPr>
        </p:nvSpPr>
        <p:spPr>
          <a:xfrm>
            <a:off x="452777" y="1337100"/>
            <a:ext cx="2704723" cy="1143030"/>
          </a:xfrm>
        </p:spPr>
        <p:txBody>
          <a:bodyPr/>
          <a:lstStyle/>
          <a:p>
            <a:r>
              <a:rPr lang="en-US" dirty="0"/>
              <a:t>DCF Assumptions</a:t>
            </a:r>
          </a:p>
        </p:txBody>
      </p:sp>
      <p:sp>
        <p:nvSpPr>
          <p:cNvPr id="8" name="Content Placeholder 7">
            <a:extLst>
              <a:ext uri="{FF2B5EF4-FFF2-40B4-BE49-F238E27FC236}">
                <a16:creationId xmlns:a16="http://schemas.microsoft.com/office/drawing/2014/main" id="{3EBF6B3C-89BB-42F3-9F50-02E75C55F03E}"/>
              </a:ext>
            </a:extLst>
          </p:cNvPr>
          <p:cNvSpPr>
            <a:spLocks noGrp="1"/>
          </p:cNvSpPr>
          <p:nvPr>
            <p:ph idx="20"/>
          </p:nvPr>
        </p:nvSpPr>
        <p:spPr>
          <a:xfrm>
            <a:off x="3345879" y="2809009"/>
            <a:ext cx="6269269" cy="1143032"/>
          </a:xfrm>
        </p:spPr>
        <p:txBody>
          <a:bodyPr>
            <a:normAutofit lnSpcReduction="10000"/>
          </a:bodyPr>
          <a:lstStyle/>
          <a:p>
            <a:r>
              <a:rPr lang="en-US" sz="1400" dirty="0"/>
              <a:t>Price target of $79.47</a:t>
            </a:r>
          </a:p>
          <a:p>
            <a:r>
              <a:rPr lang="en-US" sz="1400" dirty="0"/>
              <a:t>BILL customer growth rate steadily decreases from 35% to 20%, Divvy customer growth rate quickly decreases from 35% to 14%</a:t>
            </a:r>
          </a:p>
          <a:p>
            <a:r>
              <a:rPr lang="en-US" sz="1400" dirty="0"/>
              <a:t>BILL TPV steadily decreases from 8% to 2%, Divvy TPV steadily decreases from 10% to 3%</a:t>
            </a:r>
          </a:p>
          <a:p>
            <a:pPr marL="0" indent="0">
              <a:buNone/>
            </a:pPr>
            <a:endParaRPr lang="en-US" sz="1400" dirty="0"/>
          </a:p>
        </p:txBody>
      </p:sp>
      <p:sp>
        <p:nvSpPr>
          <p:cNvPr id="9" name="Text Placeholder 8">
            <a:extLst>
              <a:ext uri="{FF2B5EF4-FFF2-40B4-BE49-F238E27FC236}">
                <a16:creationId xmlns:a16="http://schemas.microsoft.com/office/drawing/2014/main" id="{3ABF15A8-DFCE-47CD-8EC6-529F8C54618C}"/>
              </a:ext>
            </a:extLst>
          </p:cNvPr>
          <p:cNvSpPr>
            <a:spLocks noGrp="1"/>
          </p:cNvSpPr>
          <p:nvPr>
            <p:ph type="body" sz="quarter" idx="21"/>
          </p:nvPr>
        </p:nvSpPr>
        <p:spPr>
          <a:xfrm>
            <a:off x="461623" y="2809009"/>
            <a:ext cx="2704723" cy="1143031"/>
          </a:xfrm>
        </p:spPr>
        <p:txBody>
          <a:bodyPr/>
          <a:lstStyle/>
          <a:p>
            <a:r>
              <a:rPr lang="en-US" dirty="0"/>
              <a:t>Bear</a:t>
            </a:r>
          </a:p>
          <a:p>
            <a:r>
              <a:rPr lang="en-US" dirty="0">
                <a:solidFill>
                  <a:srgbClr val="FF0000"/>
                </a:solidFill>
              </a:rPr>
              <a:t>-6.10%</a:t>
            </a:r>
          </a:p>
        </p:txBody>
      </p:sp>
      <p:sp>
        <p:nvSpPr>
          <p:cNvPr id="10" name="Content Placeholder 9">
            <a:extLst>
              <a:ext uri="{FF2B5EF4-FFF2-40B4-BE49-F238E27FC236}">
                <a16:creationId xmlns:a16="http://schemas.microsoft.com/office/drawing/2014/main" id="{BCA228A5-F9CC-426C-852D-87C496C08667}"/>
              </a:ext>
            </a:extLst>
          </p:cNvPr>
          <p:cNvSpPr>
            <a:spLocks noGrp="1"/>
          </p:cNvSpPr>
          <p:nvPr>
            <p:ph idx="22"/>
          </p:nvPr>
        </p:nvSpPr>
        <p:spPr>
          <a:xfrm>
            <a:off x="3364931" y="5751856"/>
            <a:ext cx="6269268" cy="1135593"/>
          </a:xfrm>
        </p:spPr>
        <p:txBody>
          <a:bodyPr>
            <a:noAutofit/>
          </a:bodyPr>
          <a:lstStyle/>
          <a:p>
            <a:r>
              <a:rPr lang="en-US" sz="1400" dirty="0"/>
              <a:t>Price target of $133.81</a:t>
            </a:r>
          </a:p>
          <a:p>
            <a:r>
              <a:rPr lang="en-US" sz="1400" dirty="0"/>
              <a:t>BILL customer growth rate steadily decreases from 35% to 25%, Divvy customer growth rate steadily decreases from 45% to 20%</a:t>
            </a:r>
          </a:p>
          <a:p>
            <a:r>
              <a:rPr lang="en-US" sz="1400" dirty="0"/>
              <a:t>BILL TPV steadily decreases from 10% to 6%, Divvy TPV steadily decreases from 10% to 5%</a:t>
            </a:r>
          </a:p>
          <a:p>
            <a:pPr marL="0" indent="0">
              <a:buNone/>
            </a:pPr>
            <a:endParaRPr lang="en-US" sz="1400" dirty="0"/>
          </a:p>
        </p:txBody>
      </p:sp>
      <p:sp>
        <p:nvSpPr>
          <p:cNvPr id="11" name="Text Placeholder 10">
            <a:extLst>
              <a:ext uri="{FF2B5EF4-FFF2-40B4-BE49-F238E27FC236}">
                <a16:creationId xmlns:a16="http://schemas.microsoft.com/office/drawing/2014/main" id="{2CC7543E-2BC6-45D6-B9E8-F8637CAE767D}"/>
              </a:ext>
            </a:extLst>
          </p:cNvPr>
          <p:cNvSpPr>
            <a:spLocks noGrp="1"/>
          </p:cNvSpPr>
          <p:nvPr>
            <p:ph type="body" sz="quarter" idx="23"/>
          </p:nvPr>
        </p:nvSpPr>
        <p:spPr>
          <a:xfrm>
            <a:off x="461623" y="4275535"/>
            <a:ext cx="2704723" cy="1138640"/>
          </a:xfrm>
        </p:spPr>
        <p:txBody>
          <a:bodyPr/>
          <a:lstStyle/>
          <a:p>
            <a:r>
              <a:rPr lang="en-US" dirty="0"/>
              <a:t>Base</a:t>
            </a:r>
          </a:p>
          <a:p>
            <a:r>
              <a:rPr lang="en-US" dirty="0">
                <a:solidFill>
                  <a:srgbClr val="00B050"/>
                </a:solidFill>
              </a:rPr>
              <a:t>+22.2%</a:t>
            </a:r>
          </a:p>
        </p:txBody>
      </p:sp>
      <p:cxnSp>
        <p:nvCxnSpPr>
          <p:cNvPr id="14" name="Straight Connector 13">
            <a:extLst>
              <a:ext uri="{FF2B5EF4-FFF2-40B4-BE49-F238E27FC236}">
                <a16:creationId xmlns:a16="http://schemas.microsoft.com/office/drawing/2014/main" id="{97EE9D22-9E2F-2B4F-985F-3457E6C5804D}"/>
              </a:ext>
            </a:extLst>
          </p:cNvPr>
          <p:cNvCxnSpPr/>
          <p:nvPr/>
        </p:nvCxnSpPr>
        <p:spPr>
          <a:xfrm>
            <a:off x="471148" y="4122674"/>
            <a:ext cx="9144000" cy="0"/>
          </a:xfrm>
          <a:prstGeom prst="line">
            <a:avLst/>
          </a:prstGeom>
          <a:ln w="28575">
            <a:solidFill>
              <a:schemeClr val="bg1">
                <a:lumMod val="50000"/>
              </a:schemeClr>
            </a:solidFill>
            <a:prstDash val="dash"/>
          </a:ln>
        </p:spPr>
        <p:style>
          <a:lnRef idx="1">
            <a:schemeClr val="accent1"/>
          </a:lnRef>
          <a:fillRef idx="0">
            <a:schemeClr val="accent1"/>
          </a:fillRef>
          <a:effectRef idx="0">
            <a:schemeClr val="accent1"/>
          </a:effectRef>
          <a:fontRef idx="minor">
            <a:schemeClr val="tx1"/>
          </a:fontRef>
        </p:style>
      </p:cxnSp>
      <p:cxnSp>
        <p:nvCxnSpPr>
          <p:cNvPr id="19" name="Straight Connector 18">
            <a:extLst>
              <a:ext uri="{FF2B5EF4-FFF2-40B4-BE49-F238E27FC236}">
                <a16:creationId xmlns:a16="http://schemas.microsoft.com/office/drawing/2014/main" id="{8D0B3DCC-6981-464A-8E95-04ECA2ABE4B1}"/>
              </a:ext>
            </a:extLst>
          </p:cNvPr>
          <p:cNvCxnSpPr/>
          <p:nvPr/>
        </p:nvCxnSpPr>
        <p:spPr>
          <a:xfrm>
            <a:off x="452777" y="2639188"/>
            <a:ext cx="9144000" cy="0"/>
          </a:xfrm>
          <a:prstGeom prst="line">
            <a:avLst/>
          </a:prstGeom>
          <a:ln w="28575">
            <a:solidFill>
              <a:schemeClr val="bg1">
                <a:lumMod val="50000"/>
              </a:schemeClr>
            </a:solidFill>
            <a:prstDash val="dash"/>
          </a:ln>
        </p:spPr>
        <p:style>
          <a:lnRef idx="1">
            <a:schemeClr val="accent1"/>
          </a:lnRef>
          <a:fillRef idx="0">
            <a:schemeClr val="accent1"/>
          </a:fillRef>
          <a:effectRef idx="0">
            <a:schemeClr val="accent1"/>
          </a:effectRef>
          <a:fontRef idx="minor">
            <a:schemeClr val="tx1"/>
          </a:fontRef>
        </p:style>
      </p:cxnSp>
      <p:sp>
        <p:nvSpPr>
          <p:cNvPr id="12" name="Text Placeholder 10">
            <a:extLst>
              <a:ext uri="{FF2B5EF4-FFF2-40B4-BE49-F238E27FC236}">
                <a16:creationId xmlns:a16="http://schemas.microsoft.com/office/drawing/2014/main" id="{352A436D-4730-FA48-A2D7-6052ACCD856F}"/>
              </a:ext>
            </a:extLst>
          </p:cNvPr>
          <p:cNvSpPr txBox="1">
            <a:spLocks/>
          </p:cNvSpPr>
          <p:nvPr/>
        </p:nvSpPr>
        <p:spPr>
          <a:xfrm>
            <a:off x="471148" y="5762956"/>
            <a:ext cx="2704723" cy="1138640"/>
          </a:xfrm>
          <a:prstGeom prst="rect">
            <a:avLst/>
          </a:prstGeom>
          <a:solidFill>
            <a:srgbClr val="C6D9F1"/>
          </a:solidFill>
          <a:ln>
            <a:noFill/>
          </a:ln>
        </p:spPr>
        <p:txBody>
          <a:bodyPr vert="horz" lIns="91440" tIns="45720" rIns="91440" bIns="45720" rtlCol="0" anchor="ctr">
            <a:normAutofit/>
          </a:bodyPr>
          <a:lstStyle>
            <a:lvl1pPr marL="0" indent="0" algn="ctr" defTabSz="1005840" rtl="0" eaLnBrk="1" latinLnBrk="0" hangingPunct="1">
              <a:lnSpc>
                <a:spcPct val="90000"/>
              </a:lnSpc>
              <a:spcBef>
                <a:spcPts val="1100"/>
              </a:spcBef>
              <a:buClr>
                <a:srgbClr val="1E1F49"/>
              </a:buClr>
              <a:buSzPct val="90000"/>
              <a:buFont typeface="Wingdings" pitchFamily="2" charset="2"/>
              <a:buNone/>
              <a:tabLst/>
              <a:defRPr sz="1600" kern="1200">
                <a:solidFill>
                  <a:schemeClr val="bg1"/>
                </a:solidFill>
                <a:latin typeface="Garamond" panose="02020404030301010803" pitchFamily="18" charset="0"/>
                <a:ea typeface="+mn-ea"/>
                <a:cs typeface="+mn-cs"/>
              </a:defRPr>
            </a:lvl1pPr>
            <a:lvl2pPr marL="502920" indent="0" algn="l" defTabSz="1005840" rtl="0" eaLnBrk="1" latinLnBrk="0" hangingPunct="1">
              <a:lnSpc>
                <a:spcPct val="90000"/>
              </a:lnSpc>
              <a:spcBef>
                <a:spcPts val="550"/>
              </a:spcBef>
              <a:buClr>
                <a:srgbClr val="1E1F49"/>
              </a:buClr>
              <a:buSzPct val="90000"/>
              <a:buFont typeface=".Hiragino Kaku Gothic Interface W3"/>
              <a:buNone/>
              <a:tabLst/>
              <a:defRPr sz="1800" kern="1200">
                <a:solidFill>
                  <a:schemeClr val="bg1"/>
                </a:solidFill>
                <a:latin typeface="Garamond" panose="02020404030301010803" pitchFamily="18" charset="0"/>
                <a:ea typeface="+mn-ea"/>
                <a:cs typeface="+mn-cs"/>
              </a:defRPr>
            </a:lvl2pPr>
            <a:lvl3pPr marL="517525" indent="-173038" algn="l" defTabSz="1005840" rtl="0" eaLnBrk="1" latinLnBrk="0" hangingPunct="1">
              <a:lnSpc>
                <a:spcPct val="90000"/>
              </a:lnSpc>
              <a:spcBef>
                <a:spcPts val="550"/>
              </a:spcBef>
              <a:buClr>
                <a:srgbClr val="1E1F49"/>
              </a:buClr>
              <a:buSzPct val="90000"/>
              <a:buFont typeface="Arial" panose="020B0604020202020204" pitchFamily="34" charset="0"/>
              <a:buChar char="•"/>
              <a:tabLst/>
              <a:defRPr sz="1800" kern="1200">
                <a:solidFill>
                  <a:schemeClr val="bg1"/>
                </a:solidFill>
                <a:latin typeface="Garamond" panose="02020404030301010803" pitchFamily="18" charset="0"/>
                <a:ea typeface="+mn-ea"/>
                <a:cs typeface="+mn-cs"/>
              </a:defRPr>
            </a:lvl3pPr>
            <a:lvl4pPr marL="690563" indent="-173038" algn="l" defTabSz="1005840" rtl="0" eaLnBrk="1" latinLnBrk="0" hangingPunct="1">
              <a:lnSpc>
                <a:spcPct val="90000"/>
              </a:lnSpc>
              <a:spcBef>
                <a:spcPts val="550"/>
              </a:spcBef>
              <a:buClr>
                <a:srgbClr val="1E1F49"/>
              </a:buClr>
              <a:buSzPct val="90000"/>
              <a:buFont typeface="Arial" panose="020B0604020202020204" pitchFamily="34" charset="0"/>
              <a:buChar char="•"/>
              <a:tabLst/>
              <a:defRPr sz="1800" kern="1200">
                <a:solidFill>
                  <a:schemeClr val="bg1"/>
                </a:solidFill>
                <a:latin typeface="Garamond" panose="02020404030301010803" pitchFamily="18" charset="0"/>
                <a:ea typeface="+mn-ea"/>
                <a:cs typeface="+mn-cs"/>
              </a:defRPr>
            </a:lvl4pPr>
            <a:lvl5pPr marL="863600" indent="-173038" algn="l" defTabSz="1005840" rtl="0" eaLnBrk="1" latinLnBrk="0" hangingPunct="1">
              <a:lnSpc>
                <a:spcPct val="90000"/>
              </a:lnSpc>
              <a:spcBef>
                <a:spcPts val="550"/>
              </a:spcBef>
              <a:buClr>
                <a:srgbClr val="1E1F49"/>
              </a:buClr>
              <a:buSzPct val="90000"/>
              <a:buFont typeface="Arial" panose="020B0604020202020204" pitchFamily="34" charset="0"/>
              <a:buChar char="•"/>
              <a:tabLst/>
              <a:defRPr sz="1800" kern="1200">
                <a:solidFill>
                  <a:schemeClr val="bg1"/>
                </a:solidFill>
                <a:latin typeface="Garamond" panose="02020404030301010803" pitchFamily="18" charset="0"/>
                <a:ea typeface="+mn-ea"/>
                <a:cs typeface="+mn-cs"/>
              </a:defRPr>
            </a:lvl5pPr>
            <a:lvl6pPr marL="2766060" indent="-251460" algn="l" defTabSz="1005840" rtl="0" eaLnBrk="1" latinLnBrk="0" hangingPunct="1">
              <a:lnSpc>
                <a:spcPct val="90000"/>
              </a:lnSpc>
              <a:spcBef>
                <a:spcPts val="550"/>
              </a:spcBef>
              <a:buFont typeface="Arial" panose="020B0604020202020204" pitchFamily="34" charset="0"/>
              <a:buChar char="•"/>
              <a:defRPr sz="1980" kern="1200">
                <a:solidFill>
                  <a:schemeClr val="tx1"/>
                </a:solidFill>
                <a:latin typeface="+mn-lt"/>
                <a:ea typeface="+mn-ea"/>
                <a:cs typeface="+mn-cs"/>
              </a:defRPr>
            </a:lvl6pPr>
            <a:lvl7pPr marL="3268980" indent="-251460" algn="l" defTabSz="1005840" rtl="0" eaLnBrk="1" latinLnBrk="0" hangingPunct="1">
              <a:lnSpc>
                <a:spcPct val="90000"/>
              </a:lnSpc>
              <a:spcBef>
                <a:spcPts val="550"/>
              </a:spcBef>
              <a:buFont typeface="Arial" panose="020B0604020202020204" pitchFamily="34" charset="0"/>
              <a:buChar char="•"/>
              <a:defRPr sz="1980" kern="1200">
                <a:solidFill>
                  <a:schemeClr val="tx1"/>
                </a:solidFill>
                <a:latin typeface="+mn-lt"/>
                <a:ea typeface="+mn-ea"/>
                <a:cs typeface="+mn-cs"/>
              </a:defRPr>
            </a:lvl7pPr>
            <a:lvl8pPr marL="3771900" indent="-251460" algn="l" defTabSz="1005840" rtl="0" eaLnBrk="1" latinLnBrk="0" hangingPunct="1">
              <a:lnSpc>
                <a:spcPct val="90000"/>
              </a:lnSpc>
              <a:spcBef>
                <a:spcPts val="550"/>
              </a:spcBef>
              <a:buFont typeface="Arial" panose="020B0604020202020204" pitchFamily="34" charset="0"/>
              <a:buChar char="•"/>
              <a:defRPr sz="1980" kern="1200">
                <a:solidFill>
                  <a:schemeClr val="tx1"/>
                </a:solidFill>
                <a:latin typeface="+mn-lt"/>
                <a:ea typeface="+mn-ea"/>
                <a:cs typeface="+mn-cs"/>
              </a:defRPr>
            </a:lvl8pPr>
            <a:lvl9pPr marL="4274820" indent="-251460" algn="l" defTabSz="1005840" rtl="0" eaLnBrk="1" latinLnBrk="0" hangingPunct="1">
              <a:lnSpc>
                <a:spcPct val="90000"/>
              </a:lnSpc>
              <a:spcBef>
                <a:spcPts val="550"/>
              </a:spcBef>
              <a:buFont typeface="Arial" panose="020B0604020202020204" pitchFamily="34" charset="0"/>
              <a:buChar char="•"/>
              <a:defRPr sz="1980" kern="1200">
                <a:solidFill>
                  <a:schemeClr val="tx1"/>
                </a:solidFill>
                <a:latin typeface="+mn-lt"/>
                <a:ea typeface="+mn-ea"/>
                <a:cs typeface="+mn-cs"/>
              </a:defRPr>
            </a:lvl9pPr>
          </a:lstStyle>
          <a:p>
            <a:r>
              <a:rPr lang="en-US" dirty="0">
                <a:solidFill>
                  <a:schemeClr val="tx1"/>
                </a:solidFill>
              </a:rPr>
              <a:t>Bull</a:t>
            </a:r>
          </a:p>
          <a:p>
            <a:r>
              <a:rPr lang="en-US" dirty="0">
                <a:solidFill>
                  <a:srgbClr val="00B050"/>
                </a:solidFill>
              </a:rPr>
              <a:t>+58.5%</a:t>
            </a:r>
          </a:p>
        </p:txBody>
      </p:sp>
      <p:cxnSp>
        <p:nvCxnSpPr>
          <p:cNvPr id="13" name="Straight Connector 12">
            <a:extLst>
              <a:ext uri="{FF2B5EF4-FFF2-40B4-BE49-F238E27FC236}">
                <a16:creationId xmlns:a16="http://schemas.microsoft.com/office/drawing/2014/main" id="{C5F985C6-92D6-3D4C-B00E-649E3DEE396E}"/>
              </a:ext>
            </a:extLst>
          </p:cNvPr>
          <p:cNvCxnSpPr/>
          <p:nvPr/>
        </p:nvCxnSpPr>
        <p:spPr>
          <a:xfrm>
            <a:off x="471148" y="5583015"/>
            <a:ext cx="9144000" cy="0"/>
          </a:xfrm>
          <a:prstGeom prst="line">
            <a:avLst/>
          </a:prstGeom>
          <a:ln w="28575">
            <a:solidFill>
              <a:schemeClr val="bg1">
                <a:lumMod val="50000"/>
              </a:schemeClr>
            </a:solidFill>
            <a:prstDash val="dash"/>
          </a:ln>
        </p:spPr>
        <p:style>
          <a:lnRef idx="1">
            <a:schemeClr val="accent1"/>
          </a:lnRef>
          <a:fillRef idx="0">
            <a:schemeClr val="accent1"/>
          </a:fillRef>
          <a:effectRef idx="0">
            <a:schemeClr val="accent1"/>
          </a:effectRef>
          <a:fontRef idx="minor">
            <a:schemeClr val="tx1"/>
          </a:fontRef>
        </p:style>
      </p:cxnSp>
      <p:sp>
        <p:nvSpPr>
          <p:cNvPr id="15" name="Content Placeholder 9">
            <a:extLst>
              <a:ext uri="{FF2B5EF4-FFF2-40B4-BE49-F238E27FC236}">
                <a16:creationId xmlns:a16="http://schemas.microsoft.com/office/drawing/2014/main" id="{B0B04D95-9E12-F54D-90B5-F5D997373C39}"/>
              </a:ext>
            </a:extLst>
          </p:cNvPr>
          <p:cNvSpPr txBox="1">
            <a:spLocks/>
          </p:cNvSpPr>
          <p:nvPr/>
        </p:nvSpPr>
        <p:spPr>
          <a:xfrm>
            <a:off x="3345880" y="4293308"/>
            <a:ext cx="6269268" cy="1135593"/>
          </a:xfrm>
          <a:prstGeom prst="rect">
            <a:avLst/>
          </a:prstGeom>
        </p:spPr>
        <p:txBody>
          <a:bodyPr vert="horz" lIns="91440" tIns="45720" rIns="91440" bIns="45720" rtlCol="0">
            <a:noAutofit/>
          </a:bodyPr>
          <a:lstStyle>
            <a:lvl1pPr marL="171450" indent="-171450" algn="l" defTabSz="1005840" rtl="0" eaLnBrk="1" latinLnBrk="0" hangingPunct="1">
              <a:lnSpc>
                <a:spcPct val="90000"/>
              </a:lnSpc>
              <a:spcBef>
                <a:spcPts val="500"/>
              </a:spcBef>
              <a:buClr>
                <a:srgbClr val="1E1F49"/>
              </a:buClr>
              <a:buSzPct val="90000"/>
              <a:buFont typeface="Wingdings" pitchFamily="2" charset="2"/>
              <a:buChar char="§"/>
              <a:tabLst/>
              <a:defRPr sz="1600" kern="1200">
                <a:solidFill>
                  <a:schemeClr val="tx1"/>
                </a:solidFill>
                <a:latin typeface="Garamond" panose="02020404030301010803" pitchFamily="18" charset="0"/>
                <a:ea typeface="+mn-ea"/>
                <a:cs typeface="+mn-cs"/>
              </a:defRPr>
            </a:lvl1pPr>
            <a:lvl2pPr marL="344488" indent="-173038" algn="l" defTabSz="1005840" rtl="0" eaLnBrk="1" latinLnBrk="0" hangingPunct="1">
              <a:lnSpc>
                <a:spcPct val="90000"/>
              </a:lnSpc>
              <a:spcBef>
                <a:spcPts val="500"/>
              </a:spcBef>
              <a:buClr>
                <a:srgbClr val="1E1F49"/>
              </a:buClr>
              <a:buSzPct val="90000"/>
              <a:buFont typeface=".Hiragino Kaku Gothic Interface W3"/>
              <a:buChar char="▫"/>
              <a:tabLst/>
              <a:defRPr sz="1600" kern="1200">
                <a:solidFill>
                  <a:schemeClr val="tx1"/>
                </a:solidFill>
                <a:latin typeface="Garamond" panose="02020404030301010803" pitchFamily="18" charset="0"/>
                <a:ea typeface="+mn-ea"/>
                <a:cs typeface="+mn-cs"/>
              </a:defRPr>
            </a:lvl2pPr>
            <a:lvl3pPr marL="517525" indent="-173038" algn="l" defTabSz="1005840" rtl="0" eaLnBrk="1" latinLnBrk="0" hangingPunct="1">
              <a:lnSpc>
                <a:spcPct val="90000"/>
              </a:lnSpc>
              <a:spcBef>
                <a:spcPts val="550"/>
              </a:spcBef>
              <a:buClr>
                <a:srgbClr val="1E1F49"/>
              </a:buClr>
              <a:buSzPct val="90000"/>
              <a:buFont typeface="Arial" panose="020B0604020202020204" pitchFamily="34" charset="0"/>
              <a:buChar char="•"/>
              <a:tabLst/>
              <a:defRPr sz="1600" kern="1200">
                <a:solidFill>
                  <a:schemeClr val="tx1"/>
                </a:solidFill>
                <a:latin typeface="Garamond" panose="02020404030301010803" pitchFamily="18" charset="0"/>
                <a:ea typeface="+mn-ea"/>
                <a:cs typeface="+mn-cs"/>
              </a:defRPr>
            </a:lvl3pPr>
            <a:lvl4pPr marL="690563" indent="-173038" algn="l" defTabSz="1005840" rtl="0" eaLnBrk="1" latinLnBrk="0" hangingPunct="1">
              <a:lnSpc>
                <a:spcPct val="90000"/>
              </a:lnSpc>
              <a:spcBef>
                <a:spcPts val="550"/>
              </a:spcBef>
              <a:buClr>
                <a:srgbClr val="1E1F49"/>
              </a:buClr>
              <a:buSzPct val="90000"/>
              <a:buFont typeface="Arial" panose="020B0604020202020204" pitchFamily="34" charset="0"/>
              <a:buChar char="•"/>
              <a:tabLst/>
              <a:defRPr sz="1800" kern="1200">
                <a:solidFill>
                  <a:schemeClr val="tx1"/>
                </a:solidFill>
                <a:latin typeface="Garamond" panose="02020404030301010803" pitchFamily="18" charset="0"/>
                <a:ea typeface="+mn-ea"/>
                <a:cs typeface="+mn-cs"/>
              </a:defRPr>
            </a:lvl4pPr>
            <a:lvl5pPr marL="863600" indent="-173038" algn="l" defTabSz="1005840" rtl="0" eaLnBrk="1" latinLnBrk="0" hangingPunct="1">
              <a:lnSpc>
                <a:spcPct val="90000"/>
              </a:lnSpc>
              <a:spcBef>
                <a:spcPts val="550"/>
              </a:spcBef>
              <a:buClr>
                <a:srgbClr val="1E1F49"/>
              </a:buClr>
              <a:buSzPct val="90000"/>
              <a:buFont typeface="Arial" panose="020B0604020202020204" pitchFamily="34" charset="0"/>
              <a:buChar char="•"/>
              <a:tabLst/>
              <a:defRPr sz="1800" kern="1200">
                <a:solidFill>
                  <a:schemeClr val="tx1"/>
                </a:solidFill>
                <a:latin typeface="Garamond" panose="02020404030301010803" pitchFamily="18" charset="0"/>
                <a:ea typeface="+mn-ea"/>
                <a:cs typeface="+mn-cs"/>
              </a:defRPr>
            </a:lvl5pPr>
            <a:lvl6pPr marL="2766060" indent="-251460" algn="l" defTabSz="1005840" rtl="0" eaLnBrk="1" latinLnBrk="0" hangingPunct="1">
              <a:lnSpc>
                <a:spcPct val="90000"/>
              </a:lnSpc>
              <a:spcBef>
                <a:spcPts val="550"/>
              </a:spcBef>
              <a:buFont typeface="Arial" panose="020B0604020202020204" pitchFamily="34" charset="0"/>
              <a:buChar char="•"/>
              <a:defRPr sz="1980" kern="1200">
                <a:solidFill>
                  <a:schemeClr val="tx1"/>
                </a:solidFill>
                <a:latin typeface="+mn-lt"/>
                <a:ea typeface="+mn-ea"/>
                <a:cs typeface="+mn-cs"/>
              </a:defRPr>
            </a:lvl6pPr>
            <a:lvl7pPr marL="3268980" indent="-251460" algn="l" defTabSz="1005840" rtl="0" eaLnBrk="1" latinLnBrk="0" hangingPunct="1">
              <a:lnSpc>
                <a:spcPct val="90000"/>
              </a:lnSpc>
              <a:spcBef>
                <a:spcPts val="550"/>
              </a:spcBef>
              <a:buFont typeface="Arial" panose="020B0604020202020204" pitchFamily="34" charset="0"/>
              <a:buChar char="•"/>
              <a:defRPr sz="1980" kern="1200">
                <a:solidFill>
                  <a:schemeClr val="tx1"/>
                </a:solidFill>
                <a:latin typeface="+mn-lt"/>
                <a:ea typeface="+mn-ea"/>
                <a:cs typeface="+mn-cs"/>
              </a:defRPr>
            </a:lvl7pPr>
            <a:lvl8pPr marL="3771900" indent="-251460" algn="l" defTabSz="1005840" rtl="0" eaLnBrk="1" latinLnBrk="0" hangingPunct="1">
              <a:lnSpc>
                <a:spcPct val="90000"/>
              </a:lnSpc>
              <a:spcBef>
                <a:spcPts val="550"/>
              </a:spcBef>
              <a:buFont typeface="Arial" panose="020B0604020202020204" pitchFamily="34" charset="0"/>
              <a:buChar char="•"/>
              <a:defRPr sz="1980" kern="1200">
                <a:solidFill>
                  <a:schemeClr val="tx1"/>
                </a:solidFill>
                <a:latin typeface="+mn-lt"/>
                <a:ea typeface="+mn-ea"/>
                <a:cs typeface="+mn-cs"/>
              </a:defRPr>
            </a:lvl8pPr>
            <a:lvl9pPr marL="4274820" indent="-251460" algn="l" defTabSz="1005840" rtl="0" eaLnBrk="1" latinLnBrk="0" hangingPunct="1">
              <a:lnSpc>
                <a:spcPct val="90000"/>
              </a:lnSpc>
              <a:spcBef>
                <a:spcPts val="550"/>
              </a:spcBef>
              <a:buFont typeface="Arial" panose="020B0604020202020204" pitchFamily="34" charset="0"/>
              <a:buChar char="•"/>
              <a:defRPr sz="1980" kern="1200">
                <a:solidFill>
                  <a:schemeClr val="tx1"/>
                </a:solidFill>
                <a:latin typeface="+mn-lt"/>
                <a:ea typeface="+mn-ea"/>
                <a:cs typeface="+mn-cs"/>
              </a:defRPr>
            </a:lvl9pPr>
          </a:lstStyle>
          <a:p>
            <a:r>
              <a:rPr lang="en-US" sz="1400" dirty="0"/>
              <a:t>Price target of $106.39</a:t>
            </a:r>
          </a:p>
          <a:p>
            <a:r>
              <a:rPr lang="en-US" sz="1400" dirty="0"/>
              <a:t>BILL customer growth rate quickly decreases from 35% to 25%, Divvy customer growth rate steadily decreases from 35% to 20%</a:t>
            </a:r>
          </a:p>
          <a:p>
            <a:r>
              <a:rPr lang="en-US" sz="1400" dirty="0"/>
              <a:t>BILL TPV steadily decreases from 8% to 4%, Divvy TPV quickly decreases from 10% to 5%</a:t>
            </a:r>
          </a:p>
        </p:txBody>
      </p:sp>
      <p:pic>
        <p:nvPicPr>
          <p:cNvPr id="6" name="Picture 2" descr="BILL: Online bill payment &amp; receivables software">
            <a:extLst>
              <a:ext uri="{FF2B5EF4-FFF2-40B4-BE49-F238E27FC236}">
                <a16:creationId xmlns:a16="http://schemas.microsoft.com/office/drawing/2014/main" id="{83E2EE41-57F0-7F5D-97ED-65B02F996F3B}"/>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607888" y="298740"/>
            <a:ext cx="1007035" cy="66406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163952214"/>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02D566E-2503-DE2A-2E15-FDEE3C1F8791}"/>
              </a:ext>
            </a:extLst>
          </p:cNvPr>
          <p:cNvSpPr>
            <a:spLocks noGrp="1"/>
          </p:cNvSpPr>
          <p:nvPr>
            <p:ph type="title"/>
          </p:nvPr>
        </p:nvSpPr>
        <p:spPr/>
        <p:txBody>
          <a:bodyPr/>
          <a:lstStyle/>
          <a:p>
            <a:r>
              <a:rPr lang="en-US" dirty="0"/>
              <a:t>Sensitivity Table</a:t>
            </a:r>
          </a:p>
        </p:txBody>
      </p:sp>
      <p:sp>
        <p:nvSpPr>
          <p:cNvPr id="5" name="Text Placeholder 4">
            <a:extLst>
              <a:ext uri="{FF2B5EF4-FFF2-40B4-BE49-F238E27FC236}">
                <a16:creationId xmlns:a16="http://schemas.microsoft.com/office/drawing/2014/main" id="{2DC32C1A-9B51-69DF-FAAF-F651FB503DBB}"/>
              </a:ext>
            </a:extLst>
          </p:cNvPr>
          <p:cNvSpPr>
            <a:spLocks noGrp="1"/>
          </p:cNvSpPr>
          <p:nvPr>
            <p:ph type="body" sz="quarter" idx="18"/>
          </p:nvPr>
        </p:nvSpPr>
        <p:spPr/>
        <p:txBody>
          <a:bodyPr/>
          <a:lstStyle/>
          <a:p>
            <a:r>
              <a:rPr lang="en-US" i="1" dirty="0"/>
              <a:t>Return profiles for bear, base, and bull case</a:t>
            </a:r>
          </a:p>
        </p:txBody>
      </p:sp>
      <p:sp>
        <p:nvSpPr>
          <p:cNvPr id="6" name="Text Placeholder 5">
            <a:extLst>
              <a:ext uri="{FF2B5EF4-FFF2-40B4-BE49-F238E27FC236}">
                <a16:creationId xmlns:a16="http://schemas.microsoft.com/office/drawing/2014/main" id="{9DB37A34-5606-DAD5-1916-F3151C7AB6EC}"/>
              </a:ext>
            </a:extLst>
          </p:cNvPr>
          <p:cNvSpPr>
            <a:spLocks noGrp="1"/>
          </p:cNvSpPr>
          <p:nvPr>
            <p:ph type="body" sz="quarter" idx="20"/>
          </p:nvPr>
        </p:nvSpPr>
        <p:spPr/>
        <p:txBody>
          <a:bodyPr/>
          <a:lstStyle/>
          <a:p>
            <a:endParaRPr lang="en-US"/>
          </a:p>
        </p:txBody>
      </p:sp>
      <p:sp>
        <p:nvSpPr>
          <p:cNvPr id="20" name="Content Placeholder 19">
            <a:extLst>
              <a:ext uri="{FF2B5EF4-FFF2-40B4-BE49-F238E27FC236}">
                <a16:creationId xmlns:a16="http://schemas.microsoft.com/office/drawing/2014/main" id="{A4DF4B48-2418-866B-135D-DD61BF7B0D46}"/>
              </a:ext>
            </a:extLst>
          </p:cNvPr>
          <p:cNvSpPr>
            <a:spLocks noGrp="1"/>
          </p:cNvSpPr>
          <p:nvPr>
            <p:ph idx="1"/>
          </p:nvPr>
        </p:nvSpPr>
        <p:spPr/>
        <p:txBody>
          <a:bodyPr/>
          <a:lstStyle/>
          <a:p>
            <a:endParaRPr lang="en-US" dirty="0"/>
          </a:p>
        </p:txBody>
      </p:sp>
      <p:pic>
        <p:nvPicPr>
          <p:cNvPr id="26" name="Picture 25">
            <a:extLst>
              <a:ext uri="{FF2B5EF4-FFF2-40B4-BE49-F238E27FC236}">
                <a16:creationId xmlns:a16="http://schemas.microsoft.com/office/drawing/2014/main" id="{0FEA6EE5-EF5E-D458-F59E-2A638AC0860E}"/>
              </a:ext>
            </a:extLst>
          </p:cNvPr>
          <p:cNvPicPr>
            <a:picLocks noChangeAspect="1"/>
          </p:cNvPicPr>
          <p:nvPr/>
        </p:nvPicPr>
        <p:blipFill>
          <a:blip r:embed="rId2"/>
          <a:stretch>
            <a:fillRect/>
          </a:stretch>
        </p:blipFill>
        <p:spPr>
          <a:xfrm>
            <a:off x="461623" y="1700360"/>
            <a:ext cx="9144000" cy="1442545"/>
          </a:xfrm>
          <a:prstGeom prst="rect">
            <a:avLst/>
          </a:prstGeom>
        </p:spPr>
      </p:pic>
      <p:pic>
        <p:nvPicPr>
          <p:cNvPr id="28" name="Picture 27">
            <a:extLst>
              <a:ext uri="{FF2B5EF4-FFF2-40B4-BE49-F238E27FC236}">
                <a16:creationId xmlns:a16="http://schemas.microsoft.com/office/drawing/2014/main" id="{EF753EB4-0CAC-FD2D-08D9-6E03B054AB8C}"/>
              </a:ext>
            </a:extLst>
          </p:cNvPr>
          <p:cNvPicPr>
            <a:picLocks noChangeAspect="1"/>
          </p:cNvPicPr>
          <p:nvPr/>
        </p:nvPicPr>
        <p:blipFill>
          <a:blip r:embed="rId3"/>
          <a:stretch>
            <a:fillRect/>
          </a:stretch>
        </p:blipFill>
        <p:spPr>
          <a:xfrm>
            <a:off x="450532" y="3299773"/>
            <a:ext cx="9155091" cy="1442545"/>
          </a:xfrm>
          <a:prstGeom prst="rect">
            <a:avLst/>
          </a:prstGeom>
        </p:spPr>
      </p:pic>
      <p:pic>
        <p:nvPicPr>
          <p:cNvPr id="30" name="Picture 29">
            <a:extLst>
              <a:ext uri="{FF2B5EF4-FFF2-40B4-BE49-F238E27FC236}">
                <a16:creationId xmlns:a16="http://schemas.microsoft.com/office/drawing/2014/main" id="{EBF33CA8-B04C-929D-062D-CE4476BEA672}"/>
              </a:ext>
            </a:extLst>
          </p:cNvPr>
          <p:cNvPicPr>
            <a:picLocks noChangeAspect="1"/>
          </p:cNvPicPr>
          <p:nvPr/>
        </p:nvPicPr>
        <p:blipFill>
          <a:blip r:embed="rId4"/>
          <a:stretch>
            <a:fillRect/>
          </a:stretch>
        </p:blipFill>
        <p:spPr>
          <a:xfrm>
            <a:off x="450531" y="4894802"/>
            <a:ext cx="9155091" cy="1442545"/>
          </a:xfrm>
          <a:prstGeom prst="rect">
            <a:avLst/>
          </a:prstGeom>
        </p:spPr>
      </p:pic>
      <p:pic>
        <p:nvPicPr>
          <p:cNvPr id="31" name="Picture 2" descr="BILL: Online bill payment &amp; receivables software">
            <a:extLst>
              <a:ext uri="{FF2B5EF4-FFF2-40B4-BE49-F238E27FC236}">
                <a16:creationId xmlns:a16="http://schemas.microsoft.com/office/drawing/2014/main" id="{EF6E2D34-527E-34EE-992A-763C041044AE}"/>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8607888" y="298740"/>
            <a:ext cx="1007035" cy="66406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892532279"/>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96E6A09-9BC3-91AF-871B-959F78BF743E}"/>
              </a:ext>
            </a:extLst>
          </p:cNvPr>
          <p:cNvSpPr>
            <a:spLocks noGrp="1"/>
          </p:cNvSpPr>
          <p:nvPr>
            <p:ph type="title"/>
          </p:nvPr>
        </p:nvSpPr>
        <p:spPr>
          <a:xfrm>
            <a:off x="461623" y="365467"/>
            <a:ext cx="9144000" cy="731520"/>
          </a:xfrm>
        </p:spPr>
        <p:txBody>
          <a:bodyPr anchor="b">
            <a:normAutofit/>
          </a:bodyPr>
          <a:lstStyle/>
          <a:p>
            <a:r>
              <a:rPr lang="en-US" dirty="0"/>
              <a:t>Income Statement</a:t>
            </a:r>
          </a:p>
        </p:txBody>
      </p:sp>
      <p:sp>
        <p:nvSpPr>
          <p:cNvPr id="12" name="Text Placeholder 4">
            <a:extLst>
              <a:ext uri="{FF2B5EF4-FFF2-40B4-BE49-F238E27FC236}">
                <a16:creationId xmlns:a16="http://schemas.microsoft.com/office/drawing/2014/main" id="{0E634091-739B-ADF8-3332-45B8E7357BD6}"/>
              </a:ext>
            </a:extLst>
          </p:cNvPr>
          <p:cNvSpPr>
            <a:spLocks noGrp="1"/>
          </p:cNvSpPr>
          <p:nvPr>
            <p:ph type="body" sz="quarter" idx="18"/>
          </p:nvPr>
        </p:nvSpPr>
        <p:spPr>
          <a:xfrm>
            <a:off x="461963" y="1248828"/>
            <a:ext cx="9144000" cy="355600"/>
          </a:xfrm>
        </p:spPr>
        <p:txBody>
          <a:bodyPr/>
          <a:lstStyle/>
          <a:p>
            <a:endParaRPr lang="en-US"/>
          </a:p>
        </p:txBody>
      </p:sp>
      <p:sp>
        <p:nvSpPr>
          <p:cNvPr id="14" name="Text Placeholder 5">
            <a:extLst>
              <a:ext uri="{FF2B5EF4-FFF2-40B4-BE49-F238E27FC236}">
                <a16:creationId xmlns:a16="http://schemas.microsoft.com/office/drawing/2014/main" id="{660511AC-E2B7-1E0C-9C26-BD314AC748C5}"/>
              </a:ext>
            </a:extLst>
          </p:cNvPr>
          <p:cNvSpPr>
            <a:spLocks noGrp="1"/>
          </p:cNvSpPr>
          <p:nvPr>
            <p:ph type="body" sz="quarter" idx="20"/>
          </p:nvPr>
        </p:nvSpPr>
        <p:spPr>
          <a:xfrm>
            <a:off x="463868" y="6362339"/>
            <a:ext cx="9144000" cy="646113"/>
          </a:xfrm>
        </p:spPr>
        <p:txBody>
          <a:bodyPr/>
          <a:lstStyle/>
          <a:p>
            <a:endParaRPr lang="en-US" dirty="0"/>
          </a:p>
        </p:txBody>
      </p:sp>
      <p:sp>
        <p:nvSpPr>
          <p:cNvPr id="26" name="Content Placeholder 25">
            <a:extLst>
              <a:ext uri="{FF2B5EF4-FFF2-40B4-BE49-F238E27FC236}">
                <a16:creationId xmlns:a16="http://schemas.microsoft.com/office/drawing/2014/main" id="{67A2D58C-D8D8-7AC9-F253-085A6EBFEFE5}"/>
              </a:ext>
            </a:extLst>
          </p:cNvPr>
          <p:cNvSpPr>
            <a:spLocks noGrp="1"/>
          </p:cNvSpPr>
          <p:nvPr>
            <p:ph idx="1"/>
          </p:nvPr>
        </p:nvSpPr>
        <p:spPr/>
        <p:txBody>
          <a:bodyPr/>
          <a:lstStyle/>
          <a:p>
            <a:endParaRPr lang="en-US" dirty="0"/>
          </a:p>
        </p:txBody>
      </p:sp>
      <p:graphicFrame>
        <p:nvGraphicFramePr>
          <p:cNvPr id="29" name="Object 28">
            <a:extLst>
              <a:ext uri="{FF2B5EF4-FFF2-40B4-BE49-F238E27FC236}">
                <a16:creationId xmlns:a16="http://schemas.microsoft.com/office/drawing/2014/main" id="{C63EF06F-2293-BE45-0121-CB23EB1148D8}"/>
              </a:ext>
            </a:extLst>
          </p:cNvPr>
          <p:cNvGraphicFramePr>
            <a:graphicFrameLocks noChangeAspect="1"/>
          </p:cNvGraphicFramePr>
          <p:nvPr>
            <p:extLst>
              <p:ext uri="{D42A27DB-BD31-4B8C-83A1-F6EECF244321}">
                <p14:modId xmlns:p14="http://schemas.microsoft.com/office/powerpoint/2010/main" val="1965764810"/>
              </p:ext>
            </p:extLst>
          </p:nvPr>
        </p:nvGraphicFramePr>
        <p:xfrm>
          <a:off x="212725" y="1700213"/>
          <a:ext cx="9582150" cy="4065587"/>
        </p:xfrm>
        <a:graphic>
          <a:graphicData uri="http://schemas.openxmlformats.org/presentationml/2006/ole">
            <mc:AlternateContent xmlns:mc="http://schemas.openxmlformats.org/markup-compatibility/2006">
              <mc:Choice xmlns:v="urn:schemas-microsoft-com:vml" Requires="v">
                <p:oleObj name="Worksheet" r:id="rId2" imgW="18884900" imgH="6311900" progId="Excel.Sheet.12">
                  <p:embed/>
                </p:oleObj>
              </mc:Choice>
              <mc:Fallback>
                <p:oleObj name="Worksheet" r:id="rId2" imgW="18884900" imgH="6311900" progId="Excel.Sheet.12">
                  <p:embed/>
                  <p:pic>
                    <p:nvPicPr>
                      <p:cNvPr id="29" name="Object 28">
                        <a:extLst>
                          <a:ext uri="{FF2B5EF4-FFF2-40B4-BE49-F238E27FC236}">
                            <a16:creationId xmlns:a16="http://schemas.microsoft.com/office/drawing/2014/main" id="{C63EF06F-2293-BE45-0121-CB23EB1148D8}"/>
                          </a:ext>
                        </a:extLst>
                      </p:cNvPr>
                      <p:cNvPicPr/>
                      <p:nvPr/>
                    </p:nvPicPr>
                    <p:blipFill>
                      <a:blip r:embed="rId3"/>
                      <a:stretch>
                        <a:fillRect/>
                      </a:stretch>
                    </p:blipFill>
                    <p:spPr>
                      <a:xfrm>
                        <a:off x="212725" y="1700213"/>
                        <a:ext cx="9582150" cy="4065587"/>
                      </a:xfrm>
                      <a:prstGeom prst="rect">
                        <a:avLst/>
                      </a:prstGeom>
                    </p:spPr>
                  </p:pic>
                </p:oleObj>
              </mc:Fallback>
            </mc:AlternateContent>
          </a:graphicData>
        </a:graphic>
      </p:graphicFrame>
      <p:pic>
        <p:nvPicPr>
          <p:cNvPr id="31" name="Picture 2" descr="BILL: Online bill payment &amp; receivables software">
            <a:extLst>
              <a:ext uri="{FF2B5EF4-FFF2-40B4-BE49-F238E27FC236}">
                <a16:creationId xmlns:a16="http://schemas.microsoft.com/office/drawing/2014/main" id="{CACDFA04-28C5-76DC-41B7-1CDD2ACAD668}"/>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8607888" y="298740"/>
            <a:ext cx="1007035" cy="66406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342440886"/>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96E6A09-9BC3-91AF-871B-959F78BF743E}"/>
              </a:ext>
            </a:extLst>
          </p:cNvPr>
          <p:cNvSpPr>
            <a:spLocks noGrp="1"/>
          </p:cNvSpPr>
          <p:nvPr>
            <p:ph type="title"/>
          </p:nvPr>
        </p:nvSpPr>
        <p:spPr>
          <a:xfrm>
            <a:off x="461623" y="365467"/>
            <a:ext cx="9144000" cy="731520"/>
          </a:xfrm>
        </p:spPr>
        <p:txBody>
          <a:bodyPr anchor="b">
            <a:normAutofit/>
          </a:bodyPr>
          <a:lstStyle/>
          <a:p>
            <a:r>
              <a:rPr lang="en-US" dirty="0"/>
              <a:t>Balance Sheet</a:t>
            </a:r>
          </a:p>
        </p:txBody>
      </p:sp>
      <p:sp>
        <p:nvSpPr>
          <p:cNvPr id="12" name="Text Placeholder 4">
            <a:extLst>
              <a:ext uri="{FF2B5EF4-FFF2-40B4-BE49-F238E27FC236}">
                <a16:creationId xmlns:a16="http://schemas.microsoft.com/office/drawing/2014/main" id="{0E634091-739B-ADF8-3332-45B8E7357BD6}"/>
              </a:ext>
            </a:extLst>
          </p:cNvPr>
          <p:cNvSpPr>
            <a:spLocks noGrp="1"/>
          </p:cNvSpPr>
          <p:nvPr>
            <p:ph type="body" sz="quarter" idx="18"/>
          </p:nvPr>
        </p:nvSpPr>
        <p:spPr>
          <a:xfrm>
            <a:off x="461963" y="1248828"/>
            <a:ext cx="9144000" cy="355600"/>
          </a:xfrm>
        </p:spPr>
        <p:txBody>
          <a:bodyPr/>
          <a:lstStyle/>
          <a:p>
            <a:endParaRPr lang="en-US"/>
          </a:p>
        </p:txBody>
      </p:sp>
      <p:sp>
        <p:nvSpPr>
          <p:cNvPr id="14" name="Text Placeholder 5">
            <a:extLst>
              <a:ext uri="{FF2B5EF4-FFF2-40B4-BE49-F238E27FC236}">
                <a16:creationId xmlns:a16="http://schemas.microsoft.com/office/drawing/2014/main" id="{660511AC-E2B7-1E0C-9C26-BD314AC748C5}"/>
              </a:ext>
            </a:extLst>
          </p:cNvPr>
          <p:cNvSpPr>
            <a:spLocks noGrp="1"/>
          </p:cNvSpPr>
          <p:nvPr>
            <p:ph type="body" sz="quarter" idx="20"/>
          </p:nvPr>
        </p:nvSpPr>
        <p:spPr>
          <a:xfrm>
            <a:off x="463868" y="6362339"/>
            <a:ext cx="9144000" cy="646113"/>
          </a:xfrm>
        </p:spPr>
        <p:txBody>
          <a:bodyPr/>
          <a:lstStyle/>
          <a:p>
            <a:endParaRPr lang="en-US" dirty="0"/>
          </a:p>
        </p:txBody>
      </p:sp>
      <p:sp>
        <p:nvSpPr>
          <p:cNvPr id="26" name="Content Placeholder 25">
            <a:extLst>
              <a:ext uri="{FF2B5EF4-FFF2-40B4-BE49-F238E27FC236}">
                <a16:creationId xmlns:a16="http://schemas.microsoft.com/office/drawing/2014/main" id="{67A2D58C-D8D8-7AC9-F253-085A6EBFEFE5}"/>
              </a:ext>
            </a:extLst>
          </p:cNvPr>
          <p:cNvSpPr>
            <a:spLocks noGrp="1"/>
          </p:cNvSpPr>
          <p:nvPr>
            <p:ph idx="1"/>
          </p:nvPr>
        </p:nvSpPr>
        <p:spPr/>
        <p:txBody>
          <a:bodyPr/>
          <a:lstStyle/>
          <a:p>
            <a:endParaRPr lang="en-US" dirty="0"/>
          </a:p>
        </p:txBody>
      </p:sp>
      <p:graphicFrame>
        <p:nvGraphicFramePr>
          <p:cNvPr id="5" name="Object 4">
            <a:extLst>
              <a:ext uri="{FF2B5EF4-FFF2-40B4-BE49-F238E27FC236}">
                <a16:creationId xmlns:a16="http://schemas.microsoft.com/office/drawing/2014/main" id="{C7ABFBA4-F9B8-71E9-D2C7-9FC4AA13368B}"/>
              </a:ext>
            </a:extLst>
          </p:cNvPr>
          <p:cNvGraphicFramePr>
            <a:graphicFrameLocks noChangeAspect="1"/>
          </p:cNvGraphicFramePr>
          <p:nvPr>
            <p:extLst>
              <p:ext uri="{D42A27DB-BD31-4B8C-83A1-F6EECF244321}">
                <p14:modId xmlns:p14="http://schemas.microsoft.com/office/powerpoint/2010/main" val="2548925602"/>
              </p:ext>
            </p:extLst>
          </p:nvPr>
        </p:nvGraphicFramePr>
        <p:xfrm>
          <a:off x="461622" y="1661171"/>
          <a:ext cx="9135155" cy="4371680"/>
        </p:xfrm>
        <a:graphic>
          <a:graphicData uri="http://schemas.openxmlformats.org/presentationml/2006/ole">
            <mc:AlternateContent xmlns:mc="http://schemas.openxmlformats.org/markup-compatibility/2006">
              <mc:Choice xmlns:v="urn:schemas-microsoft-com:vml" Requires="v">
                <p:oleObj name="Worksheet" r:id="rId2" imgW="17881600" imgH="11188700" progId="Excel.Sheet.12">
                  <p:embed/>
                </p:oleObj>
              </mc:Choice>
              <mc:Fallback>
                <p:oleObj name="Worksheet" r:id="rId2" imgW="17881600" imgH="11188700" progId="Excel.Sheet.12">
                  <p:embed/>
                  <p:pic>
                    <p:nvPicPr>
                      <p:cNvPr id="5" name="Object 4">
                        <a:extLst>
                          <a:ext uri="{FF2B5EF4-FFF2-40B4-BE49-F238E27FC236}">
                            <a16:creationId xmlns:a16="http://schemas.microsoft.com/office/drawing/2014/main" id="{C7ABFBA4-F9B8-71E9-D2C7-9FC4AA13368B}"/>
                          </a:ext>
                        </a:extLst>
                      </p:cNvPr>
                      <p:cNvPicPr/>
                      <p:nvPr/>
                    </p:nvPicPr>
                    <p:blipFill>
                      <a:blip r:embed="rId3"/>
                      <a:stretch>
                        <a:fillRect/>
                      </a:stretch>
                    </p:blipFill>
                    <p:spPr>
                      <a:xfrm>
                        <a:off x="461622" y="1661171"/>
                        <a:ext cx="9135155" cy="4371680"/>
                      </a:xfrm>
                      <a:prstGeom prst="rect">
                        <a:avLst/>
                      </a:prstGeom>
                    </p:spPr>
                  </p:pic>
                </p:oleObj>
              </mc:Fallback>
            </mc:AlternateContent>
          </a:graphicData>
        </a:graphic>
      </p:graphicFrame>
      <p:pic>
        <p:nvPicPr>
          <p:cNvPr id="6" name="Picture 2" descr="BILL: Online bill payment &amp; receivables software">
            <a:extLst>
              <a:ext uri="{FF2B5EF4-FFF2-40B4-BE49-F238E27FC236}">
                <a16:creationId xmlns:a16="http://schemas.microsoft.com/office/drawing/2014/main" id="{F4CFC7AC-0C37-4282-43AA-23C91819C463}"/>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8607888" y="298740"/>
            <a:ext cx="1007035" cy="66406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654841883"/>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96E6A09-9BC3-91AF-871B-959F78BF743E}"/>
              </a:ext>
            </a:extLst>
          </p:cNvPr>
          <p:cNvSpPr>
            <a:spLocks noGrp="1"/>
          </p:cNvSpPr>
          <p:nvPr>
            <p:ph type="title"/>
          </p:nvPr>
        </p:nvSpPr>
        <p:spPr>
          <a:xfrm>
            <a:off x="461623" y="365467"/>
            <a:ext cx="9144000" cy="731520"/>
          </a:xfrm>
        </p:spPr>
        <p:txBody>
          <a:bodyPr anchor="b">
            <a:normAutofit/>
          </a:bodyPr>
          <a:lstStyle/>
          <a:p>
            <a:r>
              <a:rPr lang="en-US" dirty="0"/>
              <a:t>Cash Flow Statement</a:t>
            </a:r>
          </a:p>
        </p:txBody>
      </p:sp>
      <p:sp>
        <p:nvSpPr>
          <p:cNvPr id="12" name="Text Placeholder 4">
            <a:extLst>
              <a:ext uri="{FF2B5EF4-FFF2-40B4-BE49-F238E27FC236}">
                <a16:creationId xmlns:a16="http://schemas.microsoft.com/office/drawing/2014/main" id="{0E634091-739B-ADF8-3332-45B8E7357BD6}"/>
              </a:ext>
            </a:extLst>
          </p:cNvPr>
          <p:cNvSpPr>
            <a:spLocks noGrp="1"/>
          </p:cNvSpPr>
          <p:nvPr>
            <p:ph type="body" sz="quarter" idx="18"/>
          </p:nvPr>
        </p:nvSpPr>
        <p:spPr>
          <a:xfrm>
            <a:off x="461963" y="1248828"/>
            <a:ext cx="9144000" cy="355600"/>
          </a:xfrm>
        </p:spPr>
        <p:txBody>
          <a:bodyPr/>
          <a:lstStyle/>
          <a:p>
            <a:endParaRPr lang="en-US"/>
          </a:p>
        </p:txBody>
      </p:sp>
      <p:sp>
        <p:nvSpPr>
          <p:cNvPr id="14" name="Text Placeholder 5">
            <a:extLst>
              <a:ext uri="{FF2B5EF4-FFF2-40B4-BE49-F238E27FC236}">
                <a16:creationId xmlns:a16="http://schemas.microsoft.com/office/drawing/2014/main" id="{660511AC-E2B7-1E0C-9C26-BD314AC748C5}"/>
              </a:ext>
            </a:extLst>
          </p:cNvPr>
          <p:cNvSpPr>
            <a:spLocks noGrp="1"/>
          </p:cNvSpPr>
          <p:nvPr>
            <p:ph type="body" sz="quarter" idx="20"/>
          </p:nvPr>
        </p:nvSpPr>
        <p:spPr>
          <a:xfrm>
            <a:off x="463868" y="6362339"/>
            <a:ext cx="9144000" cy="646113"/>
          </a:xfrm>
        </p:spPr>
        <p:txBody>
          <a:bodyPr/>
          <a:lstStyle/>
          <a:p>
            <a:endParaRPr lang="en-US" dirty="0"/>
          </a:p>
        </p:txBody>
      </p:sp>
      <p:sp>
        <p:nvSpPr>
          <p:cNvPr id="26" name="Content Placeholder 25">
            <a:extLst>
              <a:ext uri="{FF2B5EF4-FFF2-40B4-BE49-F238E27FC236}">
                <a16:creationId xmlns:a16="http://schemas.microsoft.com/office/drawing/2014/main" id="{67A2D58C-D8D8-7AC9-F253-085A6EBFEFE5}"/>
              </a:ext>
            </a:extLst>
          </p:cNvPr>
          <p:cNvSpPr>
            <a:spLocks noGrp="1"/>
          </p:cNvSpPr>
          <p:nvPr>
            <p:ph idx="1"/>
          </p:nvPr>
        </p:nvSpPr>
        <p:spPr/>
        <p:txBody>
          <a:bodyPr/>
          <a:lstStyle/>
          <a:p>
            <a:endParaRPr lang="en-US" dirty="0"/>
          </a:p>
        </p:txBody>
      </p:sp>
      <p:graphicFrame>
        <p:nvGraphicFramePr>
          <p:cNvPr id="6" name="Object 5">
            <a:extLst>
              <a:ext uri="{FF2B5EF4-FFF2-40B4-BE49-F238E27FC236}">
                <a16:creationId xmlns:a16="http://schemas.microsoft.com/office/drawing/2014/main" id="{86EE001A-A3CF-5BA7-5773-CE9D1E58B3B8}"/>
              </a:ext>
            </a:extLst>
          </p:cNvPr>
          <p:cNvGraphicFramePr>
            <a:graphicFrameLocks noChangeAspect="1"/>
          </p:cNvGraphicFramePr>
          <p:nvPr/>
        </p:nvGraphicFramePr>
        <p:xfrm>
          <a:off x="461623" y="1700360"/>
          <a:ext cx="8993170" cy="4371680"/>
        </p:xfrm>
        <a:graphic>
          <a:graphicData uri="http://schemas.openxmlformats.org/presentationml/2006/ole">
            <mc:AlternateContent xmlns:mc="http://schemas.openxmlformats.org/markup-compatibility/2006">
              <mc:Choice xmlns:v="urn:schemas-microsoft-com:vml" Requires="v">
                <p:oleObj name="Worksheet" r:id="rId2" imgW="25527000" imgH="12407900" progId="Excel.Sheet.12">
                  <p:embed/>
                </p:oleObj>
              </mc:Choice>
              <mc:Fallback>
                <p:oleObj name="Worksheet" r:id="rId2" imgW="25527000" imgH="12407900" progId="Excel.Sheet.12">
                  <p:embed/>
                  <p:pic>
                    <p:nvPicPr>
                      <p:cNvPr id="6" name="Object 5">
                        <a:extLst>
                          <a:ext uri="{FF2B5EF4-FFF2-40B4-BE49-F238E27FC236}">
                            <a16:creationId xmlns:a16="http://schemas.microsoft.com/office/drawing/2014/main" id="{86EE001A-A3CF-5BA7-5773-CE9D1E58B3B8}"/>
                          </a:ext>
                        </a:extLst>
                      </p:cNvPr>
                      <p:cNvPicPr/>
                      <p:nvPr/>
                    </p:nvPicPr>
                    <p:blipFill>
                      <a:blip r:embed="rId3"/>
                      <a:stretch>
                        <a:fillRect/>
                      </a:stretch>
                    </p:blipFill>
                    <p:spPr>
                      <a:xfrm>
                        <a:off x="461623" y="1700360"/>
                        <a:ext cx="8993170" cy="4371680"/>
                      </a:xfrm>
                      <a:prstGeom prst="rect">
                        <a:avLst/>
                      </a:prstGeom>
                    </p:spPr>
                  </p:pic>
                </p:oleObj>
              </mc:Fallback>
            </mc:AlternateContent>
          </a:graphicData>
        </a:graphic>
      </p:graphicFrame>
      <p:pic>
        <p:nvPicPr>
          <p:cNvPr id="7" name="Picture 2" descr="BILL: Online bill payment &amp; receivables software">
            <a:extLst>
              <a:ext uri="{FF2B5EF4-FFF2-40B4-BE49-F238E27FC236}">
                <a16:creationId xmlns:a16="http://schemas.microsoft.com/office/drawing/2014/main" id="{27EE3AA6-40A1-1C0D-6760-E5F1026CFE57}"/>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8607888" y="298740"/>
            <a:ext cx="1007035" cy="66406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328541893"/>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B76B566-A8E4-61A2-DE65-E1A1F505BC94}"/>
              </a:ext>
            </a:extLst>
          </p:cNvPr>
          <p:cNvSpPr>
            <a:spLocks noGrp="1"/>
          </p:cNvSpPr>
          <p:nvPr>
            <p:ph type="title"/>
          </p:nvPr>
        </p:nvSpPr>
        <p:spPr/>
        <p:txBody>
          <a:bodyPr/>
          <a:lstStyle/>
          <a:p>
            <a:r>
              <a:rPr lang="en-US" dirty="0"/>
              <a:t>Questions? </a:t>
            </a:r>
          </a:p>
        </p:txBody>
      </p:sp>
      <p:sp>
        <p:nvSpPr>
          <p:cNvPr id="4" name="Text Placeholder 3">
            <a:extLst>
              <a:ext uri="{FF2B5EF4-FFF2-40B4-BE49-F238E27FC236}">
                <a16:creationId xmlns:a16="http://schemas.microsoft.com/office/drawing/2014/main" id="{3ED85DE3-2841-E6FC-2ADB-3F428B7E4840}"/>
              </a:ext>
            </a:extLst>
          </p:cNvPr>
          <p:cNvSpPr>
            <a:spLocks noGrp="1"/>
          </p:cNvSpPr>
          <p:nvPr>
            <p:ph type="body" sz="quarter" idx="18"/>
          </p:nvPr>
        </p:nvSpPr>
        <p:spPr/>
        <p:txBody>
          <a:bodyPr/>
          <a:lstStyle/>
          <a:p>
            <a:endParaRPr lang="en-US"/>
          </a:p>
        </p:txBody>
      </p:sp>
      <p:sp>
        <p:nvSpPr>
          <p:cNvPr id="7" name="Text Placeholder 6">
            <a:extLst>
              <a:ext uri="{FF2B5EF4-FFF2-40B4-BE49-F238E27FC236}">
                <a16:creationId xmlns:a16="http://schemas.microsoft.com/office/drawing/2014/main" id="{AF1C7384-AB98-9232-B94B-104C43423F38}"/>
              </a:ext>
            </a:extLst>
          </p:cNvPr>
          <p:cNvSpPr>
            <a:spLocks noGrp="1"/>
          </p:cNvSpPr>
          <p:nvPr>
            <p:ph type="body" sz="quarter" idx="20"/>
          </p:nvPr>
        </p:nvSpPr>
        <p:spPr/>
        <p:txBody>
          <a:bodyPr/>
          <a:lstStyle/>
          <a:p>
            <a:endParaRPr lang="en-US"/>
          </a:p>
        </p:txBody>
      </p:sp>
      <p:sp>
        <p:nvSpPr>
          <p:cNvPr id="17" name="Content Placeholder 16">
            <a:extLst>
              <a:ext uri="{FF2B5EF4-FFF2-40B4-BE49-F238E27FC236}">
                <a16:creationId xmlns:a16="http://schemas.microsoft.com/office/drawing/2014/main" id="{3CC8EEF2-8D9A-744C-9448-3B3B097C5715}"/>
              </a:ext>
            </a:extLst>
          </p:cNvPr>
          <p:cNvSpPr>
            <a:spLocks noGrp="1"/>
          </p:cNvSpPr>
          <p:nvPr>
            <p:ph sz="quarter" idx="11"/>
          </p:nvPr>
        </p:nvSpPr>
        <p:spPr/>
        <p:txBody>
          <a:bodyPr/>
          <a:lstStyle/>
          <a:p>
            <a:endParaRPr lang="en-US"/>
          </a:p>
        </p:txBody>
      </p:sp>
      <p:sp>
        <p:nvSpPr>
          <p:cNvPr id="19" name="Content Placeholder 18">
            <a:extLst>
              <a:ext uri="{FF2B5EF4-FFF2-40B4-BE49-F238E27FC236}">
                <a16:creationId xmlns:a16="http://schemas.microsoft.com/office/drawing/2014/main" id="{E912DA62-9239-0E82-11C2-554B5B243575}"/>
              </a:ext>
            </a:extLst>
          </p:cNvPr>
          <p:cNvSpPr>
            <a:spLocks noGrp="1"/>
          </p:cNvSpPr>
          <p:nvPr>
            <p:ph idx="10"/>
          </p:nvPr>
        </p:nvSpPr>
        <p:spPr/>
        <p:txBody>
          <a:bodyPr/>
          <a:lstStyle/>
          <a:p>
            <a:endParaRPr lang="en-US"/>
          </a:p>
        </p:txBody>
      </p:sp>
    </p:spTree>
    <p:extLst>
      <p:ext uri="{BB962C8B-B14F-4D97-AF65-F5344CB8AC3E}">
        <p14:creationId xmlns:p14="http://schemas.microsoft.com/office/powerpoint/2010/main" val="2803192896"/>
      </p:ext>
    </p:extLst>
  </p:cSld>
  <p:clrMapOvr>
    <a:masterClrMapping/>
  </p:clrMapOvr>
</p:sld>
</file>

<file path=ppt/theme/theme1.xml><?xml version="1.0" encoding="utf-8"?>
<a:theme xmlns:a="http://schemas.openxmlformats.org/drawingml/2006/main" name="Office Theme">
  <a:themeElements>
    <a:clrScheme name="Custom 1">
      <a:dk1>
        <a:sysClr val="windowText" lastClr="000000"/>
      </a:dk1>
      <a:lt1>
        <a:sysClr val="window" lastClr="FFFFFF"/>
      </a:lt1>
      <a:dk2>
        <a:srgbClr val="20214C"/>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Garamond">
      <a:majorFont>
        <a:latin typeface="Garamond" panose="02020404030301010803"/>
        <a:ea typeface=""/>
        <a:cs typeface=""/>
        <a:font script="Jpan" typeface="ＭＳ Ｐゴシック"/>
        <a:font script="Hang" typeface="돋움"/>
        <a:font script="Hans" typeface="方正舒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Garamond" panose="02020404030301010803"/>
        <a:ea typeface=""/>
        <a:cs typeface=""/>
        <a:font script="Jpan" typeface="ＭＳ Ｐゴシック"/>
        <a:font script="Hang" typeface="돋움"/>
        <a:font script="Hans" typeface="方正舒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Presentation8" id="{7F9E6922-49B2-0F4F-8263-E708C692A89E}" vid="{76D0A2B9-70A6-4743-BD99-B5C9A1CB21B1}"/>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Office Theme</Template>
  <TotalTime>12140</TotalTime>
  <Words>5457</Words>
  <Application>Microsoft Macintosh PowerPoint</Application>
  <PresentationFormat>Custom</PresentationFormat>
  <Paragraphs>475</Paragraphs>
  <Slides>37</Slides>
  <Notes>14</Notes>
  <HiddenSlides>0</HiddenSlides>
  <MMClips>0</MMClips>
  <ScaleCrop>false</ScaleCrop>
  <HeadingPairs>
    <vt:vector size="8" baseType="variant">
      <vt:variant>
        <vt:lpstr>Fonts Used</vt:lpstr>
      </vt:variant>
      <vt:variant>
        <vt:i4>6</vt:i4>
      </vt:variant>
      <vt:variant>
        <vt:lpstr>Theme</vt:lpstr>
      </vt:variant>
      <vt:variant>
        <vt:i4>1</vt:i4>
      </vt:variant>
      <vt:variant>
        <vt:lpstr>Embedded OLE Servers</vt:lpstr>
      </vt:variant>
      <vt:variant>
        <vt:i4>2</vt:i4>
      </vt:variant>
      <vt:variant>
        <vt:lpstr>Slide Titles</vt:lpstr>
      </vt:variant>
      <vt:variant>
        <vt:i4>37</vt:i4>
      </vt:variant>
    </vt:vector>
  </HeadingPairs>
  <TitlesOfParts>
    <vt:vector size="46" baseType="lpstr">
      <vt:lpstr>.Hiragino Kaku Gothic Interface W3</vt:lpstr>
      <vt:lpstr>Arial</vt:lpstr>
      <vt:lpstr>Calibri</vt:lpstr>
      <vt:lpstr>Garamond</vt:lpstr>
      <vt:lpstr>Roboto</vt:lpstr>
      <vt:lpstr>Wingdings</vt:lpstr>
      <vt:lpstr>Office Theme</vt:lpstr>
      <vt:lpstr>Microsoft Excel Worksheet</vt:lpstr>
      <vt:lpstr>Worksheet</vt:lpstr>
      <vt:lpstr>Bill.com</vt:lpstr>
      <vt:lpstr>Company Overview</vt:lpstr>
      <vt:lpstr>Executive Summary</vt:lpstr>
      <vt:lpstr>Deeper Dive into Products Offered</vt:lpstr>
      <vt:lpstr>Quick Figures</vt:lpstr>
      <vt:lpstr>Company Past, Present, and Future</vt:lpstr>
      <vt:lpstr>Industry Overview </vt:lpstr>
      <vt:lpstr>AP/AR Automation Industry Growth </vt:lpstr>
      <vt:lpstr>SMBs and MMBs Face Unique Problems</vt:lpstr>
      <vt:lpstr>Competitor Differentiating Factors</vt:lpstr>
      <vt:lpstr>Industry Players &amp; Market Share </vt:lpstr>
      <vt:lpstr>Investment Theses</vt:lpstr>
      <vt:lpstr>Overview</vt:lpstr>
      <vt:lpstr>Thesis I: Synergies of BILL’s acquisitions catering to SMB growth and leveraging customer cash flow data</vt:lpstr>
      <vt:lpstr>Overview of Acquisitions</vt:lpstr>
      <vt:lpstr>Invoice2Go</vt:lpstr>
      <vt:lpstr>Divvy</vt:lpstr>
      <vt:lpstr>Finmark and Acquisitions Impact</vt:lpstr>
      <vt:lpstr>The Differentiated Product</vt:lpstr>
      <vt:lpstr>Thesis II: Diverse growth opportunities provide BILL with a high potential for expansion</vt:lpstr>
      <vt:lpstr>Existing Scale Contributes to Market Position</vt:lpstr>
      <vt:lpstr>Technological Adoption as a Growth Diver</vt:lpstr>
      <vt:lpstr>International Expansion</vt:lpstr>
      <vt:lpstr>Unique, Difficult to Replicate Business Model</vt:lpstr>
      <vt:lpstr>Thesis III: Bill.com Provides Services to All Parties in the Back Office Financial Value Chain Through Superior Product Integration</vt:lpstr>
      <vt:lpstr>Accounts Payable and Accounts Receivable Software</vt:lpstr>
      <vt:lpstr>Time-Related Switching Costs and the Market</vt:lpstr>
      <vt:lpstr>BILL Offers a Wide Variety of Switching Costs</vt:lpstr>
      <vt:lpstr>Bill.com As A Whole</vt:lpstr>
      <vt:lpstr>Valuation</vt:lpstr>
      <vt:lpstr>Constant Assumptions</vt:lpstr>
      <vt:lpstr>DCF Valuation Summary</vt:lpstr>
      <vt:lpstr>Sensitivity Table</vt:lpstr>
      <vt:lpstr>Income Statement</vt:lpstr>
      <vt:lpstr>Balance Sheet</vt:lpstr>
      <vt:lpstr>Cash Flow Statement</vt:lpstr>
      <vt:lpstr>Questions? </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[Insert Company Name]</dc:title>
  <dc:creator>Roger Shen</dc:creator>
  <cp:lastModifiedBy>Aadarsh Agarwal</cp:lastModifiedBy>
  <cp:revision>218</cp:revision>
  <dcterms:created xsi:type="dcterms:W3CDTF">2021-05-08T04:56:52Z</dcterms:created>
  <dcterms:modified xsi:type="dcterms:W3CDTF">2024-05-11T00:52:58Z</dcterms:modified>
</cp:coreProperties>
</file>