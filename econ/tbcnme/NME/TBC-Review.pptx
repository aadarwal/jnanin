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93455" r:id="rId4"/>
  </p:sldMasterIdLst>
  <p:notesMasterIdLst>
    <p:notesMasterId r:id="rId18"/>
  </p:notesMasterIdLst>
  <p:handoutMasterIdLst>
    <p:handoutMasterId r:id="rId19"/>
  </p:handoutMasterIdLst>
  <p:sldIdLst>
    <p:sldId id="256" r:id="rId5"/>
    <p:sldId id="257" r:id="rId6"/>
    <p:sldId id="258" r:id="rId7"/>
    <p:sldId id="259" r:id="rId8"/>
    <p:sldId id="260" r:id="rId9"/>
    <p:sldId id="261" r:id="rId10"/>
    <p:sldId id="262" r:id="rId11"/>
    <p:sldId id="265" r:id="rId12"/>
    <p:sldId id="263" r:id="rId13"/>
    <p:sldId id="264" r:id="rId14"/>
    <p:sldId id="267" r:id="rId15"/>
    <p:sldId id="268" r:id="rId16"/>
    <p:sldId id="266" r:id="rId17"/>
  </p:sldIdLst>
  <p:sldSz cx="9144000" cy="6858000" type="screen4x3"/>
  <p:notesSz cx="7102475" cy="938847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297E6E3-8028-4478-9409-BF3C11653EFD}">
          <p14:sldIdLst>
            <p14:sldId id="256"/>
            <p14:sldId id="257"/>
            <p14:sldId id="258"/>
            <p14:sldId id="259"/>
            <p14:sldId id="260"/>
            <p14:sldId id="261"/>
            <p14:sldId id="262"/>
            <p14:sldId id="265"/>
            <p14:sldId id="263"/>
            <p14:sldId id="264"/>
            <p14:sldId id="267"/>
            <p14:sldId id="268"/>
            <p14:sldId id="266"/>
          </p14:sldIdLst>
        </p14:section>
      </p14:sectionLst>
    </p:ext>
    <p:ext uri="{EFAFB233-063F-42B5-8137-9DF3F51BA10A}">
      <p15:sldGuideLst xmlns:p15="http://schemas.microsoft.com/office/powerpoint/2012/main">
        <p15:guide id="1" orient="horz" pos="2184" userDrawn="1">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00"/>
    <a:srgbClr val="153B66"/>
    <a:srgbClr val="4B4B4B"/>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237" autoAdjust="0"/>
    <p:restoredTop sz="94595"/>
  </p:normalViewPr>
  <p:slideViewPr>
    <p:cSldViewPr snapToGrid="0" snapToObjects="1">
      <p:cViewPr varScale="1">
        <p:scale>
          <a:sx n="80" d="100"/>
          <a:sy n="80" d="100"/>
        </p:scale>
        <p:origin x="1493" y="58"/>
      </p:cViewPr>
      <p:guideLst>
        <p:guide orient="horz" pos="2184"/>
        <p:guide pos="2880"/>
      </p:guideLst>
    </p:cSldViewPr>
  </p:slideViewPr>
  <p:notesTextViewPr>
    <p:cViewPr>
      <p:scale>
        <a:sx n="100" d="100"/>
        <a:sy n="100" d="100"/>
      </p:scale>
      <p:origin x="0" y="0"/>
    </p:cViewPr>
  </p:notesTextViewPr>
  <p:sorterViewPr>
    <p:cViewPr>
      <p:scale>
        <a:sx n="149" d="100"/>
        <a:sy n="149" d="100"/>
      </p:scale>
      <p:origin x="0" y="0"/>
    </p:cViewPr>
  </p:sorterViewPr>
  <p:notesViewPr>
    <p:cSldViewPr snapToGrid="0" snapToObjects="1" showGuides="1">
      <p:cViewPr varScale="1">
        <p:scale>
          <a:sx n="117" d="100"/>
          <a:sy n="117" d="100"/>
        </p:scale>
        <p:origin x="4938" y="12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6942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sz="quarter" idx="1"/>
          </p:nvPr>
        </p:nvSpPr>
        <p:spPr>
          <a:xfrm>
            <a:off x="4023092" y="0"/>
            <a:ext cx="3077739" cy="469424"/>
          </a:xfrm>
          <a:prstGeom prst="rect">
            <a:avLst/>
          </a:prstGeom>
        </p:spPr>
        <p:txBody>
          <a:bodyPr vert="horz" lIns="94229" tIns="47114" rIns="94229" bIns="47114" rtlCol="0"/>
          <a:lstStyle>
            <a:lvl1pPr algn="r">
              <a:defRPr sz="1200"/>
            </a:lvl1pPr>
          </a:lstStyle>
          <a:p>
            <a:fld id="{0235E140-18A6-E34A-AB5B-BDF620116058}" type="datetimeFigureOut">
              <a:rPr lang="en-US" smtClean="0"/>
              <a:t>11/29/2021</a:t>
            </a:fld>
            <a:endParaRPr lang="en-US"/>
          </a:p>
        </p:txBody>
      </p:sp>
      <p:sp>
        <p:nvSpPr>
          <p:cNvPr id="4" name="Footer Placeholder 3"/>
          <p:cNvSpPr>
            <a:spLocks noGrp="1"/>
          </p:cNvSpPr>
          <p:nvPr>
            <p:ph type="ftr" sz="quarter" idx="2"/>
          </p:nvPr>
        </p:nvSpPr>
        <p:spPr>
          <a:xfrm>
            <a:off x="0" y="8917422"/>
            <a:ext cx="3077739" cy="469424"/>
          </a:xfrm>
          <a:prstGeom prst="rect">
            <a:avLst/>
          </a:prstGeom>
        </p:spPr>
        <p:txBody>
          <a:bodyPr vert="horz" lIns="94229" tIns="47114" rIns="94229" bIns="47114" rtlCol="0" anchor="b"/>
          <a:lstStyle>
            <a:lvl1pPr algn="l">
              <a:defRPr sz="1200"/>
            </a:lvl1pPr>
          </a:lstStyle>
          <a:p>
            <a:endParaRPr lang="en-US"/>
          </a:p>
        </p:txBody>
      </p:sp>
      <p:sp>
        <p:nvSpPr>
          <p:cNvPr id="5" name="Slide Number Placeholder 4"/>
          <p:cNvSpPr>
            <a:spLocks noGrp="1"/>
          </p:cNvSpPr>
          <p:nvPr>
            <p:ph type="sldNum" sz="quarter" idx="3"/>
          </p:nvPr>
        </p:nvSpPr>
        <p:spPr>
          <a:xfrm>
            <a:off x="4023092" y="8917422"/>
            <a:ext cx="3077739" cy="469424"/>
          </a:xfrm>
          <a:prstGeom prst="rect">
            <a:avLst/>
          </a:prstGeom>
        </p:spPr>
        <p:txBody>
          <a:bodyPr vert="horz" lIns="94229" tIns="47114" rIns="94229" bIns="47114" rtlCol="0" anchor="b"/>
          <a:lstStyle>
            <a:lvl1pPr algn="r">
              <a:defRPr sz="1200"/>
            </a:lvl1pPr>
          </a:lstStyle>
          <a:p>
            <a:fld id="{D0897422-AB17-5449-AB51-3831CD67E695}" type="slidenum">
              <a:rPr lang="en-US" smtClean="0"/>
              <a:t>‹#›</a:t>
            </a:fld>
            <a:endParaRPr lang="en-US"/>
          </a:p>
        </p:txBody>
      </p:sp>
    </p:spTree>
    <p:extLst>
      <p:ext uri="{BB962C8B-B14F-4D97-AF65-F5344CB8AC3E}">
        <p14:creationId xmlns:p14="http://schemas.microsoft.com/office/powerpoint/2010/main" val="32730493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69424"/>
          </a:xfrm>
          <a:prstGeom prst="rect">
            <a:avLst/>
          </a:prstGeom>
        </p:spPr>
        <p:txBody>
          <a:bodyPr vert="horz" lIns="94229" tIns="47114" rIns="94229" bIns="47114" rtlCol="0"/>
          <a:lstStyle>
            <a:lvl1pPr algn="l">
              <a:defRPr sz="1200"/>
            </a:lvl1pPr>
          </a:lstStyle>
          <a:p>
            <a:endParaRPr lang="en-US"/>
          </a:p>
        </p:txBody>
      </p:sp>
      <p:sp>
        <p:nvSpPr>
          <p:cNvPr id="3" name="Date Placeholder 2"/>
          <p:cNvSpPr>
            <a:spLocks noGrp="1"/>
          </p:cNvSpPr>
          <p:nvPr>
            <p:ph type="dt" idx="1"/>
          </p:nvPr>
        </p:nvSpPr>
        <p:spPr>
          <a:xfrm>
            <a:off x="4023092" y="0"/>
            <a:ext cx="3077739" cy="469424"/>
          </a:xfrm>
          <a:prstGeom prst="rect">
            <a:avLst/>
          </a:prstGeom>
        </p:spPr>
        <p:txBody>
          <a:bodyPr vert="horz" lIns="94229" tIns="47114" rIns="94229" bIns="47114" rtlCol="0"/>
          <a:lstStyle>
            <a:lvl1pPr algn="r">
              <a:defRPr sz="1200"/>
            </a:lvl1pPr>
          </a:lstStyle>
          <a:p>
            <a:fld id="{56A0108A-F4C7-F146-9D3A-60AEAC7E0D46}" type="datetimeFigureOut">
              <a:rPr lang="en-US" smtClean="0"/>
              <a:t>11/29/2021</a:t>
            </a:fld>
            <a:endParaRPr lang="en-US"/>
          </a:p>
        </p:txBody>
      </p:sp>
      <p:sp>
        <p:nvSpPr>
          <p:cNvPr id="4" name="Slide Image Placeholder 3"/>
          <p:cNvSpPr>
            <a:spLocks noGrp="1" noRot="1" noChangeAspect="1"/>
          </p:cNvSpPr>
          <p:nvPr>
            <p:ph type="sldImg" idx="2"/>
          </p:nvPr>
        </p:nvSpPr>
        <p:spPr>
          <a:xfrm>
            <a:off x="1204913" y="704850"/>
            <a:ext cx="4692650" cy="3519488"/>
          </a:xfrm>
          <a:prstGeom prst="rect">
            <a:avLst/>
          </a:prstGeom>
          <a:noFill/>
          <a:ln w="12700">
            <a:solidFill>
              <a:prstClr val="black"/>
            </a:solidFill>
          </a:ln>
        </p:spPr>
        <p:txBody>
          <a:bodyPr vert="horz" lIns="94229" tIns="47114" rIns="94229" bIns="47114" rtlCol="0" anchor="ctr"/>
          <a:lstStyle/>
          <a:p>
            <a:endParaRPr lang="en-US"/>
          </a:p>
        </p:txBody>
      </p:sp>
      <p:sp>
        <p:nvSpPr>
          <p:cNvPr id="5" name="Notes Placeholder 4"/>
          <p:cNvSpPr>
            <a:spLocks noGrp="1"/>
          </p:cNvSpPr>
          <p:nvPr>
            <p:ph type="body" sz="quarter" idx="3"/>
          </p:nvPr>
        </p:nvSpPr>
        <p:spPr>
          <a:xfrm>
            <a:off x="710248" y="4459526"/>
            <a:ext cx="5681980" cy="4224814"/>
          </a:xfrm>
          <a:prstGeom prst="rect">
            <a:avLst/>
          </a:prstGeom>
        </p:spPr>
        <p:txBody>
          <a:bodyPr vert="horz" lIns="94229" tIns="47114" rIns="94229" bIns="47114"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917422"/>
            <a:ext cx="3077739" cy="469424"/>
          </a:xfrm>
          <a:prstGeom prst="rect">
            <a:avLst/>
          </a:prstGeom>
        </p:spPr>
        <p:txBody>
          <a:bodyPr vert="horz" lIns="94229" tIns="47114" rIns="94229" bIns="47114"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917422"/>
            <a:ext cx="3077739" cy="469424"/>
          </a:xfrm>
          <a:prstGeom prst="rect">
            <a:avLst/>
          </a:prstGeom>
        </p:spPr>
        <p:txBody>
          <a:bodyPr vert="horz" lIns="94229" tIns="47114" rIns="94229" bIns="47114" rtlCol="0" anchor="b"/>
          <a:lstStyle>
            <a:lvl1pPr algn="r">
              <a:defRPr sz="1200"/>
            </a:lvl1pPr>
          </a:lstStyle>
          <a:p>
            <a:fld id="{19527CE1-0BF3-874C-B5D1-52E062102BC6}" type="slidenum">
              <a:rPr lang="en-US" smtClean="0"/>
              <a:t>‹#›</a:t>
            </a:fld>
            <a:endParaRPr lang="en-US"/>
          </a:p>
        </p:txBody>
      </p:sp>
    </p:spTree>
    <p:extLst>
      <p:ext uri="{BB962C8B-B14F-4D97-AF65-F5344CB8AC3E}">
        <p14:creationId xmlns:p14="http://schemas.microsoft.com/office/powerpoint/2010/main" val="3220460170"/>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274320" y="2260600"/>
            <a:ext cx="8595360" cy="793750"/>
          </a:xfrm>
        </p:spPr>
        <p:txBody>
          <a:bodyPr>
            <a:noAutofit/>
          </a:bodyPr>
          <a:lstStyle>
            <a:lvl1pPr>
              <a:defRPr sz="5000"/>
            </a:lvl1pPr>
          </a:lstStyle>
          <a:p>
            <a:r>
              <a:rPr lang="en-US" dirty="0"/>
              <a:t>Presentation Title</a:t>
            </a:r>
          </a:p>
        </p:txBody>
      </p:sp>
      <p:sp>
        <p:nvSpPr>
          <p:cNvPr id="3" name="Subtitle 2"/>
          <p:cNvSpPr>
            <a:spLocks noGrp="1"/>
          </p:cNvSpPr>
          <p:nvPr>
            <p:ph type="subTitle" idx="1" hasCustomPrompt="1"/>
          </p:nvPr>
        </p:nvSpPr>
        <p:spPr>
          <a:xfrm>
            <a:off x="274320" y="4203700"/>
            <a:ext cx="8595360" cy="508000"/>
          </a:xfrm>
        </p:spPr>
        <p:txBody>
          <a:bodyPr>
            <a:normAutofit/>
          </a:bodyPr>
          <a:lstStyle>
            <a:lvl1pPr marL="0" indent="0" algn="l">
              <a:buNone/>
              <a:defRPr sz="2400">
                <a:solidFill>
                  <a:srgbClr val="4B4B4B"/>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Date</a:t>
            </a:r>
          </a:p>
        </p:txBody>
      </p:sp>
      <p:pic>
        <p:nvPicPr>
          <p:cNvPr id="7" name="Picture 6" descr="12463567_10205819205178941_3039132_n.jp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46996" y="225957"/>
            <a:ext cx="1144454" cy="1144454"/>
          </a:xfrm>
          <a:prstGeom prst="rect">
            <a:avLst/>
          </a:prstGeom>
        </p:spPr>
      </p:pic>
      <p:cxnSp>
        <p:nvCxnSpPr>
          <p:cNvPr id="11" name="Straight Connector 10"/>
          <p:cNvCxnSpPr/>
          <p:nvPr userDrawn="1"/>
        </p:nvCxnSpPr>
        <p:spPr>
          <a:xfrm>
            <a:off x="274320" y="2349500"/>
            <a:ext cx="5080" cy="2235200"/>
          </a:xfrm>
          <a:prstGeom prst="line">
            <a:avLst/>
          </a:prstGeom>
          <a:ln w="19050" cmpd="sng">
            <a:solidFill>
              <a:srgbClr val="4B4B4B"/>
            </a:solidFill>
            <a:prstDash val="solid"/>
          </a:ln>
          <a:effectLst/>
        </p:spPr>
        <p:style>
          <a:lnRef idx="2">
            <a:schemeClr val="accent1"/>
          </a:lnRef>
          <a:fillRef idx="0">
            <a:schemeClr val="accent1"/>
          </a:fillRef>
          <a:effectRef idx="1">
            <a:schemeClr val="accent1"/>
          </a:effectRef>
          <a:fontRef idx="minor">
            <a:schemeClr val="tx1"/>
          </a:fontRef>
        </p:style>
      </p:cxnSp>
      <p:sp>
        <p:nvSpPr>
          <p:cNvPr id="23" name="Rectangle 22"/>
          <p:cNvSpPr/>
          <p:nvPr userDrawn="1"/>
        </p:nvSpPr>
        <p:spPr>
          <a:xfrm>
            <a:off x="6362700" y="6184900"/>
            <a:ext cx="2298700" cy="584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Text Placeholder 24"/>
          <p:cNvSpPr>
            <a:spLocks noGrp="1"/>
          </p:cNvSpPr>
          <p:nvPr>
            <p:ph type="body" sz="quarter" idx="10" hasCustomPrompt="1"/>
          </p:nvPr>
        </p:nvSpPr>
        <p:spPr>
          <a:xfrm>
            <a:off x="274638" y="3054350"/>
            <a:ext cx="8595042" cy="438150"/>
          </a:xfrm>
        </p:spPr>
        <p:txBody>
          <a:bodyPr anchor="b"/>
          <a:lstStyle>
            <a:lvl1pPr marL="0" indent="0">
              <a:buNone/>
              <a:defRPr baseline="0">
                <a:latin typeface="Helvetica"/>
                <a:cs typeface="Helvetica"/>
              </a:defRPr>
            </a:lvl1pPr>
          </a:lstStyle>
          <a:p>
            <a:pPr lvl="0"/>
            <a:r>
              <a:rPr lang="en-US" dirty="0"/>
              <a:t>Presenter Name or Sector</a:t>
            </a:r>
          </a:p>
        </p:txBody>
      </p:sp>
      <p:sp>
        <p:nvSpPr>
          <p:cNvPr id="5" name="Footer Placeholder 4">
            <a:extLst>
              <a:ext uri="{FF2B5EF4-FFF2-40B4-BE49-F238E27FC236}">
                <a16:creationId xmlns:a16="http://schemas.microsoft.com/office/drawing/2014/main" id="{04FB9F1D-19B8-41BB-97EE-58F66558E27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D918A92-66EB-4883-9F76-9990BDB11D36}"/>
              </a:ext>
            </a:extLst>
          </p:cNvPr>
          <p:cNvSpPr>
            <a:spLocks noGrp="1"/>
          </p:cNvSpPr>
          <p:nvPr>
            <p:ph type="sldNum" sz="quarter" idx="12"/>
          </p:nvPr>
        </p:nvSpPr>
        <p:spPr/>
        <p:txBody>
          <a:bodyPr/>
          <a:lstStyle/>
          <a:p>
            <a:fld id="{2066355A-084C-D24E-9AD2-7E4FC41EA627}" type="slidenum">
              <a:rPr lang="en-US" smtClean="0"/>
              <a:pPr/>
              <a:t>‹#›</a:t>
            </a:fld>
            <a:endParaRPr lang="en-US" dirty="0"/>
          </a:p>
        </p:txBody>
      </p:sp>
    </p:spTree>
    <p:extLst>
      <p:ext uri="{BB962C8B-B14F-4D97-AF65-F5344CB8AC3E}">
        <p14:creationId xmlns:p14="http://schemas.microsoft.com/office/powerpoint/2010/main" val="11581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lt_Title Slide">
    <p:spTree>
      <p:nvGrpSpPr>
        <p:cNvPr id="1" name=""/>
        <p:cNvGrpSpPr/>
        <p:nvPr/>
      </p:nvGrpSpPr>
      <p:grpSpPr>
        <a:xfrm>
          <a:off x="0" y="0"/>
          <a:ext cx="0" cy="0"/>
          <a:chOff x="0" y="0"/>
          <a:chExt cx="0" cy="0"/>
        </a:xfrm>
      </p:grpSpPr>
      <p:sp>
        <p:nvSpPr>
          <p:cNvPr id="10" name="Text Placeholder 18"/>
          <p:cNvSpPr>
            <a:spLocks noGrp="1"/>
          </p:cNvSpPr>
          <p:nvPr>
            <p:ph type="body" sz="quarter" idx="10" hasCustomPrompt="1"/>
          </p:nvPr>
        </p:nvSpPr>
        <p:spPr>
          <a:xfrm>
            <a:off x="527537" y="2283600"/>
            <a:ext cx="6400485" cy="539750"/>
          </a:xfrm>
        </p:spPr>
        <p:txBody>
          <a:bodyPr anchor="ctr" anchorCtr="0">
            <a:normAutofit/>
          </a:bodyPr>
          <a:lstStyle>
            <a:lvl1pPr marL="0" indent="0" algn="l">
              <a:buNone/>
              <a:defRPr sz="1800">
                <a:solidFill>
                  <a:srgbClr val="153B66"/>
                </a:solidFill>
                <a:latin typeface="Times" charset="0"/>
                <a:ea typeface="Times" charset="0"/>
                <a:cs typeface="Times" charset="0"/>
              </a:defRPr>
            </a:lvl1pPr>
          </a:lstStyle>
          <a:p>
            <a:pPr marL="228600" marR="0" lvl="0" indent="-228600" algn="l" defTabSz="914400" rtl="0" eaLnBrk="1" fontAlgn="auto" latinLnBrk="0" hangingPunct="1">
              <a:lnSpc>
                <a:spcPct val="90000"/>
              </a:lnSpc>
              <a:spcBef>
                <a:spcPts val="1000"/>
              </a:spcBef>
              <a:spcAft>
                <a:spcPts val="0"/>
              </a:spcAft>
              <a:buClrTx/>
              <a:buSzTx/>
              <a:tabLst/>
              <a:defRPr/>
            </a:pPr>
            <a:r>
              <a:rPr lang="en-US" dirty="0"/>
              <a:t>Occasion</a:t>
            </a:r>
          </a:p>
        </p:txBody>
      </p:sp>
      <p:sp>
        <p:nvSpPr>
          <p:cNvPr id="12" name="Text Placeholder 18"/>
          <p:cNvSpPr>
            <a:spLocks noGrp="1"/>
          </p:cNvSpPr>
          <p:nvPr>
            <p:ph type="body" sz="quarter" idx="11" hasCustomPrompt="1"/>
          </p:nvPr>
        </p:nvSpPr>
        <p:spPr>
          <a:xfrm>
            <a:off x="527538" y="3999431"/>
            <a:ext cx="7843350" cy="542247"/>
          </a:xfrm>
        </p:spPr>
        <p:txBody>
          <a:bodyPr anchor="ctr" anchorCtr="0">
            <a:normAutofit/>
          </a:bodyPr>
          <a:lstStyle>
            <a:lvl1pPr marL="0" indent="0" algn="l">
              <a:buNone/>
              <a:defRPr sz="1600">
                <a:solidFill>
                  <a:schemeClr val="bg1">
                    <a:lumMod val="50000"/>
                  </a:schemeClr>
                </a:solidFill>
                <a:latin typeface="Times" charset="0"/>
                <a:ea typeface="Times" charset="0"/>
                <a:cs typeface="Times" charset="0"/>
              </a:defRPr>
            </a:lvl1pPr>
          </a:lstStyle>
          <a:p>
            <a:pPr marL="228600" marR="0" lvl="0" indent="-228600" algn="l" defTabSz="914400" rtl="0" eaLnBrk="1" fontAlgn="auto" latinLnBrk="0" hangingPunct="1">
              <a:lnSpc>
                <a:spcPct val="90000"/>
              </a:lnSpc>
              <a:spcBef>
                <a:spcPts val="1000"/>
              </a:spcBef>
              <a:spcAft>
                <a:spcPts val="0"/>
              </a:spcAft>
              <a:buClrTx/>
              <a:buSzTx/>
              <a:tabLst/>
              <a:defRPr/>
            </a:pPr>
            <a:r>
              <a:rPr lang="en-US" dirty="0"/>
              <a:t>Names</a:t>
            </a:r>
          </a:p>
        </p:txBody>
      </p:sp>
      <p:sp>
        <p:nvSpPr>
          <p:cNvPr id="13" name="Text Placeholder 18"/>
          <p:cNvSpPr>
            <a:spLocks noGrp="1"/>
          </p:cNvSpPr>
          <p:nvPr>
            <p:ph type="body" sz="quarter" idx="12" hasCustomPrompt="1"/>
          </p:nvPr>
        </p:nvSpPr>
        <p:spPr>
          <a:xfrm>
            <a:off x="6049108" y="2948354"/>
            <a:ext cx="2321779" cy="439447"/>
          </a:xfrm>
        </p:spPr>
        <p:txBody>
          <a:bodyPr lIns="274320" rIns="91440" anchor="ctr" anchorCtr="0">
            <a:normAutofit/>
          </a:bodyPr>
          <a:lstStyle>
            <a:lvl1pPr marL="0" indent="0">
              <a:buNone/>
              <a:defRPr sz="1600">
                <a:solidFill>
                  <a:schemeClr val="bg1">
                    <a:lumMod val="50000"/>
                  </a:schemeClr>
                </a:solidFill>
                <a:latin typeface="Times" charset="0"/>
                <a:ea typeface="Times" charset="0"/>
                <a:cs typeface="Times" charset="0"/>
              </a:defRPr>
            </a:lvl1pPr>
          </a:lstStyle>
          <a:p>
            <a:pPr marL="228600" marR="0" lvl="0" indent="-228600" algn="l" defTabSz="914400" rtl="0" eaLnBrk="1" fontAlgn="auto" latinLnBrk="0" hangingPunct="1">
              <a:lnSpc>
                <a:spcPct val="90000"/>
              </a:lnSpc>
              <a:spcBef>
                <a:spcPts val="1000"/>
              </a:spcBef>
              <a:spcAft>
                <a:spcPts val="0"/>
              </a:spcAft>
              <a:buClrTx/>
              <a:buSzTx/>
              <a:tabLst/>
              <a:defRPr/>
            </a:pPr>
            <a:r>
              <a:rPr lang="en-US" dirty="0"/>
              <a:t>EXCHA: TICKR</a:t>
            </a:r>
          </a:p>
        </p:txBody>
      </p:sp>
      <p:sp>
        <p:nvSpPr>
          <p:cNvPr id="14" name="Text Placeholder 18"/>
          <p:cNvSpPr>
            <a:spLocks noGrp="1"/>
          </p:cNvSpPr>
          <p:nvPr>
            <p:ph type="body" sz="quarter" idx="13" hasCustomPrompt="1"/>
          </p:nvPr>
        </p:nvSpPr>
        <p:spPr>
          <a:xfrm>
            <a:off x="6049108" y="3395541"/>
            <a:ext cx="2321779" cy="443768"/>
          </a:xfrm>
        </p:spPr>
        <p:txBody>
          <a:bodyPr lIns="274320" rIns="91440" anchor="ctr" anchorCtr="0">
            <a:normAutofit/>
          </a:bodyPr>
          <a:lstStyle>
            <a:lvl1pPr marL="0" indent="0">
              <a:buNone/>
              <a:defRPr sz="1600">
                <a:solidFill>
                  <a:schemeClr val="bg1">
                    <a:lumMod val="50000"/>
                  </a:schemeClr>
                </a:solidFill>
                <a:latin typeface="Times" charset="0"/>
                <a:ea typeface="Times" charset="0"/>
                <a:cs typeface="Times" charset="0"/>
              </a:defRPr>
            </a:lvl1pPr>
          </a:lstStyle>
          <a:p>
            <a:pPr marL="228600" marR="0" lvl="0" indent="-228600" algn="l" defTabSz="914400" rtl="0" eaLnBrk="1" fontAlgn="auto" latinLnBrk="0" hangingPunct="1">
              <a:lnSpc>
                <a:spcPct val="90000"/>
              </a:lnSpc>
              <a:spcBef>
                <a:spcPts val="1000"/>
              </a:spcBef>
              <a:spcAft>
                <a:spcPts val="0"/>
              </a:spcAft>
              <a:buClrTx/>
              <a:buSzTx/>
              <a:tabLst/>
              <a:defRPr/>
            </a:pPr>
            <a:r>
              <a:rPr lang="en-US" dirty="0"/>
              <a:t>Current Price: $XX.XX</a:t>
            </a:r>
          </a:p>
        </p:txBody>
      </p:sp>
      <p:sp>
        <p:nvSpPr>
          <p:cNvPr id="15" name="Text Placeholder 18"/>
          <p:cNvSpPr>
            <a:spLocks noGrp="1"/>
          </p:cNvSpPr>
          <p:nvPr>
            <p:ph type="body" sz="quarter" idx="14" hasCustomPrompt="1"/>
          </p:nvPr>
        </p:nvSpPr>
        <p:spPr>
          <a:xfrm>
            <a:off x="6928022" y="2283600"/>
            <a:ext cx="1442865" cy="542921"/>
          </a:xfrm>
        </p:spPr>
        <p:txBody>
          <a:bodyPr anchor="ctr" anchorCtr="0">
            <a:normAutofit/>
          </a:bodyPr>
          <a:lstStyle>
            <a:lvl1pPr marL="0" indent="0" algn="r">
              <a:buNone/>
              <a:defRPr sz="1800">
                <a:solidFill>
                  <a:schemeClr val="bg1">
                    <a:lumMod val="50000"/>
                  </a:schemeClr>
                </a:solidFill>
                <a:latin typeface="Times" charset="0"/>
                <a:ea typeface="Times" charset="0"/>
                <a:cs typeface="Times" charset="0"/>
              </a:defRPr>
            </a:lvl1pPr>
          </a:lstStyle>
          <a:p>
            <a:pPr marL="228600" marR="0" lvl="0" indent="-228600" algn="l" defTabSz="914400" rtl="0" eaLnBrk="1" fontAlgn="auto" latinLnBrk="0" hangingPunct="1">
              <a:lnSpc>
                <a:spcPct val="90000"/>
              </a:lnSpc>
              <a:spcBef>
                <a:spcPts val="1000"/>
              </a:spcBef>
              <a:spcAft>
                <a:spcPts val="0"/>
              </a:spcAft>
              <a:buClrTx/>
              <a:buSzTx/>
              <a:tabLst/>
              <a:defRPr/>
            </a:pPr>
            <a:r>
              <a:rPr lang="en-US" dirty="0"/>
              <a:t>Date</a:t>
            </a:r>
          </a:p>
        </p:txBody>
      </p:sp>
      <p:sp>
        <p:nvSpPr>
          <p:cNvPr id="16" name="Text Placeholder 3"/>
          <p:cNvSpPr>
            <a:spLocks noGrp="1"/>
          </p:cNvSpPr>
          <p:nvPr>
            <p:ph type="body" sz="quarter" idx="15" hasCustomPrompt="1"/>
          </p:nvPr>
        </p:nvSpPr>
        <p:spPr>
          <a:xfrm>
            <a:off x="527538" y="2839765"/>
            <a:ext cx="5521570" cy="1140433"/>
          </a:xfrm>
        </p:spPr>
        <p:txBody>
          <a:bodyPr rIns="274320" anchor="ctr">
            <a:normAutofit/>
          </a:bodyPr>
          <a:lstStyle>
            <a:lvl1pPr marL="0" indent="0" algn="r">
              <a:buNone/>
              <a:defRPr sz="4400"/>
            </a:lvl1pPr>
          </a:lstStyle>
          <a:p>
            <a:pPr lvl="0"/>
            <a:r>
              <a:rPr lang="en-US" dirty="0"/>
              <a:t>Company Name</a:t>
            </a:r>
          </a:p>
        </p:txBody>
      </p:sp>
      <p:pic>
        <p:nvPicPr>
          <p:cNvPr id="8" name="Picture 7" descr="12463567_10205819205178941_3039132_n.jpg">
            <a:extLst>
              <a:ext uri="{FF2B5EF4-FFF2-40B4-BE49-F238E27FC236}">
                <a16:creationId xmlns:a16="http://schemas.microsoft.com/office/drawing/2014/main" id="{E902F8DE-D501-42F2-A7E2-09D570E4888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846996" y="225957"/>
            <a:ext cx="1144454" cy="1144454"/>
          </a:xfrm>
          <a:prstGeom prst="rect">
            <a:avLst/>
          </a:prstGeom>
        </p:spPr>
      </p:pic>
    </p:spTree>
    <p:extLst>
      <p:ext uri="{BB962C8B-B14F-4D97-AF65-F5344CB8AC3E}">
        <p14:creationId xmlns:p14="http://schemas.microsoft.com/office/powerpoint/2010/main" val="17283514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274320" y="2260600"/>
            <a:ext cx="8595360" cy="793750"/>
          </a:xfrm>
        </p:spPr>
        <p:txBody>
          <a:bodyPr>
            <a:noAutofit/>
          </a:bodyPr>
          <a:lstStyle>
            <a:lvl1pPr>
              <a:defRPr sz="5000"/>
            </a:lvl1pPr>
          </a:lstStyle>
          <a:p>
            <a:r>
              <a:rPr lang="en-US" dirty="0"/>
              <a:t>Section Title</a:t>
            </a:r>
          </a:p>
        </p:txBody>
      </p:sp>
      <p:cxnSp>
        <p:nvCxnSpPr>
          <p:cNvPr id="10" name="Straight Connector 9"/>
          <p:cNvCxnSpPr/>
          <p:nvPr userDrawn="1"/>
        </p:nvCxnSpPr>
        <p:spPr>
          <a:xfrm>
            <a:off x="279400" y="2362200"/>
            <a:ext cx="0" cy="2222500"/>
          </a:xfrm>
          <a:prstGeom prst="line">
            <a:avLst/>
          </a:prstGeom>
          <a:ln w="19050" cmpd="sng">
            <a:solidFill>
              <a:srgbClr val="4B4B4B"/>
            </a:solidFill>
            <a:prstDash val="solid"/>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223948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Alt Section Header">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274320" y="2362200"/>
            <a:ext cx="8595360" cy="692150"/>
          </a:xfrm>
        </p:spPr>
        <p:txBody>
          <a:bodyPr lIns="228600" anchor="ctr">
            <a:noAutofit/>
          </a:bodyPr>
          <a:lstStyle>
            <a:lvl1pPr>
              <a:defRPr sz="5000"/>
            </a:lvl1pPr>
          </a:lstStyle>
          <a:p>
            <a:r>
              <a:rPr lang="en-US" dirty="0"/>
              <a:t>Section Title</a:t>
            </a:r>
          </a:p>
        </p:txBody>
      </p:sp>
      <p:cxnSp>
        <p:nvCxnSpPr>
          <p:cNvPr id="10" name="Straight Connector 9"/>
          <p:cNvCxnSpPr>
            <a:cxnSpLocks/>
          </p:cNvCxnSpPr>
          <p:nvPr userDrawn="1"/>
        </p:nvCxnSpPr>
        <p:spPr>
          <a:xfrm>
            <a:off x="279400" y="2362200"/>
            <a:ext cx="0" cy="2300037"/>
          </a:xfrm>
          <a:prstGeom prst="line">
            <a:avLst/>
          </a:prstGeom>
          <a:ln w="19050" cmpd="sng">
            <a:solidFill>
              <a:srgbClr val="4B4B4B"/>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Text Placeholder 2">
            <a:extLst>
              <a:ext uri="{FF2B5EF4-FFF2-40B4-BE49-F238E27FC236}">
                <a16:creationId xmlns:a16="http://schemas.microsoft.com/office/drawing/2014/main" id="{0D819C63-A2DD-4E64-A6D0-0AE4DDB017BB}"/>
              </a:ext>
            </a:extLst>
          </p:cNvPr>
          <p:cNvSpPr>
            <a:spLocks noGrp="1"/>
          </p:cNvSpPr>
          <p:nvPr>
            <p:ph type="body" sz="quarter" idx="10" hasCustomPrompt="1"/>
          </p:nvPr>
        </p:nvSpPr>
        <p:spPr>
          <a:xfrm>
            <a:off x="274638" y="3054351"/>
            <a:ext cx="8594725" cy="374650"/>
          </a:xfrm>
        </p:spPr>
        <p:txBody>
          <a:bodyPr lIns="228600" anchor="ctr"/>
          <a:lstStyle>
            <a:lvl1pPr marL="0" indent="0">
              <a:buNone/>
              <a:defRPr i="1"/>
            </a:lvl1pPr>
          </a:lstStyle>
          <a:p>
            <a:pPr lvl="0"/>
            <a:r>
              <a:rPr lang="en-US" dirty="0"/>
              <a:t>Author</a:t>
            </a:r>
          </a:p>
        </p:txBody>
      </p:sp>
      <p:cxnSp>
        <p:nvCxnSpPr>
          <p:cNvPr id="5" name="Straight Connector 4">
            <a:extLst>
              <a:ext uri="{FF2B5EF4-FFF2-40B4-BE49-F238E27FC236}">
                <a16:creationId xmlns:a16="http://schemas.microsoft.com/office/drawing/2014/main" id="{E2C5F938-774B-4511-A2DD-00C219442119}"/>
              </a:ext>
            </a:extLst>
          </p:cNvPr>
          <p:cNvCxnSpPr>
            <a:cxnSpLocks/>
          </p:cNvCxnSpPr>
          <p:nvPr userDrawn="1"/>
        </p:nvCxnSpPr>
        <p:spPr>
          <a:xfrm>
            <a:off x="409074" y="3429000"/>
            <a:ext cx="8460606" cy="1"/>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8" name="Text Placeholder 17">
            <a:extLst>
              <a:ext uri="{FF2B5EF4-FFF2-40B4-BE49-F238E27FC236}">
                <a16:creationId xmlns:a16="http://schemas.microsoft.com/office/drawing/2014/main" id="{FCA9CB66-FC8A-4CBD-A0A0-E156260ADB68}"/>
              </a:ext>
            </a:extLst>
          </p:cNvPr>
          <p:cNvSpPr>
            <a:spLocks noGrp="1"/>
          </p:cNvSpPr>
          <p:nvPr>
            <p:ph type="body" sz="quarter" idx="11"/>
          </p:nvPr>
        </p:nvSpPr>
        <p:spPr>
          <a:xfrm>
            <a:off x="409074" y="3519237"/>
            <a:ext cx="8460605" cy="1143000"/>
          </a:xfrm>
        </p:spPr>
        <p:txBody>
          <a:bodyPr/>
          <a:lstStyle>
            <a:lvl1pPr>
              <a:defRPr>
                <a:solidFill>
                  <a:schemeClr val="tx1">
                    <a:lumMod val="60000"/>
                    <a:lumOff val="40000"/>
                  </a:schemeClr>
                </a:solidFill>
              </a:defRPr>
            </a:lvl1pPr>
            <a:lvl2pPr>
              <a:defRPr>
                <a:solidFill>
                  <a:schemeClr val="tx1">
                    <a:lumMod val="60000"/>
                    <a:lumOff val="40000"/>
                  </a:schemeClr>
                </a:solidFill>
              </a:defRPr>
            </a:lvl2pPr>
            <a:lvl3pPr>
              <a:defRPr>
                <a:solidFill>
                  <a:schemeClr val="tx1">
                    <a:lumMod val="60000"/>
                    <a:lumOff val="40000"/>
                  </a:schemeClr>
                </a:solidFill>
              </a:defRPr>
            </a:lvl3pPr>
            <a:lvl4pPr>
              <a:defRPr>
                <a:solidFill>
                  <a:schemeClr val="tx1">
                    <a:lumMod val="60000"/>
                    <a:lumOff val="40000"/>
                  </a:schemeClr>
                </a:solidFill>
              </a:defRPr>
            </a:lvl4pPr>
            <a:lvl5pPr>
              <a:defRPr>
                <a:solidFill>
                  <a:schemeClr val="tx1">
                    <a:lumMod val="60000"/>
                    <a:lumOff val="40000"/>
                  </a:schemeClr>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Rectangle 20">
            <a:extLst>
              <a:ext uri="{FF2B5EF4-FFF2-40B4-BE49-F238E27FC236}">
                <a16:creationId xmlns:a16="http://schemas.microsoft.com/office/drawing/2014/main" id="{D047BFD2-7E14-49CD-A9CC-A76517EE5216}"/>
              </a:ext>
            </a:extLst>
          </p:cNvPr>
          <p:cNvSpPr/>
          <p:nvPr userDrawn="1"/>
        </p:nvSpPr>
        <p:spPr>
          <a:xfrm>
            <a:off x="132347" y="469232"/>
            <a:ext cx="366916" cy="79408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6D81940-D817-41A8-941B-30BF7CA176C2}"/>
              </a:ext>
            </a:extLst>
          </p:cNvPr>
          <p:cNvSpPr/>
          <p:nvPr userDrawn="1"/>
        </p:nvSpPr>
        <p:spPr>
          <a:xfrm>
            <a:off x="8685905" y="6162174"/>
            <a:ext cx="366916" cy="45519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43A82D00-F7A3-4DDE-8384-9DA082D94EEA}"/>
              </a:ext>
            </a:extLst>
          </p:cNvPr>
          <p:cNvSpPr>
            <a:spLocks noGrp="1"/>
          </p:cNvSpPr>
          <p:nvPr>
            <p:ph type="ftr" sz="quarter" idx="12"/>
          </p:nvPr>
        </p:nvSpPr>
        <p:spPr/>
        <p:txBody>
          <a:bodyPr/>
          <a:lstStyle/>
          <a:p>
            <a:endParaRPr lang="en-US" dirty="0"/>
          </a:p>
        </p:txBody>
      </p:sp>
      <p:sp>
        <p:nvSpPr>
          <p:cNvPr id="4" name="Slide Number Placeholder 3">
            <a:extLst>
              <a:ext uri="{FF2B5EF4-FFF2-40B4-BE49-F238E27FC236}">
                <a16:creationId xmlns:a16="http://schemas.microsoft.com/office/drawing/2014/main" id="{CBC7492D-4AD0-4B12-9DF3-73AF2F288771}"/>
              </a:ext>
            </a:extLst>
          </p:cNvPr>
          <p:cNvSpPr>
            <a:spLocks noGrp="1"/>
          </p:cNvSpPr>
          <p:nvPr>
            <p:ph type="sldNum" sz="quarter" idx="13"/>
          </p:nvPr>
        </p:nvSpPr>
        <p:spPr/>
        <p:txBody>
          <a:bodyPr/>
          <a:lstStyle/>
          <a:p>
            <a:fld id="{2066355A-084C-D24E-9AD2-7E4FC41EA627}" type="slidenum">
              <a:rPr lang="en-US" smtClean="0"/>
              <a:pPr/>
              <a:t>‹#›</a:t>
            </a:fld>
            <a:endParaRPr lang="en-US" dirty="0"/>
          </a:p>
        </p:txBody>
      </p:sp>
      <p:sp>
        <p:nvSpPr>
          <p:cNvPr id="6" name="Rectangle 5">
            <a:extLst>
              <a:ext uri="{FF2B5EF4-FFF2-40B4-BE49-F238E27FC236}">
                <a16:creationId xmlns:a16="http://schemas.microsoft.com/office/drawing/2014/main" id="{AC3915A5-4D40-4FA0-84B5-650916275EAF}"/>
              </a:ext>
            </a:extLst>
          </p:cNvPr>
          <p:cNvSpPr/>
          <p:nvPr userDrawn="1"/>
        </p:nvSpPr>
        <p:spPr>
          <a:xfrm>
            <a:off x="192505" y="138363"/>
            <a:ext cx="8860316" cy="45519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5F001C5-2058-442C-A11B-89AF67FA872A}"/>
              </a:ext>
            </a:extLst>
          </p:cNvPr>
          <p:cNvSpPr/>
          <p:nvPr userDrawn="1"/>
        </p:nvSpPr>
        <p:spPr>
          <a:xfrm>
            <a:off x="0" y="6309230"/>
            <a:ext cx="9143999" cy="45519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FF65BACC-A9A2-4B6C-ABEA-677A7C1FC5DA}"/>
              </a:ext>
            </a:extLst>
          </p:cNvPr>
          <p:cNvSpPr>
            <a:spLocks noGrp="1"/>
          </p:cNvSpPr>
          <p:nvPr>
            <p:ph type="body" sz="quarter" idx="14"/>
          </p:nvPr>
        </p:nvSpPr>
        <p:spPr>
          <a:xfrm>
            <a:off x="192188" y="1891228"/>
            <a:ext cx="8677175" cy="458939"/>
          </a:xfrm>
        </p:spPr>
        <p:txBody>
          <a:bodyPr anchor="b">
            <a:noAutofit/>
          </a:bodyPr>
          <a:lstStyle>
            <a:lvl1pPr marL="0" indent="0">
              <a:buNone/>
              <a:defRPr sz="2400" b="1" u="sng"/>
            </a:lvl1pPr>
          </a:lstStyle>
          <a:p>
            <a:pPr lvl="0"/>
            <a:endParaRPr lang="en-US" dirty="0"/>
          </a:p>
        </p:txBody>
      </p:sp>
    </p:spTree>
    <p:extLst>
      <p:ext uri="{BB962C8B-B14F-4D97-AF65-F5344CB8AC3E}">
        <p14:creationId xmlns:p14="http://schemas.microsoft.com/office/powerpoint/2010/main" val="14578730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lt Section Header (2 Lines)">
    <p:spTree>
      <p:nvGrpSpPr>
        <p:cNvPr id="1" name=""/>
        <p:cNvGrpSpPr/>
        <p:nvPr/>
      </p:nvGrpSpPr>
      <p:grpSpPr>
        <a:xfrm>
          <a:off x="0" y="0"/>
          <a:ext cx="0" cy="0"/>
          <a:chOff x="0" y="0"/>
          <a:chExt cx="0" cy="0"/>
        </a:xfrm>
      </p:grpSpPr>
      <p:sp>
        <p:nvSpPr>
          <p:cNvPr id="7" name="Title 1"/>
          <p:cNvSpPr>
            <a:spLocks noGrp="1"/>
          </p:cNvSpPr>
          <p:nvPr>
            <p:ph type="ctrTitle" hasCustomPrompt="1"/>
          </p:nvPr>
        </p:nvSpPr>
        <p:spPr>
          <a:xfrm>
            <a:off x="274320" y="1820773"/>
            <a:ext cx="8595360" cy="1225296"/>
          </a:xfrm>
        </p:spPr>
        <p:txBody>
          <a:bodyPr lIns="228600" anchor="ctr">
            <a:noAutofit/>
          </a:bodyPr>
          <a:lstStyle>
            <a:lvl1pPr>
              <a:defRPr sz="5000"/>
            </a:lvl1pPr>
          </a:lstStyle>
          <a:p>
            <a:r>
              <a:rPr lang="en-US" dirty="0"/>
              <a:t>Section Title</a:t>
            </a:r>
          </a:p>
        </p:txBody>
      </p:sp>
      <p:cxnSp>
        <p:nvCxnSpPr>
          <p:cNvPr id="10" name="Straight Connector 9"/>
          <p:cNvCxnSpPr>
            <a:cxnSpLocks/>
          </p:cNvCxnSpPr>
          <p:nvPr userDrawn="1"/>
        </p:nvCxnSpPr>
        <p:spPr>
          <a:xfrm>
            <a:off x="274320" y="1820773"/>
            <a:ext cx="5080" cy="2841464"/>
          </a:xfrm>
          <a:prstGeom prst="line">
            <a:avLst/>
          </a:prstGeom>
          <a:ln w="19050" cmpd="sng">
            <a:solidFill>
              <a:srgbClr val="4B4B4B"/>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Text Placeholder 2">
            <a:extLst>
              <a:ext uri="{FF2B5EF4-FFF2-40B4-BE49-F238E27FC236}">
                <a16:creationId xmlns:a16="http://schemas.microsoft.com/office/drawing/2014/main" id="{0D819C63-A2DD-4E64-A6D0-0AE4DDB017BB}"/>
              </a:ext>
            </a:extLst>
          </p:cNvPr>
          <p:cNvSpPr>
            <a:spLocks noGrp="1"/>
          </p:cNvSpPr>
          <p:nvPr>
            <p:ph type="body" sz="quarter" idx="10" hasCustomPrompt="1"/>
          </p:nvPr>
        </p:nvSpPr>
        <p:spPr>
          <a:xfrm>
            <a:off x="274638" y="3054351"/>
            <a:ext cx="8594725" cy="374650"/>
          </a:xfrm>
        </p:spPr>
        <p:txBody>
          <a:bodyPr lIns="228600" anchor="ctr"/>
          <a:lstStyle>
            <a:lvl1pPr marL="0" indent="0">
              <a:buNone/>
              <a:defRPr i="1"/>
            </a:lvl1pPr>
          </a:lstStyle>
          <a:p>
            <a:pPr lvl="0"/>
            <a:r>
              <a:rPr lang="en-US" dirty="0"/>
              <a:t>Author</a:t>
            </a:r>
          </a:p>
        </p:txBody>
      </p:sp>
      <p:cxnSp>
        <p:nvCxnSpPr>
          <p:cNvPr id="5" name="Straight Connector 4">
            <a:extLst>
              <a:ext uri="{FF2B5EF4-FFF2-40B4-BE49-F238E27FC236}">
                <a16:creationId xmlns:a16="http://schemas.microsoft.com/office/drawing/2014/main" id="{E2C5F938-774B-4511-A2DD-00C219442119}"/>
              </a:ext>
            </a:extLst>
          </p:cNvPr>
          <p:cNvCxnSpPr>
            <a:cxnSpLocks/>
          </p:cNvCxnSpPr>
          <p:nvPr userDrawn="1"/>
        </p:nvCxnSpPr>
        <p:spPr>
          <a:xfrm>
            <a:off x="409074" y="3429000"/>
            <a:ext cx="8460606" cy="1"/>
          </a:xfrm>
          <a:prstGeom prst="line">
            <a:avLst/>
          </a:prstGeom>
          <a:ln w="6350">
            <a:solidFill>
              <a:schemeClr val="tx1"/>
            </a:solidFill>
          </a:ln>
        </p:spPr>
        <p:style>
          <a:lnRef idx="2">
            <a:schemeClr val="accent1"/>
          </a:lnRef>
          <a:fillRef idx="0">
            <a:schemeClr val="accent1"/>
          </a:fillRef>
          <a:effectRef idx="1">
            <a:schemeClr val="accent1"/>
          </a:effectRef>
          <a:fontRef idx="minor">
            <a:schemeClr val="tx1"/>
          </a:fontRef>
        </p:style>
      </p:cxnSp>
      <p:sp>
        <p:nvSpPr>
          <p:cNvPr id="18" name="Text Placeholder 17">
            <a:extLst>
              <a:ext uri="{FF2B5EF4-FFF2-40B4-BE49-F238E27FC236}">
                <a16:creationId xmlns:a16="http://schemas.microsoft.com/office/drawing/2014/main" id="{FCA9CB66-FC8A-4CBD-A0A0-E156260ADB68}"/>
              </a:ext>
            </a:extLst>
          </p:cNvPr>
          <p:cNvSpPr>
            <a:spLocks noGrp="1"/>
          </p:cNvSpPr>
          <p:nvPr>
            <p:ph type="body" sz="quarter" idx="11"/>
          </p:nvPr>
        </p:nvSpPr>
        <p:spPr>
          <a:xfrm>
            <a:off x="409074" y="3519237"/>
            <a:ext cx="8460605" cy="1143000"/>
          </a:xfrm>
        </p:spPr>
        <p:txBody>
          <a:bodyPr/>
          <a:lstStyle>
            <a:lvl1pPr>
              <a:defRPr>
                <a:solidFill>
                  <a:schemeClr val="tx1">
                    <a:lumMod val="60000"/>
                    <a:lumOff val="40000"/>
                  </a:schemeClr>
                </a:solidFill>
              </a:defRPr>
            </a:lvl1pPr>
            <a:lvl2pPr>
              <a:defRPr>
                <a:solidFill>
                  <a:schemeClr val="tx1">
                    <a:lumMod val="60000"/>
                    <a:lumOff val="40000"/>
                  </a:schemeClr>
                </a:solidFill>
              </a:defRPr>
            </a:lvl2pPr>
            <a:lvl3pPr>
              <a:defRPr>
                <a:solidFill>
                  <a:schemeClr val="tx1">
                    <a:lumMod val="60000"/>
                    <a:lumOff val="40000"/>
                  </a:schemeClr>
                </a:solidFill>
              </a:defRPr>
            </a:lvl3pPr>
            <a:lvl4pPr>
              <a:defRPr>
                <a:solidFill>
                  <a:schemeClr val="tx1">
                    <a:lumMod val="60000"/>
                    <a:lumOff val="40000"/>
                  </a:schemeClr>
                </a:solidFill>
              </a:defRPr>
            </a:lvl4pPr>
            <a:lvl5pPr>
              <a:defRPr>
                <a:solidFill>
                  <a:schemeClr val="tx1">
                    <a:lumMod val="60000"/>
                    <a:lumOff val="40000"/>
                  </a:schemeClr>
                </a:solidFill>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Rectangle 20">
            <a:extLst>
              <a:ext uri="{FF2B5EF4-FFF2-40B4-BE49-F238E27FC236}">
                <a16:creationId xmlns:a16="http://schemas.microsoft.com/office/drawing/2014/main" id="{D047BFD2-7E14-49CD-A9CC-A76517EE5216}"/>
              </a:ext>
            </a:extLst>
          </p:cNvPr>
          <p:cNvSpPr/>
          <p:nvPr userDrawn="1"/>
        </p:nvSpPr>
        <p:spPr>
          <a:xfrm>
            <a:off x="132347" y="469232"/>
            <a:ext cx="366916" cy="79408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46D81940-D817-41A8-941B-30BF7CA176C2}"/>
              </a:ext>
            </a:extLst>
          </p:cNvPr>
          <p:cNvSpPr/>
          <p:nvPr userDrawn="1"/>
        </p:nvSpPr>
        <p:spPr>
          <a:xfrm>
            <a:off x="8685905" y="6162174"/>
            <a:ext cx="366916" cy="45519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Footer Placeholder 1">
            <a:extLst>
              <a:ext uri="{FF2B5EF4-FFF2-40B4-BE49-F238E27FC236}">
                <a16:creationId xmlns:a16="http://schemas.microsoft.com/office/drawing/2014/main" id="{43A82D00-F7A3-4DDE-8384-9DA082D94EEA}"/>
              </a:ext>
            </a:extLst>
          </p:cNvPr>
          <p:cNvSpPr>
            <a:spLocks noGrp="1"/>
          </p:cNvSpPr>
          <p:nvPr>
            <p:ph type="ftr" sz="quarter" idx="12"/>
          </p:nvPr>
        </p:nvSpPr>
        <p:spPr/>
        <p:txBody>
          <a:bodyPr/>
          <a:lstStyle/>
          <a:p>
            <a:endParaRPr lang="en-US" dirty="0"/>
          </a:p>
        </p:txBody>
      </p:sp>
      <p:sp>
        <p:nvSpPr>
          <p:cNvPr id="4" name="Slide Number Placeholder 3">
            <a:extLst>
              <a:ext uri="{FF2B5EF4-FFF2-40B4-BE49-F238E27FC236}">
                <a16:creationId xmlns:a16="http://schemas.microsoft.com/office/drawing/2014/main" id="{CBC7492D-4AD0-4B12-9DF3-73AF2F288771}"/>
              </a:ext>
            </a:extLst>
          </p:cNvPr>
          <p:cNvSpPr>
            <a:spLocks noGrp="1"/>
          </p:cNvSpPr>
          <p:nvPr>
            <p:ph type="sldNum" sz="quarter" idx="13"/>
          </p:nvPr>
        </p:nvSpPr>
        <p:spPr/>
        <p:txBody>
          <a:bodyPr/>
          <a:lstStyle/>
          <a:p>
            <a:fld id="{2066355A-084C-D24E-9AD2-7E4FC41EA627}" type="slidenum">
              <a:rPr lang="en-US" smtClean="0"/>
              <a:pPr/>
              <a:t>‹#›</a:t>
            </a:fld>
            <a:endParaRPr lang="en-US" dirty="0"/>
          </a:p>
        </p:txBody>
      </p:sp>
      <p:sp>
        <p:nvSpPr>
          <p:cNvPr id="6" name="Rectangle 5">
            <a:extLst>
              <a:ext uri="{FF2B5EF4-FFF2-40B4-BE49-F238E27FC236}">
                <a16:creationId xmlns:a16="http://schemas.microsoft.com/office/drawing/2014/main" id="{AC3915A5-4D40-4FA0-84B5-650916275EAF}"/>
              </a:ext>
            </a:extLst>
          </p:cNvPr>
          <p:cNvSpPr/>
          <p:nvPr userDrawn="1"/>
        </p:nvSpPr>
        <p:spPr>
          <a:xfrm>
            <a:off x="192505" y="138363"/>
            <a:ext cx="8860316" cy="45519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5F001C5-2058-442C-A11B-89AF67FA872A}"/>
              </a:ext>
            </a:extLst>
          </p:cNvPr>
          <p:cNvSpPr/>
          <p:nvPr userDrawn="1"/>
        </p:nvSpPr>
        <p:spPr>
          <a:xfrm>
            <a:off x="0" y="6309230"/>
            <a:ext cx="9143999" cy="45519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 Placeholder 12">
            <a:extLst>
              <a:ext uri="{FF2B5EF4-FFF2-40B4-BE49-F238E27FC236}">
                <a16:creationId xmlns:a16="http://schemas.microsoft.com/office/drawing/2014/main" id="{55B5651B-F780-44FA-BAD6-3430F7A610FC}"/>
              </a:ext>
            </a:extLst>
          </p:cNvPr>
          <p:cNvSpPr>
            <a:spLocks noGrp="1"/>
          </p:cNvSpPr>
          <p:nvPr>
            <p:ph type="body" sz="quarter" idx="14"/>
          </p:nvPr>
        </p:nvSpPr>
        <p:spPr>
          <a:xfrm>
            <a:off x="192505" y="1349806"/>
            <a:ext cx="8677175" cy="458939"/>
          </a:xfrm>
        </p:spPr>
        <p:txBody>
          <a:bodyPr anchor="b">
            <a:noAutofit/>
          </a:bodyPr>
          <a:lstStyle>
            <a:lvl1pPr marL="0" indent="0">
              <a:buNone/>
              <a:defRPr sz="2400" b="1" u="sng"/>
            </a:lvl1pPr>
          </a:lstStyle>
          <a:p>
            <a:pPr lvl="0"/>
            <a:endParaRPr lang="en-US" dirty="0"/>
          </a:p>
        </p:txBody>
      </p:sp>
    </p:spTree>
    <p:extLst>
      <p:ext uri="{BB962C8B-B14F-4D97-AF65-F5344CB8AC3E}">
        <p14:creationId xmlns:p14="http://schemas.microsoft.com/office/powerpoint/2010/main" val="142263000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274320" y="1434352"/>
            <a:ext cx="8595360" cy="4775201"/>
          </a:xfrm>
        </p:spPr>
        <p:txBody>
          <a:bodyPr/>
          <a:lstStyle>
            <a:lvl1pPr>
              <a:defRPr sz="1600"/>
            </a:lvl1pPr>
            <a:lvl2pPr>
              <a:defRPr sz="1300"/>
            </a:lvl2pPr>
            <a:lvl3pPr>
              <a:defRPr sz="1300"/>
            </a:lvl3pPr>
            <a:lvl4pPr>
              <a:defRPr sz="1300"/>
            </a:lvl4pPr>
            <a:lvl5pPr>
              <a:defRPr sz="13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9" name="Footer Placeholder 28"/>
          <p:cNvSpPr>
            <a:spLocks noGrp="1"/>
          </p:cNvSpPr>
          <p:nvPr>
            <p:ph type="ftr" sz="quarter" idx="10"/>
          </p:nvPr>
        </p:nvSpPr>
        <p:spPr/>
        <p:txBody>
          <a:bodyPr/>
          <a:lstStyle/>
          <a:p>
            <a:endParaRPr lang="en-US" dirty="0"/>
          </a:p>
        </p:txBody>
      </p:sp>
      <p:sp>
        <p:nvSpPr>
          <p:cNvPr id="30" name="Slide Number Placeholder 29"/>
          <p:cNvSpPr>
            <a:spLocks noGrp="1"/>
          </p:cNvSpPr>
          <p:nvPr>
            <p:ph type="sldNum" sz="quarter" idx="11"/>
          </p:nvPr>
        </p:nvSpPr>
        <p:spPr/>
        <p:txBody>
          <a:bodyPr/>
          <a:lstStyle/>
          <a:p>
            <a:fld id="{2066355A-084C-D24E-9AD2-7E4FC41EA627}" type="slidenum">
              <a:rPr lang="en-US" smtClean="0"/>
              <a:pPr/>
              <a:t>‹#›</a:t>
            </a:fld>
            <a:endParaRPr lang="en-US" dirty="0"/>
          </a:p>
        </p:txBody>
      </p:sp>
      <p:sp>
        <p:nvSpPr>
          <p:cNvPr id="33" name="Title 3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220382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61740" y="1739900"/>
            <a:ext cx="4114800" cy="4584700"/>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733707" y="1739900"/>
            <a:ext cx="4114800" cy="4584700"/>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2"/>
          <p:cNvSpPr>
            <a:spLocks noGrp="1"/>
          </p:cNvSpPr>
          <p:nvPr>
            <p:ph sz="quarter" idx="14" hasCustomPrompt="1"/>
          </p:nvPr>
        </p:nvSpPr>
        <p:spPr>
          <a:xfrm>
            <a:off x="4742300" y="1270000"/>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22" name="Content Placeholder 12"/>
          <p:cNvSpPr>
            <a:spLocks noGrp="1"/>
          </p:cNvSpPr>
          <p:nvPr>
            <p:ph sz="quarter" idx="16" hasCustomPrompt="1"/>
          </p:nvPr>
        </p:nvSpPr>
        <p:spPr>
          <a:xfrm>
            <a:off x="261740" y="1270000"/>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9" name="Footer Placeholder 8"/>
          <p:cNvSpPr>
            <a:spLocks noGrp="1"/>
          </p:cNvSpPr>
          <p:nvPr>
            <p:ph type="ftr" sz="quarter" idx="17"/>
          </p:nvPr>
        </p:nvSpPr>
        <p:spPr/>
        <p:txBody>
          <a:bodyPr/>
          <a:lstStyle/>
          <a:p>
            <a:endParaRPr lang="en-US" dirty="0"/>
          </a:p>
        </p:txBody>
      </p:sp>
      <p:sp>
        <p:nvSpPr>
          <p:cNvPr id="10" name="Slide Number Placeholder 9"/>
          <p:cNvSpPr>
            <a:spLocks noGrp="1"/>
          </p:cNvSpPr>
          <p:nvPr>
            <p:ph type="sldNum" sz="quarter" idx="18"/>
          </p:nvPr>
        </p:nvSpPr>
        <p:spPr/>
        <p:txBody>
          <a:bodyPr/>
          <a:lstStyle/>
          <a:p>
            <a:fld id="{2066355A-084C-D24E-9AD2-7E4FC41EA627}" type="slidenum">
              <a:rPr lang="en-US" smtClean="0"/>
              <a:pPr/>
              <a:t>‹#›</a:t>
            </a:fld>
            <a:endParaRPr lang="en-US" dirty="0"/>
          </a:p>
        </p:txBody>
      </p:sp>
      <p:sp>
        <p:nvSpPr>
          <p:cNvPr id="5" name="Title 4"/>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2605946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61740" y="1739900"/>
            <a:ext cx="4114800" cy="4584700"/>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
        <p:nvSpPr>
          <p:cNvPr id="22" name="Content Placeholder 12"/>
          <p:cNvSpPr>
            <a:spLocks noGrp="1"/>
          </p:cNvSpPr>
          <p:nvPr>
            <p:ph sz="quarter" idx="16" hasCustomPrompt="1"/>
          </p:nvPr>
        </p:nvSpPr>
        <p:spPr>
          <a:xfrm>
            <a:off x="261740" y="1270000"/>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0" name="Content Placeholder 12"/>
          <p:cNvSpPr>
            <a:spLocks noGrp="1"/>
          </p:cNvSpPr>
          <p:nvPr>
            <p:ph sz="quarter" idx="14" hasCustomPrompt="1"/>
          </p:nvPr>
        </p:nvSpPr>
        <p:spPr>
          <a:xfrm>
            <a:off x="4742300" y="1270000"/>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1" name="Content Placeholder 2"/>
          <p:cNvSpPr>
            <a:spLocks noGrp="1"/>
          </p:cNvSpPr>
          <p:nvPr>
            <p:ph sz="half" idx="18"/>
          </p:nvPr>
        </p:nvSpPr>
        <p:spPr>
          <a:xfrm>
            <a:off x="4742300" y="1739900"/>
            <a:ext cx="4114800" cy="1908810"/>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
        <p:nvSpPr>
          <p:cNvPr id="13" name="Content Placeholder 12"/>
          <p:cNvSpPr>
            <a:spLocks noGrp="1"/>
          </p:cNvSpPr>
          <p:nvPr>
            <p:ph sz="quarter" idx="20" hasCustomPrompt="1"/>
          </p:nvPr>
        </p:nvSpPr>
        <p:spPr>
          <a:xfrm>
            <a:off x="4733707" y="3752850"/>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6" name="Content Placeholder 2"/>
          <p:cNvSpPr>
            <a:spLocks noGrp="1"/>
          </p:cNvSpPr>
          <p:nvPr>
            <p:ph sz="half" idx="21"/>
          </p:nvPr>
        </p:nvSpPr>
        <p:spPr>
          <a:xfrm>
            <a:off x="4733707" y="4221480"/>
            <a:ext cx="4114800" cy="2103120"/>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
        <p:nvSpPr>
          <p:cNvPr id="4" name="Footer Placeholder 3"/>
          <p:cNvSpPr>
            <a:spLocks noGrp="1"/>
          </p:cNvSpPr>
          <p:nvPr>
            <p:ph type="ftr" sz="quarter" idx="22"/>
          </p:nvPr>
        </p:nvSpPr>
        <p:spPr/>
        <p:txBody>
          <a:bodyPr/>
          <a:lstStyle/>
          <a:p>
            <a:endParaRPr lang="en-US" dirty="0"/>
          </a:p>
        </p:txBody>
      </p:sp>
      <p:sp>
        <p:nvSpPr>
          <p:cNvPr id="5" name="Slide Number Placeholder 4"/>
          <p:cNvSpPr>
            <a:spLocks noGrp="1"/>
          </p:cNvSpPr>
          <p:nvPr>
            <p:ph type="sldNum" sz="quarter" idx="23"/>
          </p:nvPr>
        </p:nvSpPr>
        <p:spPr/>
        <p:txBody>
          <a:bodyPr/>
          <a:lstStyle/>
          <a:p>
            <a:fld id="{2066355A-084C-D24E-9AD2-7E4FC41EA627}" type="slidenum">
              <a:rPr lang="en-US" smtClean="0"/>
              <a:pPr/>
              <a:t>‹#›</a:t>
            </a:fld>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830354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Swap">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746288" y="1739900"/>
            <a:ext cx="4114800" cy="4584700"/>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
        <p:nvSpPr>
          <p:cNvPr id="22" name="Content Placeholder 12"/>
          <p:cNvSpPr>
            <a:spLocks noGrp="1"/>
          </p:cNvSpPr>
          <p:nvPr>
            <p:ph sz="quarter" idx="16" hasCustomPrompt="1"/>
          </p:nvPr>
        </p:nvSpPr>
        <p:spPr>
          <a:xfrm>
            <a:off x="4746288" y="1270000"/>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0" name="Content Placeholder 12"/>
          <p:cNvSpPr>
            <a:spLocks noGrp="1"/>
          </p:cNvSpPr>
          <p:nvPr>
            <p:ph sz="quarter" idx="14" hasCustomPrompt="1"/>
          </p:nvPr>
        </p:nvSpPr>
        <p:spPr>
          <a:xfrm>
            <a:off x="282912" y="1270000"/>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1" name="Content Placeholder 2"/>
          <p:cNvSpPr>
            <a:spLocks noGrp="1"/>
          </p:cNvSpPr>
          <p:nvPr>
            <p:ph sz="half" idx="18"/>
          </p:nvPr>
        </p:nvSpPr>
        <p:spPr>
          <a:xfrm>
            <a:off x="282912" y="1739900"/>
            <a:ext cx="4114800" cy="1908810"/>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
        <p:nvSpPr>
          <p:cNvPr id="13" name="Content Placeholder 12"/>
          <p:cNvSpPr>
            <a:spLocks noGrp="1"/>
          </p:cNvSpPr>
          <p:nvPr>
            <p:ph sz="quarter" idx="20" hasCustomPrompt="1"/>
          </p:nvPr>
        </p:nvSpPr>
        <p:spPr>
          <a:xfrm>
            <a:off x="274319" y="3752850"/>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6" name="Content Placeholder 2"/>
          <p:cNvSpPr>
            <a:spLocks noGrp="1"/>
          </p:cNvSpPr>
          <p:nvPr>
            <p:ph sz="half" idx="21"/>
          </p:nvPr>
        </p:nvSpPr>
        <p:spPr>
          <a:xfrm>
            <a:off x="274319" y="4221480"/>
            <a:ext cx="4114800" cy="2103120"/>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
        <p:nvSpPr>
          <p:cNvPr id="4" name="Footer Placeholder 3"/>
          <p:cNvSpPr>
            <a:spLocks noGrp="1"/>
          </p:cNvSpPr>
          <p:nvPr>
            <p:ph type="ftr" sz="quarter" idx="22"/>
          </p:nvPr>
        </p:nvSpPr>
        <p:spPr/>
        <p:txBody>
          <a:bodyPr/>
          <a:lstStyle/>
          <a:p>
            <a:endParaRPr lang="en-US" dirty="0"/>
          </a:p>
        </p:txBody>
      </p:sp>
      <p:sp>
        <p:nvSpPr>
          <p:cNvPr id="5" name="Slide Number Placeholder 4"/>
          <p:cNvSpPr>
            <a:spLocks noGrp="1"/>
          </p:cNvSpPr>
          <p:nvPr>
            <p:ph type="sldNum" sz="quarter" idx="23"/>
          </p:nvPr>
        </p:nvSpPr>
        <p:spPr/>
        <p:txBody>
          <a:bodyPr/>
          <a:lstStyle/>
          <a:p>
            <a:fld id="{2066355A-084C-D24E-9AD2-7E4FC41EA627}" type="slidenum">
              <a:rPr lang="en-US" smtClean="0"/>
              <a:pPr/>
              <a:t>‹#›</a:t>
            </a:fld>
            <a:endParaRPr lang="en-US" dirty="0"/>
          </a:p>
        </p:txBody>
      </p:sp>
      <p:sp>
        <p:nvSpPr>
          <p:cNvPr id="6" name="Title 5"/>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4118447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Content">
    <p:spTree>
      <p:nvGrpSpPr>
        <p:cNvPr id="1" name=""/>
        <p:cNvGrpSpPr/>
        <p:nvPr/>
      </p:nvGrpSpPr>
      <p:grpSpPr>
        <a:xfrm>
          <a:off x="0" y="0"/>
          <a:ext cx="0" cy="0"/>
          <a:chOff x="0" y="0"/>
          <a:chExt cx="0" cy="0"/>
        </a:xfrm>
      </p:grpSpPr>
      <p:sp>
        <p:nvSpPr>
          <p:cNvPr id="4" name="Content Placeholder 12"/>
          <p:cNvSpPr>
            <a:spLocks noGrp="1"/>
          </p:cNvSpPr>
          <p:nvPr>
            <p:ph sz="quarter" idx="16" hasCustomPrompt="1"/>
          </p:nvPr>
        </p:nvSpPr>
        <p:spPr>
          <a:xfrm>
            <a:off x="261740" y="1270000"/>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5" name="Content Placeholder 12"/>
          <p:cNvSpPr>
            <a:spLocks noGrp="1"/>
          </p:cNvSpPr>
          <p:nvPr>
            <p:ph sz="quarter" idx="14" hasCustomPrompt="1"/>
          </p:nvPr>
        </p:nvSpPr>
        <p:spPr>
          <a:xfrm>
            <a:off x="4742300" y="1270000"/>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6" name="Content Placeholder 12"/>
          <p:cNvSpPr>
            <a:spLocks noGrp="1"/>
          </p:cNvSpPr>
          <p:nvPr>
            <p:ph sz="quarter" idx="17" hasCustomPrompt="1"/>
          </p:nvPr>
        </p:nvSpPr>
        <p:spPr>
          <a:xfrm>
            <a:off x="274320" y="3783853"/>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0" name="Content Placeholder 12"/>
          <p:cNvSpPr>
            <a:spLocks noGrp="1"/>
          </p:cNvSpPr>
          <p:nvPr>
            <p:ph sz="quarter" idx="20" hasCustomPrompt="1"/>
          </p:nvPr>
        </p:nvSpPr>
        <p:spPr>
          <a:xfrm>
            <a:off x="4733707" y="3783853"/>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4" name="Content Placeholder 2"/>
          <p:cNvSpPr>
            <a:spLocks noGrp="1"/>
          </p:cNvSpPr>
          <p:nvPr>
            <p:ph sz="half" idx="22"/>
          </p:nvPr>
        </p:nvSpPr>
        <p:spPr>
          <a:xfrm>
            <a:off x="274320" y="1739900"/>
            <a:ext cx="4114800" cy="1929653"/>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
        <p:nvSpPr>
          <p:cNvPr id="16" name="Content Placeholder 2"/>
          <p:cNvSpPr>
            <a:spLocks noGrp="1"/>
          </p:cNvSpPr>
          <p:nvPr>
            <p:ph sz="half" idx="23"/>
          </p:nvPr>
        </p:nvSpPr>
        <p:spPr>
          <a:xfrm>
            <a:off x="279838" y="4263913"/>
            <a:ext cx="4114800" cy="1978137"/>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
        <p:nvSpPr>
          <p:cNvPr id="17" name="Content Placeholder 2"/>
          <p:cNvSpPr>
            <a:spLocks noGrp="1"/>
          </p:cNvSpPr>
          <p:nvPr>
            <p:ph sz="half" idx="24"/>
          </p:nvPr>
        </p:nvSpPr>
        <p:spPr>
          <a:xfrm>
            <a:off x="4733707" y="1739900"/>
            <a:ext cx="4114800" cy="1929653"/>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
        <p:nvSpPr>
          <p:cNvPr id="18" name="Content Placeholder 2"/>
          <p:cNvSpPr>
            <a:spLocks noGrp="1"/>
          </p:cNvSpPr>
          <p:nvPr>
            <p:ph sz="half" idx="18"/>
          </p:nvPr>
        </p:nvSpPr>
        <p:spPr>
          <a:xfrm>
            <a:off x="4742300" y="4263913"/>
            <a:ext cx="4114800" cy="1978137"/>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
        <p:nvSpPr>
          <p:cNvPr id="7" name="Footer Placeholder 6"/>
          <p:cNvSpPr>
            <a:spLocks noGrp="1"/>
          </p:cNvSpPr>
          <p:nvPr>
            <p:ph type="ftr" sz="quarter" idx="25"/>
          </p:nvPr>
        </p:nvSpPr>
        <p:spPr>
          <a:xfrm>
            <a:off x="2075447" y="6356350"/>
            <a:ext cx="5765681" cy="365125"/>
          </a:xfrm>
        </p:spPr>
        <p:txBody>
          <a:bodyPr/>
          <a:lstStyle/>
          <a:p>
            <a:endParaRPr lang="en-US" dirty="0"/>
          </a:p>
        </p:txBody>
      </p:sp>
      <p:sp>
        <p:nvSpPr>
          <p:cNvPr id="8" name="Slide Number Placeholder 7"/>
          <p:cNvSpPr>
            <a:spLocks noGrp="1"/>
          </p:cNvSpPr>
          <p:nvPr>
            <p:ph type="sldNum" sz="quarter" idx="26"/>
          </p:nvPr>
        </p:nvSpPr>
        <p:spPr/>
        <p:txBody>
          <a:bodyPr/>
          <a:lstStyle/>
          <a:p>
            <a:fld id="{2066355A-084C-D24E-9AD2-7E4FC41EA627}" type="slidenum">
              <a:rPr lang="en-US" smtClean="0"/>
              <a:pPr/>
              <a:t>‹#›</a:t>
            </a:fld>
            <a:endParaRPr lang="en-US" dirty="0"/>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00925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and Callout">
    <p:spTree>
      <p:nvGrpSpPr>
        <p:cNvPr id="1" name=""/>
        <p:cNvGrpSpPr/>
        <p:nvPr/>
      </p:nvGrpSpPr>
      <p:grpSpPr>
        <a:xfrm>
          <a:off x="0" y="0"/>
          <a:ext cx="0" cy="0"/>
          <a:chOff x="0" y="0"/>
          <a:chExt cx="0" cy="0"/>
        </a:xfrm>
      </p:grpSpPr>
      <p:sp>
        <p:nvSpPr>
          <p:cNvPr id="6" name="Content Placeholder 5"/>
          <p:cNvSpPr>
            <a:spLocks noGrp="1"/>
          </p:cNvSpPr>
          <p:nvPr>
            <p:ph sz="quarter" idx="11" hasCustomPrompt="1"/>
          </p:nvPr>
        </p:nvSpPr>
        <p:spPr>
          <a:xfrm>
            <a:off x="274638" y="1346200"/>
            <a:ext cx="8594725" cy="774700"/>
          </a:xfrm>
          <a:solidFill>
            <a:schemeClr val="accent1"/>
          </a:solidFill>
        </p:spPr>
        <p:txBody>
          <a:bodyPr anchor="ctr">
            <a:noAutofit/>
          </a:bodyPr>
          <a:lstStyle>
            <a:lvl1pPr marL="0" indent="0">
              <a:buNone/>
              <a:defRPr sz="1800" baseline="0">
                <a:solidFill>
                  <a:schemeClr val="bg1"/>
                </a:solidFill>
              </a:defRPr>
            </a:lvl1pPr>
          </a:lstStyle>
          <a:p>
            <a:pPr lvl="0"/>
            <a:r>
              <a:rPr lang="en-US" dirty="0"/>
              <a:t>Callout Box</a:t>
            </a:r>
          </a:p>
        </p:txBody>
      </p:sp>
      <p:sp>
        <p:nvSpPr>
          <p:cNvPr id="7" name="Content Placeholder 2"/>
          <p:cNvSpPr>
            <a:spLocks noGrp="1"/>
          </p:cNvSpPr>
          <p:nvPr>
            <p:ph idx="1"/>
          </p:nvPr>
        </p:nvSpPr>
        <p:spPr>
          <a:xfrm>
            <a:off x="274320" y="2311400"/>
            <a:ext cx="8595360" cy="39497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2"/>
          </p:nvPr>
        </p:nvSpPr>
        <p:spPr/>
        <p:txBody>
          <a:bodyPr/>
          <a:lstStyle/>
          <a:p>
            <a:endParaRPr lang="en-US" dirty="0"/>
          </a:p>
        </p:txBody>
      </p:sp>
      <p:sp>
        <p:nvSpPr>
          <p:cNvPr id="8" name="Slide Number Placeholder 7"/>
          <p:cNvSpPr>
            <a:spLocks noGrp="1"/>
          </p:cNvSpPr>
          <p:nvPr>
            <p:ph type="sldNum" sz="quarter" idx="13"/>
          </p:nvPr>
        </p:nvSpPr>
        <p:spPr/>
        <p:txBody>
          <a:bodyPr/>
          <a:lstStyle/>
          <a:p>
            <a:fld id="{2066355A-084C-D24E-9AD2-7E4FC41EA627}" type="slidenum">
              <a:rPr lang="en-US" smtClean="0"/>
              <a:pPr/>
              <a:t>‹#›</a:t>
            </a:fld>
            <a:endParaRPr lang="en-US" dirty="0"/>
          </a:p>
        </p:txBody>
      </p:sp>
      <p:sp>
        <p:nvSpPr>
          <p:cNvPr id="3" name="Titl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18298572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ottom Callout Top Callout Two Content (no header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5"/>
          <p:cNvSpPr>
            <a:spLocks noGrp="1"/>
          </p:cNvSpPr>
          <p:nvPr>
            <p:ph sz="quarter" idx="11" hasCustomPrompt="1"/>
          </p:nvPr>
        </p:nvSpPr>
        <p:spPr>
          <a:xfrm>
            <a:off x="274955" y="5470525"/>
            <a:ext cx="8594725" cy="774700"/>
          </a:xfrm>
          <a:solidFill>
            <a:schemeClr val="accent1"/>
          </a:solidFill>
        </p:spPr>
        <p:txBody>
          <a:bodyPr anchor="ctr">
            <a:noAutofit/>
          </a:bodyPr>
          <a:lstStyle>
            <a:lvl1pPr marL="0" indent="0">
              <a:buNone/>
              <a:defRPr sz="1800" baseline="0">
                <a:solidFill>
                  <a:schemeClr val="bg1"/>
                </a:solidFill>
              </a:defRPr>
            </a:lvl1pPr>
          </a:lstStyle>
          <a:p>
            <a:pPr lvl="0"/>
            <a:r>
              <a:rPr lang="en-US" dirty="0"/>
              <a:t>Callout Box</a:t>
            </a:r>
          </a:p>
        </p:txBody>
      </p:sp>
      <p:sp>
        <p:nvSpPr>
          <p:cNvPr id="5" name="Content Placeholder 2"/>
          <p:cNvSpPr>
            <a:spLocks noGrp="1"/>
          </p:cNvSpPr>
          <p:nvPr>
            <p:ph idx="1"/>
          </p:nvPr>
        </p:nvSpPr>
        <p:spPr>
          <a:xfrm>
            <a:off x="274955" y="2670806"/>
            <a:ext cx="4114800" cy="268859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2"/>
          </p:nvPr>
        </p:nvSpPr>
        <p:spPr/>
        <p:txBody>
          <a:bodyPr/>
          <a:lstStyle/>
          <a:p>
            <a:endParaRPr lang="en-US" dirty="0"/>
          </a:p>
        </p:txBody>
      </p:sp>
      <p:sp>
        <p:nvSpPr>
          <p:cNvPr id="8" name="Slide Number Placeholder 7"/>
          <p:cNvSpPr>
            <a:spLocks noGrp="1"/>
          </p:cNvSpPr>
          <p:nvPr>
            <p:ph type="sldNum" sz="quarter" idx="13"/>
          </p:nvPr>
        </p:nvSpPr>
        <p:spPr/>
        <p:txBody>
          <a:bodyPr/>
          <a:lstStyle/>
          <a:p>
            <a:fld id="{2066355A-084C-D24E-9AD2-7E4FC41EA627}" type="slidenum">
              <a:rPr lang="en-US" smtClean="0"/>
              <a:pPr/>
              <a:t>‹#›</a:t>
            </a:fld>
            <a:endParaRPr lang="en-US" dirty="0"/>
          </a:p>
        </p:txBody>
      </p:sp>
      <p:sp>
        <p:nvSpPr>
          <p:cNvPr id="7" name="Content Placeholder 5">
            <a:extLst>
              <a:ext uri="{FF2B5EF4-FFF2-40B4-BE49-F238E27FC236}">
                <a16:creationId xmlns:a16="http://schemas.microsoft.com/office/drawing/2014/main" id="{40BB87C4-6B87-4A26-9B39-B65712F7D08C}"/>
              </a:ext>
            </a:extLst>
          </p:cNvPr>
          <p:cNvSpPr>
            <a:spLocks noGrp="1"/>
          </p:cNvSpPr>
          <p:nvPr>
            <p:ph sz="quarter" idx="14" hasCustomPrompt="1"/>
          </p:nvPr>
        </p:nvSpPr>
        <p:spPr>
          <a:xfrm>
            <a:off x="275590" y="1308100"/>
            <a:ext cx="8594725" cy="774700"/>
          </a:xfrm>
          <a:solidFill>
            <a:schemeClr val="accent1"/>
          </a:solidFill>
        </p:spPr>
        <p:txBody>
          <a:bodyPr anchor="ctr">
            <a:noAutofit/>
          </a:bodyPr>
          <a:lstStyle>
            <a:lvl1pPr marL="0" indent="0">
              <a:buNone/>
              <a:defRPr sz="1800" baseline="0">
                <a:solidFill>
                  <a:schemeClr val="bg1"/>
                </a:solidFill>
              </a:defRPr>
            </a:lvl1pPr>
          </a:lstStyle>
          <a:p>
            <a:pPr lvl="0"/>
            <a:r>
              <a:rPr lang="en-US" dirty="0"/>
              <a:t>Callout Box</a:t>
            </a:r>
          </a:p>
        </p:txBody>
      </p:sp>
      <p:sp>
        <p:nvSpPr>
          <p:cNvPr id="9" name="Content Placeholder 2">
            <a:extLst>
              <a:ext uri="{FF2B5EF4-FFF2-40B4-BE49-F238E27FC236}">
                <a16:creationId xmlns:a16="http://schemas.microsoft.com/office/drawing/2014/main" id="{06BD5931-1460-4B65-92C2-113FAB84C17D}"/>
              </a:ext>
            </a:extLst>
          </p:cNvPr>
          <p:cNvSpPr>
            <a:spLocks noGrp="1"/>
          </p:cNvSpPr>
          <p:nvPr>
            <p:ph idx="15"/>
          </p:nvPr>
        </p:nvSpPr>
        <p:spPr>
          <a:xfrm>
            <a:off x="4754245" y="2670806"/>
            <a:ext cx="4114800" cy="268859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1">
            <a:extLst>
              <a:ext uri="{FF2B5EF4-FFF2-40B4-BE49-F238E27FC236}">
                <a16:creationId xmlns:a16="http://schemas.microsoft.com/office/drawing/2014/main" id="{4B22B442-5CBC-4567-9261-0D603522D077}"/>
              </a:ext>
            </a:extLst>
          </p:cNvPr>
          <p:cNvSpPr>
            <a:spLocks noGrp="1"/>
          </p:cNvSpPr>
          <p:nvPr>
            <p:ph sz="quarter" idx="16"/>
          </p:nvPr>
        </p:nvSpPr>
        <p:spPr>
          <a:xfrm>
            <a:off x="276225" y="2193925"/>
            <a:ext cx="8593138" cy="36512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675037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op Gap Callout">
    <p:spTree>
      <p:nvGrpSpPr>
        <p:cNvPr id="1" name=""/>
        <p:cNvGrpSpPr/>
        <p:nvPr/>
      </p:nvGrpSpPr>
      <p:grpSpPr>
        <a:xfrm>
          <a:off x="0" y="0"/>
          <a:ext cx="0" cy="0"/>
          <a:chOff x="0" y="0"/>
          <a:chExt cx="0" cy="0"/>
        </a:xfrm>
      </p:grpSpPr>
      <p:sp>
        <p:nvSpPr>
          <p:cNvPr id="6" name="Content Placeholder 5"/>
          <p:cNvSpPr>
            <a:spLocks noGrp="1"/>
          </p:cNvSpPr>
          <p:nvPr>
            <p:ph sz="quarter" idx="11" hasCustomPrompt="1"/>
          </p:nvPr>
        </p:nvSpPr>
        <p:spPr>
          <a:xfrm>
            <a:off x="274319" y="2308896"/>
            <a:ext cx="8594725" cy="774700"/>
          </a:xfrm>
          <a:solidFill>
            <a:schemeClr val="accent1"/>
          </a:solidFill>
        </p:spPr>
        <p:txBody>
          <a:bodyPr anchor="ctr">
            <a:noAutofit/>
          </a:bodyPr>
          <a:lstStyle>
            <a:lvl1pPr marL="0" indent="0">
              <a:buNone/>
              <a:defRPr sz="1800" baseline="0">
                <a:solidFill>
                  <a:schemeClr val="bg1"/>
                </a:solidFill>
              </a:defRPr>
            </a:lvl1pPr>
          </a:lstStyle>
          <a:p>
            <a:pPr lvl="0"/>
            <a:r>
              <a:rPr lang="en-US" dirty="0"/>
              <a:t>Callout Box</a:t>
            </a:r>
          </a:p>
        </p:txBody>
      </p:sp>
      <p:sp>
        <p:nvSpPr>
          <p:cNvPr id="7" name="Content Placeholder 2"/>
          <p:cNvSpPr>
            <a:spLocks noGrp="1"/>
          </p:cNvSpPr>
          <p:nvPr>
            <p:ph idx="1"/>
          </p:nvPr>
        </p:nvSpPr>
        <p:spPr>
          <a:xfrm>
            <a:off x="274320" y="3269053"/>
            <a:ext cx="8595360" cy="2992047"/>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2"/>
          </p:nvPr>
        </p:nvSpPr>
        <p:spPr/>
        <p:txBody>
          <a:bodyPr/>
          <a:lstStyle/>
          <a:p>
            <a:endParaRPr lang="en-US" dirty="0"/>
          </a:p>
        </p:txBody>
      </p:sp>
      <p:sp>
        <p:nvSpPr>
          <p:cNvPr id="8" name="Slide Number Placeholder 7"/>
          <p:cNvSpPr>
            <a:spLocks noGrp="1"/>
          </p:cNvSpPr>
          <p:nvPr>
            <p:ph type="sldNum" sz="quarter" idx="13"/>
          </p:nvPr>
        </p:nvSpPr>
        <p:spPr/>
        <p:txBody>
          <a:bodyPr/>
          <a:lstStyle/>
          <a:p>
            <a:fld id="{2066355A-084C-D24E-9AD2-7E4FC41EA627}" type="slidenum">
              <a:rPr lang="en-US" smtClean="0"/>
              <a:pPr/>
              <a:t>‹#›</a:t>
            </a:fld>
            <a:endParaRPr lang="en-US" dirty="0"/>
          </a:p>
        </p:txBody>
      </p:sp>
      <p:sp>
        <p:nvSpPr>
          <p:cNvPr id="3" name="Title 2"/>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A7A9561A-C774-4403-8518-8C0863F06B11}"/>
              </a:ext>
            </a:extLst>
          </p:cNvPr>
          <p:cNvSpPr>
            <a:spLocks noGrp="1"/>
          </p:cNvSpPr>
          <p:nvPr>
            <p:ph type="body" sz="quarter" idx="14"/>
          </p:nvPr>
        </p:nvSpPr>
        <p:spPr>
          <a:xfrm>
            <a:off x="274638" y="1346199"/>
            <a:ext cx="8595042" cy="77724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122683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op Callout Two Column">
    <p:spTree>
      <p:nvGrpSpPr>
        <p:cNvPr id="1" name=""/>
        <p:cNvGrpSpPr/>
        <p:nvPr/>
      </p:nvGrpSpPr>
      <p:grpSpPr>
        <a:xfrm>
          <a:off x="0" y="0"/>
          <a:ext cx="0" cy="0"/>
          <a:chOff x="0" y="0"/>
          <a:chExt cx="0" cy="0"/>
        </a:xfrm>
      </p:grpSpPr>
      <p:sp>
        <p:nvSpPr>
          <p:cNvPr id="6" name="Content Placeholder 5"/>
          <p:cNvSpPr>
            <a:spLocks noGrp="1"/>
          </p:cNvSpPr>
          <p:nvPr>
            <p:ph sz="quarter" idx="11" hasCustomPrompt="1"/>
          </p:nvPr>
        </p:nvSpPr>
        <p:spPr>
          <a:xfrm>
            <a:off x="274638" y="1346200"/>
            <a:ext cx="8594725" cy="774700"/>
          </a:xfrm>
          <a:solidFill>
            <a:schemeClr val="accent1"/>
          </a:solidFill>
        </p:spPr>
        <p:txBody>
          <a:bodyPr anchor="ctr">
            <a:noAutofit/>
          </a:bodyPr>
          <a:lstStyle>
            <a:lvl1pPr marL="0" indent="0">
              <a:buNone/>
              <a:defRPr sz="1800" baseline="0">
                <a:solidFill>
                  <a:schemeClr val="bg1"/>
                </a:solidFill>
              </a:defRPr>
            </a:lvl1pPr>
          </a:lstStyle>
          <a:p>
            <a:pPr lvl="0"/>
            <a:r>
              <a:rPr lang="en-US" dirty="0"/>
              <a:t>Callout Box</a:t>
            </a:r>
          </a:p>
        </p:txBody>
      </p:sp>
      <p:sp>
        <p:nvSpPr>
          <p:cNvPr id="5" name="Footer Placeholder 4"/>
          <p:cNvSpPr>
            <a:spLocks noGrp="1"/>
          </p:cNvSpPr>
          <p:nvPr>
            <p:ph type="ftr" sz="quarter" idx="12"/>
          </p:nvPr>
        </p:nvSpPr>
        <p:spPr/>
        <p:txBody>
          <a:bodyPr/>
          <a:lstStyle/>
          <a:p>
            <a:endParaRPr lang="en-US" dirty="0"/>
          </a:p>
        </p:txBody>
      </p:sp>
      <p:sp>
        <p:nvSpPr>
          <p:cNvPr id="8" name="Slide Number Placeholder 7"/>
          <p:cNvSpPr>
            <a:spLocks noGrp="1"/>
          </p:cNvSpPr>
          <p:nvPr>
            <p:ph type="sldNum" sz="quarter" idx="13"/>
          </p:nvPr>
        </p:nvSpPr>
        <p:spPr/>
        <p:txBody>
          <a:bodyPr/>
          <a:lstStyle/>
          <a:p>
            <a:fld id="{2066355A-084C-D24E-9AD2-7E4FC41EA627}" type="slidenum">
              <a:rPr lang="en-US" smtClean="0"/>
              <a:pPr/>
              <a:t>‹#›</a:t>
            </a:fld>
            <a:endParaRPr lang="en-US" dirty="0"/>
          </a:p>
        </p:txBody>
      </p:sp>
      <p:sp>
        <p:nvSpPr>
          <p:cNvPr id="3" name="Title 2"/>
          <p:cNvSpPr>
            <a:spLocks noGrp="1"/>
          </p:cNvSpPr>
          <p:nvPr>
            <p:ph type="title"/>
          </p:nvPr>
        </p:nvSpPr>
        <p:spPr/>
        <p:txBody>
          <a:bodyPr/>
          <a:lstStyle/>
          <a:p>
            <a:r>
              <a:rPr lang="en-US"/>
              <a:t>Click to edit Master title style</a:t>
            </a:r>
          </a:p>
        </p:txBody>
      </p:sp>
      <p:sp>
        <p:nvSpPr>
          <p:cNvPr id="9" name="Content Placeholder 2"/>
          <p:cNvSpPr>
            <a:spLocks noGrp="1"/>
          </p:cNvSpPr>
          <p:nvPr>
            <p:ph sz="half" idx="1"/>
          </p:nvPr>
        </p:nvSpPr>
        <p:spPr>
          <a:xfrm>
            <a:off x="261740" y="2722118"/>
            <a:ext cx="4114800" cy="3511341"/>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3"/>
          <p:cNvSpPr>
            <a:spLocks noGrp="1"/>
          </p:cNvSpPr>
          <p:nvPr>
            <p:ph sz="half" idx="2"/>
          </p:nvPr>
        </p:nvSpPr>
        <p:spPr>
          <a:xfrm>
            <a:off x="4733707" y="2722118"/>
            <a:ext cx="4114800" cy="3511341"/>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2"/>
          <p:cNvSpPr>
            <a:spLocks noGrp="1"/>
          </p:cNvSpPr>
          <p:nvPr>
            <p:ph sz="quarter" idx="14" hasCustomPrompt="1"/>
          </p:nvPr>
        </p:nvSpPr>
        <p:spPr>
          <a:xfrm>
            <a:off x="4733707" y="2238629"/>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2" name="Content Placeholder 12"/>
          <p:cNvSpPr>
            <a:spLocks noGrp="1"/>
          </p:cNvSpPr>
          <p:nvPr>
            <p:ph sz="quarter" idx="16" hasCustomPrompt="1"/>
          </p:nvPr>
        </p:nvSpPr>
        <p:spPr>
          <a:xfrm>
            <a:off x="253147" y="2238629"/>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Tree>
    <p:extLst>
      <p:ext uri="{BB962C8B-B14F-4D97-AF65-F5344CB8AC3E}">
        <p14:creationId xmlns:p14="http://schemas.microsoft.com/office/powerpoint/2010/main" val="13416202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ottom Callout Two Column">
    <p:spTree>
      <p:nvGrpSpPr>
        <p:cNvPr id="1" name=""/>
        <p:cNvGrpSpPr/>
        <p:nvPr/>
      </p:nvGrpSpPr>
      <p:grpSpPr>
        <a:xfrm>
          <a:off x="0" y="0"/>
          <a:ext cx="0" cy="0"/>
          <a:chOff x="0" y="0"/>
          <a:chExt cx="0" cy="0"/>
        </a:xfrm>
      </p:grpSpPr>
      <p:sp>
        <p:nvSpPr>
          <p:cNvPr id="6" name="Content Placeholder 5"/>
          <p:cNvSpPr>
            <a:spLocks noGrp="1"/>
          </p:cNvSpPr>
          <p:nvPr>
            <p:ph sz="quarter" idx="11" hasCustomPrompt="1"/>
          </p:nvPr>
        </p:nvSpPr>
        <p:spPr>
          <a:xfrm>
            <a:off x="283231" y="5458759"/>
            <a:ext cx="8594725" cy="774700"/>
          </a:xfrm>
          <a:solidFill>
            <a:schemeClr val="accent1"/>
          </a:solidFill>
        </p:spPr>
        <p:txBody>
          <a:bodyPr anchor="ctr">
            <a:noAutofit/>
          </a:bodyPr>
          <a:lstStyle>
            <a:lvl1pPr marL="0" indent="0">
              <a:buNone/>
              <a:defRPr sz="1800" baseline="0">
                <a:solidFill>
                  <a:schemeClr val="bg1"/>
                </a:solidFill>
              </a:defRPr>
            </a:lvl1pPr>
          </a:lstStyle>
          <a:p>
            <a:pPr lvl="0"/>
            <a:r>
              <a:rPr lang="en-US" dirty="0"/>
              <a:t>Callout Box</a:t>
            </a:r>
          </a:p>
        </p:txBody>
      </p:sp>
      <p:sp>
        <p:nvSpPr>
          <p:cNvPr id="5" name="Footer Placeholder 4"/>
          <p:cNvSpPr>
            <a:spLocks noGrp="1"/>
          </p:cNvSpPr>
          <p:nvPr>
            <p:ph type="ftr" sz="quarter" idx="12"/>
          </p:nvPr>
        </p:nvSpPr>
        <p:spPr/>
        <p:txBody>
          <a:bodyPr/>
          <a:lstStyle/>
          <a:p>
            <a:endParaRPr lang="en-US" dirty="0"/>
          </a:p>
        </p:txBody>
      </p:sp>
      <p:sp>
        <p:nvSpPr>
          <p:cNvPr id="8" name="Slide Number Placeholder 7"/>
          <p:cNvSpPr>
            <a:spLocks noGrp="1"/>
          </p:cNvSpPr>
          <p:nvPr>
            <p:ph type="sldNum" sz="quarter" idx="13"/>
          </p:nvPr>
        </p:nvSpPr>
        <p:spPr/>
        <p:txBody>
          <a:bodyPr/>
          <a:lstStyle/>
          <a:p>
            <a:fld id="{2066355A-084C-D24E-9AD2-7E4FC41EA627}" type="slidenum">
              <a:rPr lang="en-US" smtClean="0"/>
              <a:pPr/>
              <a:t>‹#›</a:t>
            </a:fld>
            <a:endParaRPr lang="en-US" dirty="0"/>
          </a:p>
        </p:txBody>
      </p:sp>
      <p:sp>
        <p:nvSpPr>
          <p:cNvPr id="3" name="Title 2"/>
          <p:cNvSpPr>
            <a:spLocks noGrp="1"/>
          </p:cNvSpPr>
          <p:nvPr>
            <p:ph type="title"/>
          </p:nvPr>
        </p:nvSpPr>
        <p:spPr/>
        <p:txBody>
          <a:bodyPr/>
          <a:lstStyle/>
          <a:p>
            <a:r>
              <a:rPr lang="en-US" dirty="0"/>
              <a:t>Click to edit Master title style</a:t>
            </a:r>
          </a:p>
        </p:txBody>
      </p:sp>
      <p:sp>
        <p:nvSpPr>
          <p:cNvPr id="9" name="Content Placeholder 2"/>
          <p:cNvSpPr>
            <a:spLocks noGrp="1"/>
          </p:cNvSpPr>
          <p:nvPr>
            <p:ph sz="half" idx="1"/>
          </p:nvPr>
        </p:nvSpPr>
        <p:spPr>
          <a:xfrm>
            <a:off x="283231" y="1829689"/>
            <a:ext cx="4114800" cy="3511341"/>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3"/>
          <p:cNvSpPr>
            <a:spLocks noGrp="1"/>
          </p:cNvSpPr>
          <p:nvPr>
            <p:ph sz="half" idx="2"/>
          </p:nvPr>
        </p:nvSpPr>
        <p:spPr>
          <a:xfrm>
            <a:off x="4755198" y="1829689"/>
            <a:ext cx="4114800" cy="3511341"/>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2"/>
          <p:cNvSpPr>
            <a:spLocks noGrp="1"/>
          </p:cNvSpPr>
          <p:nvPr>
            <p:ph sz="quarter" idx="14" hasCustomPrompt="1"/>
          </p:nvPr>
        </p:nvSpPr>
        <p:spPr>
          <a:xfrm>
            <a:off x="4755198" y="1346200"/>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2" name="Content Placeholder 12"/>
          <p:cNvSpPr>
            <a:spLocks noGrp="1"/>
          </p:cNvSpPr>
          <p:nvPr>
            <p:ph sz="quarter" idx="16" hasCustomPrompt="1"/>
          </p:nvPr>
        </p:nvSpPr>
        <p:spPr>
          <a:xfrm>
            <a:off x="274638" y="1346200"/>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Tree>
    <p:extLst>
      <p:ext uri="{BB962C8B-B14F-4D97-AF65-F5344CB8AC3E}">
        <p14:creationId xmlns:p14="http://schemas.microsoft.com/office/powerpoint/2010/main" val="18021282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op Callout Gap Two Column">
    <p:spTree>
      <p:nvGrpSpPr>
        <p:cNvPr id="1" name=""/>
        <p:cNvGrpSpPr/>
        <p:nvPr/>
      </p:nvGrpSpPr>
      <p:grpSpPr>
        <a:xfrm>
          <a:off x="0" y="0"/>
          <a:ext cx="0" cy="0"/>
          <a:chOff x="0" y="0"/>
          <a:chExt cx="0" cy="0"/>
        </a:xfrm>
      </p:grpSpPr>
      <p:sp>
        <p:nvSpPr>
          <p:cNvPr id="6" name="Content Placeholder 5"/>
          <p:cNvSpPr>
            <a:spLocks noGrp="1"/>
          </p:cNvSpPr>
          <p:nvPr>
            <p:ph sz="quarter" idx="11" hasCustomPrompt="1"/>
          </p:nvPr>
        </p:nvSpPr>
        <p:spPr>
          <a:xfrm>
            <a:off x="274638" y="1346200"/>
            <a:ext cx="8594725" cy="774700"/>
          </a:xfrm>
          <a:solidFill>
            <a:schemeClr val="accent1"/>
          </a:solidFill>
        </p:spPr>
        <p:txBody>
          <a:bodyPr anchor="ctr">
            <a:noAutofit/>
          </a:bodyPr>
          <a:lstStyle>
            <a:lvl1pPr marL="0" indent="0">
              <a:buNone/>
              <a:defRPr sz="1800" baseline="0">
                <a:solidFill>
                  <a:schemeClr val="bg1"/>
                </a:solidFill>
              </a:defRPr>
            </a:lvl1pPr>
          </a:lstStyle>
          <a:p>
            <a:pPr lvl="0"/>
            <a:r>
              <a:rPr lang="en-US" dirty="0"/>
              <a:t>Callout Box</a:t>
            </a:r>
          </a:p>
        </p:txBody>
      </p:sp>
      <p:sp>
        <p:nvSpPr>
          <p:cNvPr id="5" name="Footer Placeholder 4"/>
          <p:cNvSpPr>
            <a:spLocks noGrp="1"/>
          </p:cNvSpPr>
          <p:nvPr>
            <p:ph type="ftr" sz="quarter" idx="12"/>
          </p:nvPr>
        </p:nvSpPr>
        <p:spPr/>
        <p:txBody>
          <a:bodyPr/>
          <a:lstStyle/>
          <a:p>
            <a:endParaRPr lang="en-US" dirty="0"/>
          </a:p>
        </p:txBody>
      </p:sp>
      <p:sp>
        <p:nvSpPr>
          <p:cNvPr id="8" name="Slide Number Placeholder 7"/>
          <p:cNvSpPr>
            <a:spLocks noGrp="1"/>
          </p:cNvSpPr>
          <p:nvPr>
            <p:ph type="sldNum" sz="quarter" idx="13"/>
          </p:nvPr>
        </p:nvSpPr>
        <p:spPr/>
        <p:txBody>
          <a:bodyPr/>
          <a:lstStyle/>
          <a:p>
            <a:fld id="{2066355A-084C-D24E-9AD2-7E4FC41EA627}" type="slidenum">
              <a:rPr lang="en-US" smtClean="0"/>
              <a:pPr/>
              <a:t>‹#›</a:t>
            </a:fld>
            <a:endParaRPr lang="en-US" dirty="0"/>
          </a:p>
        </p:txBody>
      </p:sp>
      <p:sp>
        <p:nvSpPr>
          <p:cNvPr id="3" name="Title 2"/>
          <p:cNvSpPr>
            <a:spLocks noGrp="1"/>
          </p:cNvSpPr>
          <p:nvPr>
            <p:ph type="title"/>
          </p:nvPr>
        </p:nvSpPr>
        <p:spPr/>
        <p:txBody>
          <a:bodyPr/>
          <a:lstStyle/>
          <a:p>
            <a:r>
              <a:rPr lang="en-US"/>
              <a:t>Click to edit Master title style</a:t>
            </a:r>
          </a:p>
        </p:txBody>
      </p:sp>
      <p:sp>
        <p:nvSpPr>
          <p:cNvPr id="9" name="Content Placeholder 2"/>
          <p:cNvSpPr>
            <a:spLocks noGrp="1"/>
          </p:cNvSpPr>
          <p:nvPr>
            <p:ph sz="half" idx="1"/>
          </p:nvPr>
        </p:nvSpPr>
        <p:spPr>
          <a:xfrm>
            <a:off x="282596" y="3429000"/>
            <a:ext cx="4114800" cy="2743200"/>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3"/>
          <p:cNvSpPr>
            <a:spLocks noGrp="1"/>
          </p:cNvSpPr>
          <p:nvPr>
            <p:ph sz="half" idx="2"/>
          </p:nvPr>
        </p:nvSpPr>
        <p:spPr>
          <a:xfrm>
            <a:off x="4754563" y="3429000"/>
            <a:ext cx="4114800" cy="2743200"/>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2"/>
          <p:cNvSpPr>
            <a:spLocks noGrp="1"/>
          </p:cNvSpPr>
          <p:nvPr>
            <p:ph sz="quarter" idx="14" hasCustomPrompt="1"/>
          </p:nvPr>
        </p:nvSpPr>
        <p:spPr>
          <a:xfrm>
            <a:off x="4754563" y="2945511"/>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2" name="Content Placeholder 12"/>
          <p:cNvSpPr>
            <a:spLocks noGrp="1"/>
          </p:cNvSpPr>
          <p:nvPr>
            <p:ph sz="quarter" idx="16" hasCustomPrompt="1"/>
          </p:nvPr>
        </p:nvSpPr>
        <p:spPr>
          <a:xfrm>
            <a:off x="274003" y="2945511"/>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3" name="Content Placeholder 2">
            <a:extLst>
              <a:ext uri="{FF2B5EF4-FFF2-40B4-BE49-F238E27FC236}">
                <a16:creationId xmlns:a16="http://schemas.microsoft.com/office/drawing/2014/main" id="{F60DB532-8EB4-4880-BD66-EB72C0043CC7}"/>
              </a:ext>
            </a:extLst>
          </p:cNvPr>
          <p:cNvSpPr>
            <a:spLocks noGrp="1"/>
          </p:cNvSpPr>
          <p:nvPr>
            <p:ph idx="17"/>
          </p:nvPr>
        </p:nvSpPr>
        <p:spPr>
          <a:xfrm>
            <a:off x="274955" y="2238629"/>
            <a:ext cx="8595360" cy="58915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55559272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op Callout Gap Three Column">
    <p:spTree>
      <p:nvGrpSpPr>
        <p:cNvPr id="1" name=""/>
        <p:cNvGrpSpPr/>
        <p:nvPr/>
      </p:nvGrpSpPr>
      <p:grpSpPr>
        <a:xfrm>
          <a:off x="0" y="0"/>
          <a:ext cx="0" cy="0"/>
          <a:chOff x="0" y="0"/>
          <a:chExt cx="0" cy="0"/>
        </a:xfrm>
      </p:grpSpPr>
      <p:sp>
        <p:nvSpPr>
          <p:cNvPr id="6" name="Content Placeholder 5"/>
          <p:cNvSpPr>
            <a:spLocks noGrp="1"/>
          </p:cNvSpPr>
          <p:nvPr>
            <p:ph sz="quarter" idx="11" hasCustomPrompt="1"/>
          </p:nvPr>
        </p:nvSpPr>
        <p:spPr>
          <a:xfrm>
            <a:off x="274638" y="1346200"/>
            <a:ext cx="8594725" cy="774700"/>
          </a:xfrm>
          <a:solidFill>
            <a:schemeClr val="accent1"/>
          </a:solidFill>
        </p:spPr>
        <p:txBody>
          <a:bodyPr anchor="ctr">
            <a:noAutofit/>
          </a:bodyPr>
          <a:lstStyle>
            <a:lvl1pPr marL="0" indent="0">
              <a:buNone/>
              <a:defRPr sz="1800" baseline="0">
                <a:solidFill>
                  <a:schemeClr val="bg1"/>
                </a:solidFill>
              </a:defRPr>
            </a:lvl1pPr>
          </a:lstStyle>
          <a:p>
            <a:pPr lvl="0"/>
            <a:r>
              <a:rPr lang="en-US" dirty="0"/>
              <a:t>Callout Box</a:t>
            </a:r>
          </a:p>
        </p:txBody>
      </p:sp>
      <p:sp>
        <p:nvSpPr>
          <p:cNvPr id="5" name="Footer Placeholder 4"/>
          <p:cNvSpPr>
            <a:spLocks noGrp="1"/>
          </p:cNvSpPr>
          <p:nvPr>
            <p:ph type="ftr" sz="quarter" idx="12"/>
          </p:nvPr>
        </p:nvSpPr>
        <p:spPr/>
        <p:txBody>
          <a:bodyPr/>
          <a:lstStyle/>
          <a:p>
            <a:endParaRPr lang="en-US" dirty="0"/>
          </a:p>
        </p:txBody>
      </p:sp>
      <p:sp>
        <p:nvSpPr>
          <p:cNvPr id="8" name="Slide Number Placeholder 7"/>
          <p:cNvSpPr>
            <a:spLocks noGrp="1"/>
          </p:cNvSpPr>
          <p:nvPr>
            <p:ph type="sldNum" sz="quarter" idx="13"/>
          </p:nvPr>
        </p:nvSpPr>
        <p:spPr/>
        <p:txBody>
          <a:bodyPr/>
          <a:lstStyle/>
          <a:p>
            <a:fld id="{2066355A-084C-D24E-9AD2-7E4FC41EA627}" type="slidenum">
              <a:rPr lang="en-US" smtClean="0"/>
              <a:pPr/>
              <a:t>‹#›</a:t>
            </a:fld>
            <a:endParaRPr lang="en-US" dirty="0"/>
          </a:p>
        </p:txBody>
      </p:sp>
      <p:sp>
        <p:nvSpPr>
          <p:cNvPr id="3" name="Title 2"/>
          <p:cNvSpPr>
            <a:spLocks noGrp="1"/>
          </p:cNvSpPr>
          <p:nvPr>
            <p:ph type="title"/>
          </p:nvPr>
        </p:nvSpPr>
        <p:spPr/>
        <p:txBody>
          <a:bodyPr/>
          <a:lstStyle/>
          <a:p>
            <a:r>
              <a:rPr lang="en-US"/>
              <a:t>Click to edit Master title style</a:t>
            </a:r>
          </a:p>
        </p:txBody>
      </p:sp>
      <p:sp>
        <p:nvSpPr>
          <p:cNvPr id="9" name="Content Placeholder 2"/>
          <p:cNvSpPr>
            <a:spLocks noGrp="1"/>
          </p:cNvSpPr>
          <p:nvPr>
            <p:ph sz="half" idx="1"/>
          </p:nvPr>
        </p:nvSpPr>
        <p:spPr>
          <a:xfrm>
            <a:off x="282596" y="3429000"/>
            <a:ext cx="2743200" cy="2743200"/>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3"/>
          <p:cNvSpPr>
            <a:spLocks noGrp="1"/>
          </p:cNvSpPr>
          <p:nvPr>
            <p:ph sz="half" idx="2"/>
          </p:nvPr>
        </p:nvSpPr>
        <p:spPr>
          <a:xfrm>
            <a:off x="6127115" y="3429000"/>
            <a:ext cx="2743200" cy="2743200"/>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2"/>
          <p:cNvSpPr>
            <a:spLocks noGrp="1"/>
          </p:cNvSpPr>
          <p:nvPr>
            <p:ph sz="quarter" idx="14" hasCustomPrompt="1"/>
          </p:nvPr>
        </p:nvSpPr>
        <p:spPr>
          <a:xfrm>
            <a:off x="6127115" y="2945511"/>
            <a:ext cx="27432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2" name="Content Placeholder 12"/>
          <p:cNvSpPr>
            <a:spLocks noGrp="1"/>
          </p:cNvSpPr>
          <p:nvPr>
            <p:ph sz="quarter" idx="16" hasCustomPrompt="1"/>
          </p:nvPr>
        </p:nvSpPr>
        <p:spPr>
          <a:xfrm>
            <a:off x="274003" y="2945511"/>
            <a:ext cx="27432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3" name="Content Placeholder 2">
            <a:extLst>
              <a:ext uri="{FF2B5EF4-FFF2-40B4-BE49-F238E27FC236}">
                <a16:creationId xmlns:a16="http://schemas.microsoft.com/office/drawing/2014/main" id="{F60DB532-8EB4-4880-BD66-EB72C0043CC7}"/>
              </a:ext>
            </a:extLst>
          </p:cNvPr>
          <p:cNvSpPr>
            <a:spLocks noGrp="1"/>
          </p:cNvSpPr>
          <p:nvPr>
            <p:ph idx="17"/>
          </p:nvPr>
        </p:nvSpPr>
        <p:spPr>
          <a:xfrm>
            <a:off x="274955" y="2238629"/>
            <a:ext cx="8595360" cy="58915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2">
            <a:extLst>
              <a:ext uri="{FF2B5EF4-FFF2-40B4-BE49-F238E27FC236}">
                <a16:creationId xmlns:a16="http://schemas.microsoft.com/office/drawing/2014/main" id="{0479EA5C-4228-44BE-AEDA-3AEA62B8C6E2}"/>
              </a:ext>
            </a:extLst>
          </p:cNvPr>
          <p:cNvSpPr>
            <a:spLocks noGrp="1"/>
          </p:cNvSpPr>
          <p:nvPr>
            <p:ph sz="half" idx="18"/>
          </p:nvPr>
        </p:nvSpPr>
        <p:spPr>
          <a:xfrm>
            <a:off x="3209152" y="3429000"/>
            <a:ext cx="2743200" cy="2743200"/>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Content Placeholder 12">
            <a:extLst>
              <a:ext uri="{FF2B5EF4-FFF2-40B4-BE49-F238E27FC236}">
                <a16:creationId xmlns:a16="http://schemas.microsoft.com/office/drawing/2014/main" id="{688A5BAE-0140-496F-8CA5-5ABD1DF5703B}"/>
              </a:ext>
            </a:extLst>
          </p:cNvPr>
          <p:cNvSpPr>
            <a:spLocks noGrp="1"/>
          </p:cNvSpPr>
          <p:nvPr>
            <p:ph sz="quarter" idx="19" hasCustomPrompt="1"/>
          </p:nvPr>
        </p:nvSpPr>
        <p:spPr>
          <a:xfrm>
            <a:off x="3200559" y="2945511"/>
            <a:ext cx="27432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Tree>
    <p:extLst>
      <p:ext uri="{BB962C8B-B14F-4D97-AF65-F5344CB8AC3E}">
        <p14:creationId xmlns:p14="http://schemas.microsoft.com/office/powerpoint/2010/main" val="31248163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op Callout Three Column">
    <p:spTree>
      <p:nvGrpSpPr>
        <p:cNvPr id="1" name=""/>
        <p:cNvGrpSpPr/>
        <p:nvPr/>
      </p:nvGrpSpPr>
      <p:grpSpPr>
        <a:xfrm>
          <a:off x="0" y="0"/>
          <a:ext cx="0" cy="0"/>
          <a:chOff x="0" y="0"/>
          <a:chExt cx="0" cy="0"/>
        </a:xfrm>
      </p:grpSpPr>
      <p:sp>
        <p:nvSpPr>
          <p:cNvPr id="6" name="Content Placeholder 5"/>
          <p:cNvSpPr>
            <a:spLocks noGrp="1"/>
          </p:cNvSpPr>
          <p:nvPr>
            <p:ph sz="quarter" idx="11" hasCustomPrompt="1"/>
          </p:nvPr>
        </p:nvSpPr>
        <p:spPr>
          <a:xfrm>
            <a:off x="274638" y="1346200"/>
            <a:ext cx="8594725" cy="774700"/>
          </a:xfrm>
          <a:solidFill>
            <a:schemeClr val="accent1"/>
          </a:solidFill>
        </p:spPr>
        <p:txBody>
          <a:bodyPr anchor="ctr">
            <a:noAutofit/>
          </a:bodyPr>
          <a:lstStyle>
            <a:lvl1pPr marL="0" indent="0">
              <a:buNone/>
              <a:defRPr sz="1800" baseline="0">
                <a:solidFill>
                  <a:schemeClr val="bg1"/>
                </a:solidFill>
              </a:defRPr>
            </a:lvl1pPr>
          </a:lstStyle>
          <a:p>
            <a:pPr lvl="0"/>
            <a:r>
              <a:rPr lang="en-US" dirty="0"/>
              <a:t>Callout Box</a:t>
            </a:r>
          </a:p>
        </p:txBody>
      </p:sp>
      <p:sp>
        <p:nvSpPr>
          <p:cNvPr id="5" name="Footer Placeholder 4"/>
          <p:cNvSpPr>
            <a:spLocks noGrp="1"/>
          </p:cNvSpPr>
          <p:nvPr>
            <p:ph type="ftr" sz="quarter" idx="12"/>
          </p:nvPr>
        </p:nvSpPr>
        <p:spPr/>
        <p:txBody>
          <a:bodyPr/>
          <a:lstStyle/>
          <a:p>
            <a:r>
              <a:rPr lang="en-US" dirty="0"/>
              <a:t>Sources: </a:t>
            </a:r>
            <a:r>
              <a:rPr lang="en-US" dirty="0" err="1"/>
              <a:t>LexInnova</a:t>
            </a:r>
            <a:r>
              <a:rPr lang="en-US" dirty="0"/>
              <a:t> Internet of Things Patent Landscape Analysis (2014)</a:t>
            </a:r>
          </a:p>
        </p:txBody>
      </p:sp>
      <p:sp>
        <p:nvSpPr>
          <p:cNvPr id="8" name="Slide Number Placeholder 7"/>
          <p:cNvSpPr>
            <a:spLocks noGrp="1"/>
          </p:cNvSpPr>
          <p:nvPr>
            <p:ph type="sldNum" sz="quarter" idx="13"/>
          </p:nvPr>
        </p:nvSpPr>
        <p:spPr/>
        <p:txBody>
          <a:bodyPr/>
          <a:lstStyle/>
          <a:p>
            <a:fld id="{2066355A-084C-D24E-9AD2-7E4FC41EA627}" type="slidenum">
              <a:rPr lang="en-US" smtClean="0"/>
              <a:pPr/>
              <a:t>‹#›</a:t>
            </a:fld>
            <a:endParaRPr lang="en-US" dirty="0"/>
          </a:p>
        </p:txBody>
      </p:sp>
      <p:sp>
        <p:nvSpPr>
          <p:cNvPr id="3" name="Title 2"/>
          <p:cNvSpPr>
            <a:spLocks noGrp="1"/>
          </p:cNvSpPr>
          <p:nvPr>
            <p:ph type="title"/>
          </p:nvPr>
        </p:nvSpPr>
        <p:spPr/>
        <p:txBody>
          <a:bodyPr/>
          <a:lstStyle/>
          <a:p>
            <a:r>
              <a:rPr lang="en-US"/>
              <a:t>Click to edit Master title style</a:t>
            </a:r>
          </a:p>
        </p:txBody>
      </p:sp>
      <p:sp>
        <p:nvSpPr>
          <p:cNvPr id="9" name="Content Placeholder 2"/>
          <p:cNvSpPr>
            <a:spLocks noGrp="1"/>
          </p:cNvSpPr>
          <p:nvPr>
            <p:ph sz="half" idx="1"/>
          </p:nvPr>
        </p:nvSpPr>
        <p:spPr>
          <a:xfrm>
            <a:off x="261740" y="2722118"/>
            <a:ext cx="2743200" cy="3511341"/>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3"/>
          <p:cNvSpPr>
            <a:spLocks noGrp="1"/>
          </p:cNvSpPr>
          <p:nvPr>
            <p:ph sz="half" idx="2"/>
          </p:nvPr>
        </p:nvSpPr>
        <p:spPr>
          <a:xfrm>
            <a:off x="3176579" y="2725099"/>
            <a:ext cx="2743200" cy="3511341"/>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2"/>
          <p:cNvSpPr>
            <a:spLocks noGrp="1"/>
          </p:cNvSpPr>
          <p:nvPr>
            <p:ph sz="quarter" idx="14" hasCustomPrompt="1"/>
          </p:nvPr>
        </p:nvSpPr>
        <p:spPr>
          <a:xfrm>
            <a:off x="6100011" y="2238629"/>
            <a:ext cx="27432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2" name="Content Placeholder 12"/>
          <p:cNvSpPr>
            <a:spLocks noGrp="1"/>
          </p:cNvSpPr>
          <p:nvPr>
            <p:ph sz="quarter" idx="16" hasCustomPrompt="1"/>
          </p:nvPr>
        </p:nvSpPr>
        <p:spPr>
          <a:xfrm>
            <a:off x="253147" y="2238629"/>
            <a:ext cx="27432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3" name="Content Placeholder 12">
            <a:extLst>
              <a:ext uri="{FF2B5EF4-FFF2-40B4-BE49-F238E27FC236}">
                <a16:creationId xmlns:a16="http://schemas.microsoft.com/office/drawing/2014/main" id="{D88F762C-54E2-41FE-8FD4-E2967CCC8005}"/>
              </a:ext>
            </a:extLst>
          </p:cNvPr>
          <p:cNvSpPr>
            <a:spLocks noGrp="1"/>
          </p:cNvSpPr>
          <p:nvPr>
            <p:ph sz="quarter" idx="17" hasCustomPrompt="1"/>
          </p:nvPr>
        </p:nvSpPr>
        <p:spPr>
          <a:xfrm>
            <a:off x="3176579" y="2238629"/>
            <a:ext cx="27432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4" name="Content Placeholder 3">
            <a:extLst>
              <a:ext uri="{FF2B5EF4-FFF2-40B4-BE49-F238E27FC236}">
                <a16:creationId xmlns:a16="http://schemas.microsoft.com/office/drawing/2014/main" id="{A4E1813E-A5F2-4DCA-B556-A02239158CBB}"/>
              </a:ext>
            </a:extLst>
          </p:cNvPr>
          <p:cNvSpPr>
            <a:spLocks noGrp="1"/>
          </p:cNvSpPr>
          <p:nvPr>
            <p:ph sz="half" idx="18"/>
          </p:nvPr>
        </p:nvSpPr>
        <p:spPr>
          <a:xfrm>
            <a:off x="6100011" y="2722117"/>
            <a:ext cx="2743200" cy="3511341"/>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976759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5" name="Footer Placeholder 4"/>
          <p:cNvSpPr>
            <a:spLocks noGrp="1"/>
          </p:cNvSpPr>
          <p:nvPr>
            <p:ph type="ftr" sz="quarter" idx="12"/>
          </p:nvPr>
        </p:nvSpPr>
        <p:spPr/>
        <p:txBody>
          <a:bodyPr/>
          <a:lstStyle/>
          <a:p>
            <a:r>
              <a:rPr lang="en-US" dirty="0"/>
              <a:t>Sources: </a:t>
            </a:r>
            <a:r>
              <a:rPr lang="en-US" dirty="0" err="1"/>
              <a:t>LexInnova</a:t>
            </a:r>
            <a:r>
              <a:rPr lang="en-US" dirty="0"/>
              <a:t> Internet of Things Patent Landscape Analysis (2014)</a:t>
            </a:r>
          </a:p>
        </p:txBody>
      </p:sp>
      <p:sp>
        <p:nvSpPr>
          <p:cNvPr id="8" name="Slide Number Placeholder 7"/>
          <p:cNvSpPr>
            <a:spLocks noGrp="1"/>
          </p:cNvSpPr>
          <p:nvPr>
            <p:ph type="sldNum" sz="quarter" idx="13"/>
          </p:nvPr>
        </p:nvSpPr>
        <p:spPr/>
        <p:txBody>
          <a:bodyPr/>
          <a:lstStyle/>
          <a:p>
            <a:fld id="{2066355A-084C-D24E-9AD2-7E4FC41EA627}" type="slidenum">
              <a:rPr lang="en-US" smtClean="0"/>
              <a:pPr/>
              <a:t>‹#›</a:t>
            </a:fld>
            <a:endParaRPr lang="en-US" dirty="0"/>
          </a:p>
        </p:txBody>
      </p:sp>
      <p:sp>
        <p:nvSpPr>
          <p:cNvPr id="3" name="Title 2"/>
          <p:cNvSpPr>
            <a:spLocks noGrp="1"/>
          </p:cNvSpPr>
          <p:nvPr>
            <p:ph type="title"/>
          </p:nvPr>
        </p:nvSpPr>
        <p:spPr/>
        <p:txBody>
          <a:bodyPr/>
          <a:lstStyle/>
          <a:p>
            <a:r>
              <a:rPr lang="en-US"/>
              <a:t>Click to edit Master title style</a:t>
            </a:r>
          </a:p>
        </p:txBody>
      </p:sp>
      <p:sp>
        <p:nvSpPr>
          <p:cNvPr id="9" name="Content Placeholder 2"/>
          <p:cNvSpPr>
            <a:spLocks noGrp="1"/>
          </p:cNvSpPr>
          <p:nvPr>
            <p:ph sz="half" idx="1"/>
          </p:nvPr>
        </p:nvSpPr>
        <p:spPr>
          <a:xfrm>
            <a:off x="261740" y="1766324"/>
            <a:ext cx="2743200" cy="4467136"/>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3"/>
          <p:cNvSpPr>
            <a:spLocks noGrp="1"/>
          </p:cNvSpPr>
          <p:nvPr>
            <p:ph sz="half" idx="2"/>
          </p:nvPr>
        </p:nvSpPr>
        <p:spPr>
          <a:xfrm>
            <a:off x="3176579" y="1769305"/>
            <a:ext cx="2743200" cy="4467136"/>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2"/>
          <p:cNvSpPr>
            <a:spLocks noGrp="1"/>
          </p:cNvSpPr>
          <p:nvPr>
            <p:ph sz="quarter" idx="14" hasCustomPrompt="1"/>
          </p:nvPr>
        </p:nvSpPr>
        <p:spPr>
          <a:xfrm>
            <a:off x="6108604" y="1275758"/>
            <a:ext cx="27432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2" name="Content Placeholder 12"/>
          <p:cNvSpPr>
            <a:spLocks noGrp="1"/>
          </p:cNvSpPr>
          <p:nvPr>
            <p:ph sz="quarter" idx="16" hasCustomPrompt="1"/>
          </p:nvPr>
        </p:nvSpPr>
        <p:spPr>
          <a:xfrm>
            <a:off x="261740" y="1275758"/>
            <a:ext cx="27432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3" name="Content Placeholder 12">
            <a:extLst>
              <a:ext uri="{FF2B5EF4-FFF2-40B4-BE49-F238E27FC236}">
                <a16:creationId xmlns:a16="http://schemas.microsoft.com/office/drawing/2014/main" id="{D88F762C-54E2-41FE-8FD4-E2967CCC8005}"/>
              </a:ext>
            </a:extLst>
          </p:cNvPr>
          <p:cNvSpPr>
            <a:spLocks noGrp="1"/>
          </p:cNvSpPr>
          <p:nvPr>
            <p:ph sz="quarter" idx="17" hasCustomPrompt="1"/>
          </p:nvPr>
        </p:nvSpPr>
        <p:spPr>
          <a:xfrm>
            <a:off x="3185172" y="1275758"/>
            <a:ext cx="27432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4" name="Content Placeholder 3">
            <a:extLst>
              <a:ext uri="{FF2B5EF4-FFF2-40B4-BE49-F238E27FC236}">
                <a16:creationId xmlns:a16="http://schemas.microsoft.com/office/drawing/2014/main" id="{A4E1813E-A5F2-4DCA-B556-A02239158CBB}"/>
              </a:ext>
            </a:extLst>
          </p:cNvPr>
          <p:cNvSpPr>
            <a:spLocks noGrp="1"/>
          </p:cNvSpPr>
          <p:nvPr>
            <p:ph sz="half" idx="18"/>
          </p:nvPr>
        </p:nvSpPr>
        <p:spPr>
          <a:xfrm>
            <a:off x="6100011" y="1766323"/>
            <a:ext cx="2743200" cy="4467136"/>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0705944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op Callout Three Content">
    <p:spTree>
      <p:nvGrpSpPr>
        <p:cNvPr id="1" name=""/>
        <p:cNvGrpSpPr/>
        <p:nvPr/>
      </p:nvGrpSpPr>
      <p:grpSpPr>
        <a:xfrm>
          <a:off x="0" y="0"/>
          <a:ext cx="0" cy="0"/>
          <a:chOff x="0" y="0"/>
          <a:chExt cx="0" cy="0"/>
        </a:xfrm>
      </p:grpSpPr>
      <p:sp>
        <p:nvSpPr>
          <p:cNvPr id="6" name="Content Placeholder 5"/>
          <p:cNvSpPr>
            <a:spLocks noGrp="1"/>
          </p:cNvSpPr>
          <p:nvPr>
            <p:ph sz="quarter" idx="11" hasCustomPrompt="1"/>
          </p:nvPr>
        </p:nvSpPr>
        <p:spPr>
          <a:xfrm>
            <a:off x="274638" y="1346200"/>
            <a:ext cx="8594725" cy="774700"/>
          </a:xfrm>
          <a:solidFill>
            <a:schemeClr val="accent1"/>
          </a:solidFill>
        </p:spPr>
        <p:txBody>
          <a:bodyPr anchor="ctr">
            <a:noAutofit/>
          </a:bodyPr>
          <a:lstStyle>
            <a:lvl1pPr marL="0" indent="0">
              <a:buNone/>
              <a:defRPr sz="1800" baseline="0">
                <a:solidFill>
                  <a:schemeClr val="bg1"/>
                </a:solidFill>
              </a:defRPr>
            </a:lvl1pPr>
          </a:lstStyle>
          <a:p>
            <a:pPr lvl="0"/>
            <a:r>
              <a:rPr lang="en-US" dirty="0"/>
              <a:t>Callout Box</a:t>
            </a:r>
          </a:p>
        </p:txBody>
      </p:sp>
      <p:sp>
        <p:nvSpPr>
          <p:cNvPr id="5" name="Footer Placeholder 4"/>
          <p:cNvSpPr>
            <a:spLocks noGrp="1"/>
          </p:cNvSpPr>
          <p:nvPr>
            <p:ph type="ftr" sz="quarter" idx="12"/>
          </p:nvPr>
        </p:nvSpPr>
        <p:spPr/>
        <p:txBody>
          <a:bodyPr/>
          <a:lstStyle/>
          <a:p>
            <a:endParaRPr lang="en-US" dirty="0"/>
          </a:p>
        </p:txBody>
      </p:sp>
      <p:sp>
        <p:nvSpPr>
          <p:cNvPr id="8" name="Slide Number Placeholder 7"/>
          <p:cNvSpPr>
            <a:spLocks noGrp="1"/>
          </p:cNvSpPr>
          <p:nvPr>
            <p:ph type="sldNum" sz="quarter" idx="13"/>
          </p:nvPr>
        </p:nvSpPr>
        <p:spPr/>
        <p:txBody>
          <a:bodyPr/>
          <a:lstStyle/>
          <a:p>
            <a:fld id="{2066355A-084C-D24E-9AD2-7E4FC41EA627}" type="slidenum">
              <a:rPr lang="en-US" smtClean="0"/>
              <a:pPr/>
              <a:t>‹#›</a:t>
            </a:fld>
            <a:endParaRPr lang="en-US" dirty="0"/>
          </a:p>
        </p:txBody>
      </p:sp>
      <p:sp>
        <p:nvSpPr>
          <p:cNvPr id="3" name="Title 2"/>
          <p:cNvSpPr>
            <a:spLocks noGrp="1"/>
          </p:cNvSpPr>
          <p:nvPr>
            <p:ph type="title"/>
          </p:nvPr>
        </p:nvSpPr>
        <p:spPr/>
        <p:txBody>
          <a:bodyPr/>
          <a:lstStyle/>
          <a:p>
            <a:r>
              <a:rPr lang="en-US"/>
              <a:t>Click to edit Master title style</a:t>
            </a:r>
          </a:p>
        </p:txBody>
      </p:sp>
      <p:sp>
        <p:nvSpPr>
          <p:cNvPr id="9" name="Content Placeholder 2"/>
          <p:cNvSpPr>
            <a:spLocks noGrp="1"/>
          </p:cNvSpPr>
          <p:nvPr>
            <p:ph sz="half" idx="1"/>
          </p:nvPr>
        </p:nvSpPr>
        <p:spPr>
          <a:xfrm>
            <a:off x="261740" y="2722118"/>
            <a:ext cx="4114800" cy="3511341"/>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2"/>
          <p:cNvSpPr>
            <a:spLocks noGrp="1"/>
          </p:cNvSpPr>
          <p:nvPr>
            <p:ph sz="quarter" idx="16" hasCustomPrompt="1"/>
          </p:nvPr>
        </p:nvSpPr>
        <p:spPr>
          <a:xfrm>
            <a:off x="253147" y="2238629"/>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3" name="Content Placeholder 12">
            <a:extLst>
              <a:ext uri="{FF2B5EF4-FFF2-40B4-BE49-F238E27FC236}">
                <a16:creationId xmlns:a16="http://schemas.microsoft.com/office/drawing/2014/main" id="{87C2687A-BC21-4207-9CA1-1AC38420E6D6}"/>
              </a:ext>
            </a:extLst>
          </p:cNvPr>
          <p:cNvSpPr>
            <a:spLocks noGrp="1"/>
          </p:cNvSpPr>
          <p:nvPr>
            <p:ph sz="quarter" idx="14" hasCustomPrompt="1"/>
          </p:nvPr>
        </p:nvSpPr>
        <p:spPr>
          <a:xfrm>
            <a:off x="4733707" y="2238629"/>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4" name="Content Placeholder 12">
            <a:extLst>
              <a:ext uri="{FF2B5EF4-FFF2-40B4-BE49-F238E27FC236}">
                <a16:creationId xmlns:a16="http://schemas.microsoft.com/office/drawing/2014/main" id="{E7315672-A048-46D8-AD4A-3534EADF8AF6}"/>
              </a:ext>
            </a:extLst>
          </p:cNvPr>
          <p:cNvSpPr>
            <a:spLocks noGrp="1"/>
          </p:cNvSpPr>
          <p:nvPr>
            <p:ph sz="quarter" idx="20" hasCustomPrompt="1"/>
          </p:nvPr>
        </p:nvSpPr>
        <p:spPr>
          <a:xfrm>
            <a:off x="4733707" y="4293999"/>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5" name="Content Placeholder 2">
            <a:extLst>
              <a:ext uri="{FF2B5EF4-FFF2-40B4-BE49-F238E27FC236}">
                <a16:creationId xmlns:a16="http://schemas.microsoft.com/office/drawing/2014/main" id="{2C8C452F-5792-4FEF-9B4B-FCFFC07A91B3}"/>
              </a:ext>
            </a:extLst>
          </p:cNvPr>
          <p:cNvSpPr>
            <a:spLocks noGrp="1"/>
          </p:cNvSpPr>
          <p:nvPr>
            <p:ph sz="half" idx="24"/>
          </p:nvPr>
        </p:nvSpPr>
        <p:spPr>
          <a:xfrm>
            <a:off x="4725114" y="2708530"/>
            <a:ext cx="4114800" cy="1481328"/>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
        <p:nvSpPr>
          <p:cNvPr id="16" name="Content Placeholder 2">
            <a:extLst>
              <a:ext uri="{FF2B5EF4-FFF2-40B4-BE49-F238E27FC236}">
                <a16:creationId xmlns:a16="http://schemas.microsoft.com/office/drawing/2014/main" id="{C45885AB-C428-4A58-B9D0-55F33AFCB173}"/>
              </a:ext>
            </a:extLst>
          </p:cNvPr>
          <p:cNvSpPr>
            <a:spLocks noGrp="1"/>
          </p:cNvSpPr>
          <p:nvPr>
            <p:ph sz="half" idx="18"/>
          </p:nvPr>
        </p:nvSpPr>
        <p:spPr>
          <a:xfrm>
            <a:off x="4725114" y="4763900"/>
            <a:ext cx="4114800" cy="1481328"/>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1765535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op Callout with Sections">
    <p:spTree>
      <p:nvGrpSpPr>
        <p:cNvPr id="1" name=""/>
        <p:cNvGrpSpPr/>
        <p:nvPr/>
      </p:nvGrpSpPr>
      <p:grpSpPr>
        <a:xfrm>
          <a:off x="0" y="0"/>
          <a:ext cx="0" cy="0"/>
          <a:chOff x="0" y="0"/>
          <a:chExt cx="0" cy="0"/>
        </a:xfrm>
      </p:grpSpPr>
      <p:sp>
        <p:nvSpPr>
          <p:cNvPr id="6" name="Content Placeholder 5"/>
          <p:cNvSpPr>
            <a:spLocks noGrp="1"/>
          </p:cNvSpPr>
          <p:nvPr>
            <p:ph sz="quarter" idx="11" hasCustomPrompt="1"/>
          </p:nvPr>
        </p:nvSpPr>
        <p:spPr>
          <a:xfrm>
            <a:off x="274638" y="1346200"/>
            <a:ext cx="8594725" cy="774700"/>
          </a:xfrm>
          <a:solidFill>
            <a:schemeClr val="accent1"/>
          </a:solidFill>
        </p:spPr>
        <p:txBody>
          <a:bodyPr anchor="ctr">
            <a:noAutofit/>
          </a:bodyPr>
          <a:lstStyle>
            <a:lvl1pPr marL="0" indent="0">
              <a:buNone/>
              <a:defRPr sz="1800" baseline="0">
                <a:solidFill>
                  <a:schemeClr val="bg1"/>
                </a:solidFill>
              </a:defRPr>
            </a:lvl1pPr>
          </a:lstStyle>
          <a:p>
            <a:pPr lvl="0"/>
            <a:r>
              <a:rPr lang="en-US" dirty="0"/>
              <a:t>Callout Box</a:t>
            </a:r>
          </a:p>
        </p:txBody>
      </p:sp>
      <p:sp>
        <p:nvSpPr>
          <p:cNvPr id="5" name="Footer Placeholder 4"/>
          <p:cNvSpPr>
            <a:spLocks noGrp="1"/>
          </p:cNvSpPr>
          <p:nvPr>
            <p:ph type="ftr" sz="quarter" idx="12"/>
          </p:nvPr>
        </p:nvSpPr>
        <p:spPr/>
        <p:txBody>
          <a:bodyPr/>
          <a:lstStyle/>
          <a:p>
            <a:endParaRPr lang="en-US" dirty="0"/>
          </a:p>
        </p:txBody>
      </p:sp>
      <p:sp>
        <p:nvSpPr>
          <p:cNvPr id="8" name="Slide Number Placeholder 7"/>
          <p:cNvSpPr>
            <a:spLocks noGrp="1"/>
          </p:cNvSpPr>
          <p:nvPr>
            <p:ph type="sldNum" sz="quarter" idx="13"/>
          </p:nvPr>
        </p:nvSpPr>
        <p:spPr/>
        <p:txBody>
          <a:bodyPr/>
          <a:lstStyle/>
          <a:p>
            <a:fld id="{2066355A-084C-D24E-9AD2-7E4FC41EA627}" type="slidenum">
              <a:rPr lang="en-US" smtClean="0"/>
              <a:pPr/>
              <a:t>‹#›</a:t>
            </a:fld>
            <a:endParaRPr lang="en-US" dirty="0"/>
          </a:p>
        </p:txBody>
      </p:sp>
      <p:sp>
        <p:nvSpPr>
          <p:cNvPr id="3" name="Title 2"/>
          <p:cNvSpPr>
            <a:spLocks noGrp="1"/>
          </p:cNvSpPr>
          <p:nvPr>
            <p:ph type="title"/>
          </p:nvPr>
        </p:nvSpPr>
        <p:spPr/>
        <p:txBody>
          <a:bodyPr/>
          <a:lstStyle/>
          <a:p>
            <a:r>
              <a:rPr lang="en-US"/>
              <a:t>Click to edit Master title style</a:t>
            </a:r>
          </a:p>
        </p:txBody>
      </p:sp>
      <p:sp>
        <p:nvSpPr>
          <p:cNvPr id="13" name="Content Placeholder 12">
            <a:extLst>
              <a:ext uri="{FF2B5EF4-FFF2-40B4-BE49-F238E27FC236}">
                <a16:creationId xmlns:a16="http://schemas.microsoft.com/office/drawing/2014/main" id="{87C2687A-BC21-4207-9CA1-1AC38420E6D6}"/>
              </a:ext>
            </a:extLst>
          </p:cNvPr>
          <p:cNvSpPr>
            <a:spLocks noGrp="1"/>
          </p:cNvSpPr>
          <p:nvPr>
            <p:ph sz="quarter" idx="14" hasCustomPrompt="1"/>
          </p:nvPr>
        </p:nvSpPr>
        <p:spPr>
          <a:xfrm>
            <a:off x="4733707" y="2238629"/>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4" name="Content Placeholder 12">
            <a:extLst>
              <a:ext uri="{FF2B5EF4-FFF2-40B4-BE49-F238E27FC236}">
                <a16:creationId xmlns:a16="http://schemas.microsoft.com/office/drawing/2014/main" id="{E7315672-A048-46D8-AD4A-3534EADF8AF6}"/>
              </a:ext>
            </a:extLst>
          </p:cNvPr>
          <p:cNvSpPr>
            <a:spLocks noGrp="1"/>
          </p:cNvSpPr>
          <p:nvPr>
            <p:ph sz="quarter" idx="20" hasCustomPrompt="1"/>
          </p:nvPr>
        </p:nvSpPr>
        <p:spPr>
          <a:xfrm>
            <a:off x="4733707" y="4293999"/>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5" name="Content Placeholder 2">
            <a:extLst>
              <a:ext uri="{FF2B5EF4-FFF2-40B4-BE49-F238E27FC236}">
                <a16:creationId xmlns:a16="http://schemas.microsoft.com/office/drawing/2014/main" id="{2C8C452F-5792-4FEF-9B4B-FCFFC07A91B3}"/>
              </a:ext>
            </a:extLst>
          </p:cNvPr>
          <p:cNvSpPr>
            <a:spLocks noGrp="1"/>
          </p:cNvSpPr>
          <p:nvPr>
            <p:ph sz="half" idx="24"/>
          </p:nvPr>
        </p:nvSpPr>
        <p:spPr>
          <a:xfrm>
            <a:off x="4725114" y="2708530"/>
            <a:ext cx="4114800" cy="1481328"/>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
        <p:nvSpPr>
          <p:cNvPr id="16" name="Content Placeholder 2">
            <a:extLst>
              <a:ext uri="{FF2B5EF4-FFF2-40B4-BE49-F238E27FC236}">
                <a16:creationId xmlns:a16="http://schemas.microsoft.com/office/drawing/2014/main" id="{C45885AB-C428-4A58-B9D0-55F33AFCB173}"/>
              </a:ext>
            </a:extLst>
          </p:cNvPr>
          <p:cNvSpPr>
            <a:spLocks noGrp="1"/>
          </p:cNvSpPr>
          <p:nvPr>
            <p:ph sz="half" idx="18"/>
          </p:nvPr>
        </p:nvSpPr>
        <p:spPr>
          <a:xfrm>
            <a:off x="4725114" y="4763900"/>
            <a:ext cx="4114800" cy="1481328"/>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
        <p:nvSpPr>
          <p:cNvPr id="17" name="Content Placeholder 12">
            <a:extLst>
              <a:ext uri="{FF2B5EF4-FFF2-40B4-BE49-F238E27FC236}">
                <a16:creationId xmlns:a16="http://schemas.microsoft.com/office/drawing/2014/main" id="{BBAA55C8-6820-46DA-A8D8-0B6648270353}"/>
              </a:ext>
            </a:extLst>
          </p:cNvPr>
          <p:cNvSpPr>
            <a:spLocks noGrp="1"/>
          </p:cNvSpPr>
          <p:nvPr>
            <p:ph sz="quarter" idx="25" hasCustomPrompt="1"/>
          </p:nvPr>
        </p:nvSpPr>
        <p:spPr>
          <a:xfrm>
            <a:off x="282912" y="2245865"/>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8" name="Content Placeholder 12">
            <a:extLst>
              <a:ext uri="{FF2B5EF4-FFF2-40B4-BE49-F238E27FC236}">
                <a16:creationId xmlns:a16="http://schemas.microsoft.com/office/drawing/2014/main" id="{4A75707A-84DC-4E2F-A10C-6DF596A430A6}"/>
              </a:ext>
            </a:extLst>
          </p:cNvPr>
          <p:cNvSpPr>
            <a:spLocks noGrp="1"/>
          </p:cNvSpPr>
          <p:nvPr>
            <p:ph sz="quarter" idx="26" hasCustomPrompt="1"/>
          </p:nvPr>
        </p:nvSpPr>
        <p:spPr>
          <a:xfrm>
            <a:off x="282912" y="4301235"/>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9" name="Content Placeholder 2">
            <a:extLst>
              <a:ext uri="{FF2B5EF4-FFF2-40B4-BE49-F238E27FC236}">
                <a16:creationId xmlns:a16="http://schemas.microsoft.com/office/drawing/2014/main" id="{68304655-6085-48B2-8F2D-11964B09E673}"/>
              </a:ext>
            </a:extLst>
          </p:cNvPr>
          <p:cNvSpPr>
            <a:spLocks noGrp="1"/>
          </p:cNvSpPr>
          <p:nvPr>
            <p:ph sz="half" idx="27"/>
          </p:nvPr>
        </p:nvSpPr>
        <p:spPr>
          <a:xfrm>
            <a:off x="274319" y="2715766"/>
            <a:ext cx="4114800" cy="1481328"/>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
        <p:nvSpPr>
          <p:cNvPr id="20" name="Content Placeholder 2">
            <a:extLst>
              <a:ext uri="{FF2B5EF4-FFF2-40B4-BE49-F238E27FC236}">
                <a16:creationId xmlns:a16="http://schemas.microsoft.com/office/drawing/2014/main" id="{4A6B00E4-2774-4925-9B12-AA125D5B2F05}"/>
              </a:ext>
            </a:extLst>
          </p:cNvPr>
          <p:cNvSpPr>
            <a:spLocks noGrp="1"/>
          </p:cNvSpPr>
          <p:nvPr>
            <p:ph sz="half" idx="28"/>
          </p:nvPr>
        </p:nvSpPr>
        <p:spPr>
          <a:xfrm>
            <a:off x="274319" y="4771136"/>
            <a:ext cx="4114800" cy="1481328"/>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Tree>
    <p:extLst>
      <p:ext uri="{BB962C8B-B14F-4D97-AF65-F5344CB8AC3E}">
        <p14:creationId xmlns:p14="http://schemas.microsoft.com/office/powerpoint/2010/main" val="41376452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Bottom Call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5"/>
          <p:cNvSpPr>
            <a:spLocks noGrp="1"/>
          </p:cNvSpPr>
          <p:nvPr>
            <p:ph sz="quarter" idx="11" hasCustomPrompt="1"/>
          </p:nvPr>
        </p:nvSpPr>
        <p:spPr>
          <a:xfrm>
            <a:off x="274955" y="5470525"/>
            <a:ext cx="8594725" cy="774700"/>
          </a:xfrm>
          <a:solidFill>
            <a:schemeClr val="accent1"/>
          </a:solidFill>
        </p:spPr>
        <p:txBody>
          <a:bodyPr anchor="ctr">
            <a:noAutofit/>
          </a:bodyPr>
          <a:lstStyle>
            <a:lvl1pPr marL="0" indent="0">
              <a:buNone/>
              <a:defRPr sz="1800" baseline="0">
                <a:solidFill>
                  <a:schemeClr val="bg1"/>
                </a:solidFill>
              </a:defRPr>
            </a:lvl1pPr>
          </a:lstStyle>
          <a:p>
            <a:pPr lvl="0"/>
            <a:r>
              <a:rPr lang="en-US" dirty="0"/>
              <a:t>Callout Box</a:t>
            </a:r>
          </a:p>
        </p:txBody>
      </p:sp>
      <p:sp>
        <p:nvSpPr>
          <p:cNvPr id="5" name="Content Placeholder 2"/>
          <p:cNvSpPr>
            <a:spLocks noGrp="1"/>
          </p:cNvSpPr>
          <p:nvPr>
            <p:ph idx="1"/>
          </p:nvPr>
        </p:nvSpPr>
        <p:spPr>
          <a:xfrm>
            <a:off x="274955" y="1308100"/>
            <a:ext cx="8595360" cy="40513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2"/>
          </p:nvPr>
        </p:nvSpPr>
        <p:spPr/>
        <p:txBody>
          <a:bodyPr/>
          <a:lstStyle/>
          <a:p>
            <a:endParaRPr lang="en-US" dirty="0"/>
          </a:p>
        </p:txBody>
      </p:sp>
      <p:sp>
        <p:nvSpPr>
          <p:cNvPr id="8" name="Slide Number Placeholder 7"/>
          <p:cNvSpPr>
            <a:spLocks noGrp="1"/>
          </p:cNvSpPr>
          <p:nvPr>
            <p:ph type="sldNum" sz="quarter" idx="13"/>
          </p:nvPr>
        </p:nvSpPr>
        <p:spPr/>
        <p:txBody>
          <a:bodyPr/>
          <a:lstStyle/>
          <a:p>
            <a:fld id="{2066355A-084C-D24E-9AD2-7E4FC41EA627}" type="slidenum">
              <a:rPr lang="en-US" smtClean="0"/>
              <a:pPr/>
              <a:t>‹#›</a:t>
            </a:fld>
            <a:endParaRPr lang="en-US" dirty="0"/>
          </a:p>
        </p:txBody>
      </p:sp>
    </p:spTree>
    <p:extLst>
      <p:ext uri="{BB962C8B-B14F-4D97-AF65-F5344CB8AC3E}">
        <p14:creationId xmlns:p14="http://schemas.microsoft.com/office/powerpoint/2010/main" val="8926360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ottom Callout Top Callout Two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5"/>
          <p:cNvSpPr>
            <a:spLocks noGrp="1"/>
          </p:cNvSpPr>
          <p:nvPr>
            <p:ph sz="quarter" idx="11" hasCustomPrompt="1"/>
          </p:nvPr>
        </p:nvSpPr>
        <p:spPr>
          <a:xfrm>
            <a:off x="274955" y="5470525"/>
            <a:ext cx="8594725" cy="774700"/>
          </a:xfrm>
          <a:solidFill>
            <a:schemeClr val="accent1"/>
          </a:solidFill>
        </p:spPr>
        <p:txBody>
          <a:bodyPr anchor="ctr">
            <a:noAutofit/>
          </a:bodyPr>
          <a:lstStyle>
            <a:lvl1pPr marL="0" indent="0">
              <a:buNone/>
              <a:defRPr sz="1800" baseline="0">
                <a:solidFill>
                  <a:schemeClr val="bg1"/>
                </a:solidFill>
              </a:defRPr>
            </a:lvl1pPr>
          </a:lstStyle>
          <a:p>
            <a:pPr lvl="0"/>
            <a:r>
              <a:rPr lang="en-US" dirty="0"/>
              <a:t>Callout Box</a:t>
            </a:r>
          </a:p>
        </p:txBody>
      </p:sp>
      <p:sp>
        <p:nvSpPr>
          <p:cNvPr id="5" name="Content Placeholder 2"/>
          <p:cNvSpPr>
            <a:spLocks noGrp="1"/>
          </p:cNvSpPr>
          <p:nvPr>
            <p:ph idx="1"/>
          </p:nvPr>
        </p:nvSpPr>
        <p:spPr>
          <a:xfrm>
            <a:off x="274955" y="2670806"/>
            <a:ext cx="4114800" cy="268859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12"/>
          </p:nvPr>
        </p:nvSpPr>
        <p:spPr/>
        <p:txBody>
          <a:bodyPr/>
          <a:lstStyle/>
          <a:p>
            <a:endParaRPr lang="en-US" dirty="0"/>
          </a:p>
        </p:txBody>
      </p:sp>
      <p:sp>
        <p:nvSpPr>
          <p:cNvPr id="8" name="Slide Number Placeholder 7"/>
          <p:cNvSpPr>
            <a:spLocks noGrp="1"/>
          </p:cNvSpPr>
          <p:nvPr>
            <p:ph type="sldNum" sz="quarter" idx="13"/>
          </p:nvPr>
        </p:nvSpPr>
        <p:spPr/>
        <p:txBody>
          <a:bodyPr/>
          <a:lstStyle/>
          <a:p>
            <a:fld id="{2066355A-084C-D24E-9AD2-7E4FC41EA627}" type="slidenum">
              <a:rPr lang="en-US" smtClean="0"/>
              <a:pPr/>
              <a:t>‹#›</a:t>
            </a:fld>
            <a:endParaRPr lang="en-US" dirty="0"/>
          </a:p>
        </p:txBody>
      </p:sp>
      <p:sp>
        <p:nvSpPr>
          <p:cNvPr id="7" name="Content Placeholder 5">
            <a:extLst>
              <a:ext uri="{FF2B5EF4-FFF2-40B4-BE49-F238E27FC236}">
                <a16:creationId xmlns:a16="http://schemas.microsoft.com/office/drawing/2014/main" id="{40BB87C4-6B87-4A26-9B39-B65712F7D08C}"/>
              </a:ext>
            </a:extLst>
          </p:cNvPr>
          <p:cNvSpPr>
            <a:spLocks noGrp="1"/>
          </p:cNvSpPr>
          <p:nvPr>
            <p:ph sz="quarter" idx="14" hasCustomPrompt="1"/>
          </p:nvPr>
        </p:nvSpPr>
        <p:spPr>
          <a:xfrm>
            <a:off x="275590" y="1308100"/>
            <a:ext cx="8594725" cy="774700"/>
          </a:xfrm>
          <a:solidFill>
            <a:schemeClr val="accent1"/>
          </a:solidFill>
        </p:spPr>
        <p:txBody>
          <a:bodyPr anchor="ctr">
            <a:noAutofit/>
          </a:bodyPr>
          <a:lstStyle>
            <a:lvl1pPr marL="0" indent="0">
              <a:buNone/>
              <a:defRPr sz="1800" baseline="0">
                <a:solidFill>
                  <a:schemeClr val="bg1"/>
                </a:solidFill>
              </a:defRPr>
            </a:lvl1pPr>
          </a:lstStyle>
          <a:p>
            <a:pPr lvl="0"/>
            <a:r>
              <a:rPr lang="en-US" dirty="0"/>
              <a:t>Callout Box</a:t>
            </a:r>
          </a:p>
        </p:txBody>
      </p:sp>
      <p:sp>
        <p:nvSpPr>
          <p:cNvPr id="9" name="Content Placeholder 2">
            <a:extLst>
              <a:ext uri="{FF2B5EF4-FFF2-40B4-BE49-F238E27FC236}">
                <a16:creationId xmlns:a16="http://schemas.microsoft.com/office/drawing/2014/main" id="{06BD5931-1460-4B65-92C2-113FAB84C17D}"/>
              </a:ext>
            </a:extLst>
          </p:cNvPr>
          <p:cNvSpPr>
            <a:spLocks noGrp="1"/>
          </p:cNvSpPr>
          <p:nvPr>
            <p:ph idx="15"/>
          </p:nvPr>
        </p:nvSpPr>
        <p:spPr>
          <a:xfrm>
            <a:off x="4754245" y="2670806"/>
            <a:ext cx="4114800" cy="268859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12">
            <a:extLst>
              <a:ext uri="{FF2B5EF4-FFF2-40B4-BE49-F238E27FC236}">
                <a16:creationId xmlns:a16="http://schemas.microsoft.com/office/drawing/2014/main" id="{15288184-D5E6-404C-9DAD-7B05F3D37B7F}"/>
              </a:ext>
            </a:extLst>
          </p:cNvPr>
          <p:cNvSpPr>
            <a:spLocks noGrp="1"/>
          </p:cNvSpPr>
          <p:nvPr>
            <p:ph sz="quarter" idx="25" hasCustomPrompt="1"/>
          </p:nvPr>
        </p:nvSpPr>
        <p:spPr>
          <a:xfrm>
            <a:off x="274319" y="2193923"/>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1" name="Content Placeholder 12">
            <a:extLst>
              <a:ext uri="{FF2B5EF4-FFF2-40B4-BE49-F238E27FC236}">
                <a16:creationId xmlns:a16="http://schemas.microsoft.com/office/drawing/2014/main" id="{948F6C37-A2B6-41DC-BD66-2BC5F8FF9791}"/>
              </a:ext>
            </a:extLst>
          </p:cNvPr>
          <p:cNvSpPr>
            <a:spLocks noGrp="1"/>
          </p:cNvSpPr>
          <p:nvPr>
            <p:ph sz="quarter" idx="26" hasCustomPrompt="1"/>
          </p:nvPr>
        </p:nvSpPr>
        <p:spPr>
          <a:xfrm>
            <a:off x="4755515" y="2193923"/>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Tree>
    <p:extLst>
      <p:ext uri="{BB962C8B-B14F-4D97-AF65-F5344CB8AC3E}">
        <p14:creationId xmlns:p14="http://schemas.microsoft.com/office/powerpoint/2010/main" val="22888042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ottom Callout with Sectio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Content Placeholder 5"/>
          <p:cNvSpPr>
            <a:spLocks noGrp="1"/>
          </p:cNvSpPr>
          <p:nvPr>
            <p:ph sz="quarter" idx="11" hasCustomPrompt="1"/>
          </p:nvPr>
        </p:nvSpPr>
        <p:spPr>
          <a:xfrm>
            <a:off x="274954" y="5727483"/>
            <a:ext cx="8594725" cy="498368"/>
          </a:xfrm>
          <a:solidFill>
            <a:schemeClr val="accent1"/>
          </a:solidFill>
        </p:spPr>
        <p:txBody>
          <a:bodyPr anchor="ctr">
            <a:noAutofit/>
          </a:bodyPr>
          <a:lstStyle>
            <a:lvl1pPr marL="0" indent="0">
              <a:buNone/>
              <a:defRPr sz="1800" baseline="0">
                <a:solidFill>
                  <a:schemeClr val="bg1"/>
                </a:solidFill>
              </a:defRPr>
            </a:lvl1pPr>
          </a:lstStyle>
          <a:p>
            <a:pPr lvl="0"/>
            <a:r>
              <a:rPr lang="en-US" dirty="0"/>
              <a:t>Callout Box</a:t>
            </a:r>
          </a:p>
        </p:txBody>
      </p:sp>
      <p:sp>
        <p:nvSpPr>
          <p:cNvPr id="6" name="Footer Placeholder 5"/>
          <p:cNvSpPr>
            <a:spLocks noGrp="1"/>
          </p:cNvSpPr>
          <p:nvPr>
            <p:ph type="ftr" sz="quarter" idx="12"/>
          </p:nvPr>
        </p:nvSpPr>
        <p:spPr/>
        <p:txBody>
          <a:bodyPr/>
          <a:lstStyle/>
          <a:p>
            <a:endParaRPr lang="en-US" dirty="0"/>
          </a:p>
        </p:txBody>
      </p:sp>
      <p:sp>
        <p:nvSpPr>
          <p:cNvPr id="8" name="Slide Number Placeholder 7"/>
          <p:cNvSpPr>
            <a:spLocks noGrp="1"/>
          </p:cNvSpPr>
          <p:nvPr>
            <p:ph type="sldNum" sz="quarter" idx="13"/>
          </p:nvPr>
        </p:nvSpPr>
        <p:spPr/>
        <p:txBody>
          <a:bodyPr/>
          <a:lstStyle/>
          <a:p>
            <a:fld id="{2066355A-084C-D24E-9AD2-7E4FC41EA627}" type="slidenum">
              <a:rPr lang="en-US" smtClean="0"/>
              <a:pPr/>
              <a:t>‹#›</a:t>
            </a:fld>
            <a:endParaRPr lang="en-US" dirty="0"/>
          </a:p>
        </p:txBody>
      </p:sp>
      <p:sp>
        <p:nvSpPr>
          <p:cNvPr id="7" name="Content Placeholder 12"/>
          <p:cNvSpPr>
            <a:spLocks noGrp="1"/>
          </p:cNvSpPr>
          <p:nvPr>
            <p:ph sz="quarter" idx="16" hasCustomPrompt="1"/>
          </p:nvPr>
        </p:nvSpPr>
        <p:spPr>
          <a:xfrm>
            <a:off x="261740" y="1270000"/>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9" name="Content Placeholder 12"/>
          <p:cNvSpPr>
            <a:spLocks noGrp="1"/>
          </p:cNvSpPr>
          <p:nvPr>
            <p:ph sz="quarter" idx="14" hasCustomPrompt="1"/>
          </p:nvPr>
        </p:nvSpPr>
        <p:spPr>
          <a:xfrm>
            <a:off x="4742300" y="1270000"/>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0" name="Content Placeholder 12"/>
          <p:cNvSpPr>
            <a:spLocks noGrp="1"/>
          </p:cNvSpPr>
          <p:nvPr>
            <p:ph sz="quarter" idx="17" hasCustomPrompt="1"/>
          </p:nvPr>
        </p:nvSpPr>
        <p:spPr>
          <a:xfrm>
            <a:off x="274320" y="3489913"/>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1" name="Content Placeholder 12"/>
          <p:cNvSpPr>
            <a:spLocks noGrp="1"/>
          </p:cNvSpPr>
          <p:nvPr>
            <p:ph sz="quarter" idx="20" hasCustomPrompt="1"/>
          </p:nvPr>
        </p:nvSpPr>
        <p:spPr>
          <a:xfrm>
            <a:off x="4733707" y="3489913"/>
            <a:ext cx="4114800" cy="365760"/>
          </a:xfrm>
          <a:solidFill>
            <a:schemeClr val="accent2">
              <a:lumMod val="20000"/>
              <a:lumOff val="80000"/>
            </a:schemeClr>
          </a:solidFill>
        </p:spPr>
        <p:txBody>
          <a:bodyPr anchor="b">
            <a:noAutofit/>
          </a:bodyPr>
          <a:lstStyle>
            <a:lvl1pPr marL="0" indent="0">
              <a:buNone/>
              <a:defRPr sz="1800">
                <a:solidFill>
                  <a:schemeClr val="tx1"/>
                </a:solidFill>
                <a:latin typeface="Helvetica"/>
                <a:cs typeface="Helvetica"/>
              </a:defRPr>
            </a:lvl1pPr>
          </a:lstStyle>
          <a:p>
            <a:pPr lvl="0"/>
            <a:r>
              <a:rPr lang="en-US" dirty="0"/>
              <a:t>SECTION TITLE</a:t>
            </a:r>
          </a:p>
        </p:txBody>
      </p:sp>
      <p:sp>
        <p:nvSpPr>
          <p:cNvPr id="12" name="Content Placeholder 2"/>
          <p:cNvSpPr>
            <a:spLocks noGrp="1"/>
          </p:cNvSpPr>
          <p:nvPr>
            <p:ph sz="half" idx="22"/>
          </p:nvPr>
        </p:nvSpPr>
        <p:spPr>
          <a:xfrm>
            <a:off x="274320" y="1739901"/>
            <a:ext cx="4114800" cy="1618488"/>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
        <p:nvSpPr>
          <p:cNvPr id="13" name="Content Placeholder 2"/>
          <p:cNvSpPr>
            <a:spLocks noGrp="1"/>
          </p:cNvSpPr>
          <p:nvPr>
            <p:ph sz="half" idx="23"/>
          </p:nvPr>
        </p:nvSpPr>
        <p:spPr>
          <a:xfrm>
            <a:off x="279838" y="3957045"/>
            <a:ext cx="4114800" cy="1618488"/>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
        <p:nvSpPr>
          <p:cNvPr id="14" name="Content Placeholder 2"/>
          <p:cNvSpPr>
            <a:spLocks noGrp="1"/>
          </p:cNvSpPr>
          <p:nvPr>
            <p:ph sz="half" idx="24"/>
          </p:nvPr>
        </p:nvSpPr>
        <p:spPr>
          <a:xfrm>
            <a:off x="4733707" y="1739901"/>
            <a:ext cx="4114800" cy="1618488"/>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
        <p:nvSpPr>
          <p:cNvPr id="15" name="Content Placeholder 2"/>
          <p:cNvSpPr>
            <a:spLocks noGrp="1"/>
          </p:cNvSpPr>
          <p:nvPr>
            <p:ph sz="half" idx="18"/>
          </p:nvPr>
        </p:nvSpPr>
        <p:spPr>
          <a:xfrm>
            <a:off x="4742300" y="3957044"/>
            <a:ext cx="4114800" cy="1618488"/>
          </a:xfrm>
        </p:spPr>
        <p:txBody>
          <a:bodyPr>
            <a:normAutofit/>
          </a:bodyPr>
          <a:lstStyle>
            <a:lvl1pPr>
              <a:defRPr sz="1800"/>
            </a:lvl1pPr>
            <a:lvl2pPr>
              <a:defRPr sz="1400"/>
            </a:lvl2pPr>
            <a:lvl3pPr>
              <a:defRPr sz="1000"/>
            </a:lvl3pPr>
            <a:lvl4pPr>
              <a:defRPr sz="1600"/>
            </a:lvl4pPr>
            <a:lvl5pPr>
              <a:defRPr sz="16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rrow_Chart_3">
    <p:spTree>
      <p:nvGrpSpPr>
        <p:cNvPr id="1" name=""/>
        <p:cNvGrpSpPr/>
        <p:nvPr/>
      </p:nvGrpSpPr>
      <p:grpSpPr>
        <a:xfrm>
          <a:off x="0" y="0"/>
          <a:ext cx="0" cy="0"/>
          <a:chOff x="0" y="0"/>
          <a:chExt cx="0" cy="0"/>
        </a:xfrm>
      </p:grpSpPr>
      <p:sp>
        <p:nvSpPr>
          <p:cNvPr id="29" name="Footer Placeholder 28"/>
          <p:cNvSpPr>
            <a:spLocks noGrp="1"/>
          </p:cNvSpPr>
          <p:nvPr>
            <p:ph type="ftr" sz="quarter" idx="10"/>
          </p:nvPr>
        </p:nvSpPr>
        <p:spPr/>
        <p:txBody>
          <a:bodyPr/>
          <a:lstStyle/>
          <a:p>
            <a:endParaRPr lang="en-US" dirty="0"/>
          </a:p>
        </p:txBody>
      </p:sp>
      <p:sp>
        <p:nvSpPr>
          <p:cNvPr id="30" name="Slide Number Placeholder 29"/>
          <p:cNvSpPr>
            <a:spLocks noGrp="1"/>
          </p:cNvSpPr>
          <p:nvPr>
            <p:ph type="sldNum" sz="quarter" idx="11"/>
          </p:nvPr>
        </p:nvSpPr>
        <p:spPr/>
        <p:txBody>
          <a:bodyPr/>
          <a:lstStyle/>
          <a:p>
            <a:fld id="{2066355A-084C-D24E-9AD2-7E4FC41EA627}" type="slidenum">
              <a:rPr lang="en-US" smtClean="0"/>
              <a:pPr/>
              <a:t>‹#›</a:t>
            </a:fld>
            <a:endParaRPr lang="en-US" dirty="0"/>
          </a:p>
        </p:txBody>
      </p:sp>
      <p:sp>
        <p:nvSpPr>
          <p:cNvPr id="33" name="Title 32"/>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A3100F51-57E3-42CD-900F-E5A6A1013530}"/>
              </a:ext>
            </a:extLst>
          </p:cNvPr>
          <p:cNvSpPr>
            <a:spLocks noGrp="1"/>
          </p:cNvSpPr>
          <p:nvPr>
            <p:ph type="body" sz="quarter" idx="12"/>
          </p:nvPr>
        </p:nvSpPr>
        <p:spPr>
          <a:xfrm>
            <a:off x="359235" y="2295525"/>
            <a:ext cx="5376403" cy="967666"/>
          </a:xfrm>
          <a:ln w="6350">
            <a:solidFill>
              <a:schemeClr val="tx1"/>
            </a:solidFill>
          </a:ln>
        </p:spPr>
        <p:txBody>
          <a:bodyPr anchor="ctr"/>
          <a:lstStyle>
            <a:lvl1pPr>
              <a:defRPr sz="1400"/>
            </a:lvl1pPr>
          </a:lstStyle>
          <a:p>
            <a:pPr lvl="0"/>
            <a:r>
              <a:rPr lang="en-US" dirty="0"/>
              <a:t>Edit Master text styles</a:t>
            </a:r>
          </a:p>
        </p:txBody>
      </p:sp>
      <p:sp>
        <p:nvSpPr>
          <p:cNvPr id="8" name="Chevron 5">
            <a:extLst>
              <a:ext uri="{FF2B5EF4-FFF2-40B4-BE49-F238E27FC236}">
                <a16:creationId xmlns:a16="http://schemas.microsoft.com/office/drawing/2014/main" id="{55440368-03B8-47FD-B019-92DAC6C99794}"/>
              </a:ext>
            </a:extLst>
          </p:cNvPr>
          <p:cNvSpPr/>
          <p:nvPr userDrawn="1"/>
        </p:nvSpPr>
        <p:spPr>
          <a:xfrm>
            <a:off x="354932" y="1369989"/>
            <a:ext cx="5380706" cy="431800"/>
          </a:xfrm>
          <a:prstGeom prst="chevron">
            <a:avLst/>
          </a:prstGeom>
          <a:solidFill>
            <a:schemeClr val="tx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chemeClr val="bg1"/>
              </a:solidFill>
              <a:latin typeface="Helvetica Light" charset="0"/>
              <a:ea typeface="Helvetica Light" charset="0"/>
              <a:cs typeface="Helvetica Light" charset="0"/>
            </a:endParaRPr>
          </a:p>
        </p:txBody>
      </p:sp>
      <p:sp>
        <p:nvSpPr>
          <p:cNvPr id="11" name="Chevron 7">
            <a:extLst>
              <a:ext uri="{FF2B5EF4-FFF2-40B4-BE49-F238E27FC236}">
                <a16:creationId xmlns:a16="http://schemas.microsoft.com/office/drawing/2014/main" id="{854AA43B-AF1F-431B-8027-D9CC4DD2B592}"/>
              </a:ext>
            </a:extLst>
          </p:cNvPr>
          <p:cNvSpPr/>
          <p:nvPr userDrawn="1"/>
        </p:nvSpPr>
        <p:spPr>
          <a:xfrm>
            <a:off x="5735638" y="1369989"/>
            <a:ext cx="3134042" cy="431800"/>
          </a:xfrm>
          <a:prstGeom prst="chevron">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chemeClr val="bg1"/>
              </a:solidFill>
              <a:latin typeface="Helvetica Light" charset="0"/>
              <a:ea typeface="Helvetica Light" charset="0"/>
              <a:cs typeface="Helvetica Light" charset="0"/>
            </a:endParaRPr>
          </a:p>
        </p:txBody>
      </p:sp>
      <p:sp>
        <p:nvSpPr>
          <p:cNvPr id="9" name="Text Placeholder 8">
            <a:extLst>
              <a:ext uri="{FF2B5EF4-FFF2-40B4-BE49-F238E27FC236}">
                <a16:creationId xmlns:a16="http://schemas.microsoft.com/office/drawing/2014/main" id="{BBBDC49A-DEA9-48E6-8B5A-491F3AF933D0}"/>
              </a:ext>
            </a:extLst>
          </p:cNvPr>
          <p:cNvSpPr>
            <a:spLocks noGrp="1"/>
          </p:cNvSpPr>
          <p:nvPr>
            <p:ph type="body" sz="quarter" idx="13" hasCustomPrompt="1"/>
          </p:nvPr>
        </p:nvSpPr>
        <p:spPr>
          <a:xfrm>
            <a:off x="354932" y="1369986"/>
            <a:ext cx="5380706" cy="431800"/>
          </a:xfrm>
        </p:spPr>
        <p:txBody>
          <a:bodyPr anchor="ctr"/>
          <a:lstStyle>
            <a:lvl1pPr marL="0" indent="0" algn="ctr">
              <a:buNone/>
              <a:defRPr>
                <a:solidFill>
                  <a:schemeClr val="bg1"/>
                </a:solidFill>
              </a:defRPr>
            </a:lvl1pPr>
          </a:lstStyle>
          <a:p>
            <a:pPr lvl="0"/>
            <a:r>
              <a:rPr lang="en-US" dirty="0"/>
              <a:t>Placeholder</a:t>
            </a:r>
          </a:p>
        </p:txBody>
      </p:sp>
      <p:sp>
        <p:nvSpPr>
          <p:cNvPr id="12" name="Text Placeholder 11">
            <a:extLst>
              <a:ext uri="{FF2B5EF4-FFF2-40B4-BE49-F238E27FC236}">
                <a16:creationId xmlns:a16="http://schemas.microsoft.com/office/drawing/2014/main" id="{A10F5F7C-A861-46E8-B726-E214AC065B7E}"/>
              </a:ext>
            </a:extLst>
          </p:cNvPr>
          <p:cNvSpPr>
            <a:spLocks noGrp="1"/>
          </p:cNvSpPr>
          <p:nvPr>
            <p:ph type="body" sz="quarter" idx="14" hasCustomPrompt="1"/>
          </p:nvPr>
        </p:nvSpPr>
        <p:spPr>
          <a:xfrm>
            <a:off x="5735637" y="1370013"/>
            <a:ext cx="3134041" cy="431800"/>
          </a:xfrm>
        </p:spPr>
        <p:txBody>
          <a:bodyPr anchor="ctr"/>
          <a:lstStyle>
            <a:lvl1pPr marL="0" indent="0" algn="ctr">
              <a:buNone/>
              <a:defRPr>
                <a:solidFill>
                  <a:schemeClr val="bg1"/>
                </a:solidFill>
              </a:defRPr>
            </a:lvl1pPr>
          </a:lstStyle>
          <a:p>
            <a:pPr lvl="0"/>
            <a:r>
              <a:rPr lang="en-US" dirty="0"/>
              <a:t>Placeholder</a:t>
            </a:r>
          </a:p>
        </p:txBody>
      </p:sp>
      <p:sp>
        <p:nvSpPr>
          <p:cNvPr id="14" name="Text Placeholder 13">
            <a:extLst>
              <a:ext uri="{FF2B5EF4-FFF2-40B4-BE49-F238E27FC236}">
                <a16:creationId xmlns:a16="http://schemas.microsoft.com/office/drawing/2014/main" id="{1A67701B-79C3-4A67-9443-4232FD02F288}"/>
              </a:ext>
            </a:extLst>
          </p:cNvPr>
          <p:cNvSpPr>
            <a:spLocks noGrp="1"/>
          </p:cNvSpPr>
          <p:nvPr>
            <p:ph type="body" sz="quarter" idx="15" hasCustomPrompt="1"/>
          </p:nvPr>
        </p:nvSpPr>
        <p:spPr>
          <a:xfrm>
            <a:off x="362410" y="1922218"/>
            <a:ext cx="5377073" cy="373307"/>
          </a:xfrm>
          <a:solidFill>
            <a:schemeClr val="accent5"/>
          </a:solidFill>
        </p:spPr>
        <p:txBody>
          <a:bodyPr anchor="ctr"/>
          <a:lstStyle>
            <a:lvl1pPr marL="0" indent="0" algn="ctr">
              <a:buNone/>
              <a:defRPr>
                <a:solidFill>
                  <a:schemeClr val="bg1"/>
                </a:solidFill>
              </a:defRPr>
            </a:lvl1pPr>
          </a:lstStyle>
          <a:p>
            <a:pPr lvl="0"/>
            <a:r>
              <a:rPr lang="en-US" dirty="0"/>
              <a:t>I. Placeholder</a:t>
            </a:r>
          </a:p>
        </p:txBody>
      </p:sp>
      <p:sp>
        <p:nvSpPr>
          <p:cNvPr id="17" name="Content Placeholder 16">
            <a:extLst>
              <a:ext uri="{FF2B5EF4-FFF2-40B4-BE49-F238E27FC236}">
                <a16:creationId xmlns:a16="http://schemas.microsoft.com/office/drawing/2014/main" id="{897220DB-7502-4F26-82D0-9CB50FF7E97C}"/>
              </a:ext>
            </a:extLst>
          </p:cNvPr>
          <p:cNvSpPr>
            <a:spLocks noGrp="1"/>
          </p:cNvSpPr>
          <p:nvPr>
            <p:ph sz="quarter" idx="16"/>
          </p:nvPr>
        </p:nvSpPr>
        <p:spPr>
          <a:xfrm>
            <a:off x="5730875" y="1923274"/>
            <a:ext cx="3138488" cy="1339917"/>
          </a:xfrm>
          <a:ln w="6350">
            <a:solidFill>
              <a:schemeClr val="tx1"/>
            </a:solidFill>
          </a:ln>
        </p:spPr>
        <p:txBody>
          <a:bodyPr anchor="ctr">
            <a:normAutofit/>
          </a:bodyPr>
          <a:lstStyle>
            <a:lvl1pPr marL="0" indent="0" algn="ctr">
              <a:buNone/>
              <a:defRPr sz="1400"/>
            </a:lvl1pPr>
          </a:lstStyle>
          <a:p>
            <a:pPr lvl="0"/>
            <a:endParaRPr lang="en-US" dirty="0"/>
          </a:p>
        </p:txBody>
      </p:sp>
      <p:sp>
        <p:nvSpPr>
          <p:cNvPr id="21" name="Text Placeholder 3">
            <a:extLst>
              <a:ext uri="{FF2B5EF4-FFF2-40B4-BE49-F238E27FC236}">
                <a16:creationId xmlns:a16="http://schemas.microsoft.com/office/drawing/2014/main" id="{DA81FC43-12D5-48BF-B208-135A7B89E3E8}"/>
              </a:ext>
            </a:extLst>
          </p:cNvPr>
          <p:cNvSpPr>
            <a:spLocks noGrp="1"/>
          </p:cNvSpPr>
          <p:nvPr>
            <p:ph type="body" sz="quarter" idx="17"/>
          </p:nvPr>
        </p:nvSpPr>
        <p:spPr>
          <a:xfrm>
            <a:off x="363538" y="3759076"/>
            <a:ext cx="5367337" cy="965493"/>
          </a:xfrm>
          <a:ln w="6350">
            <a:solidFill>
              <a:schemeClr val="tx1"/>
            </a:solidFill>
          </a:ln>
        </p:spPr>
        <p:txBody>
          <a:bodyPr anchor="ctr"/>
          <a:lstStyle>
            <a:lvl1pPr>
              <a:defRPr sz="1400"/>
            </a:lvl1pPr>
          </a:lstStyle>
          <a:p>
            <a:pPr lvl="0"/>
            <a:r>
              <a:rPr lang="en-US" dirty="0"/>
              <a:t>Edit Master text styles</a:t>
            </a:r>
          </a:p>
        </p:txBody>
      </p:sp>
      <p:sp>
        <p:nvSpPr>
          <p:cNvPr id="23" name="Content Placeholder 16">
            <a:extLst>
              <a:ext uri="{FF2B5EF4-FFF2-40B4-BE49-F238E27FC236}">
                <a16:creationId xmlns:a16="http://schemas.microsoft.com/office/drawing/2014/main" id="{8E1D1F70-72D2-4B8B-AD7C-FB2C2DB692DB}"/>
              </a:ext>
            </a:extLst>
          </p:cNvPr>
          <p:cNvSpPr>
            <a:spLocks noGrp="1"/>
          </p:cNvSpPr>
          <p:nvPr>
            <p:ph sz="quarter" idx="18"/>
          </p:nvPr>
        </p:nvSpPr>
        <p:spPr>
          <a:xfrm>
            <a:off x="5735178" y="3384679"/>
            <a:ext cx="3138488" cy="1339890"/>
          </a:xfrm>
          <a:ln w="6350">
            <a:solidFill>
              <a:schemeClr val="tx1"/>
            </a:solidFill>
          </a:ln>
        </p:spPr>
        <p:txBody>
          <a:bodyPr anchor="ctr">
            <a:normAutofit/>
          </a:bodyPr>
          <a:lstStyle>
            <a:lvl1pPr marL="0" indent="0" algn="ctr">
              <a:buNone/>
              <a:defRPr sz="1400"/>
            </a:lvl1pPr>
          </a:lstStyle>
          <a:p>
            <a:pPr lvl="0"/>
            <a:endParaRPr lang="en-US" dirty="0"/>
          </a:p>
        </p:txBody>
      </p:sp>
      <p:sp>
        <p:nvSpPr>
          <p:cNvPr id="24" name="Text Placeholder 3">
            <a:extLst>
              <a:ext uri="{FF2B5EF4-FFF2-40B4-BE49-F238E27FC236}">
                <a16:creationId xmlns:a16="http://schemas.microsoft.com/office/drawing/2014/main" id="{9F3A99BA-75F5-4161-A9E2-BD413856DB7D}"/>
              </a:ext>
            </a:extLst>
          </p:cNvPr>
          <p:cNvSpPr>
            <a:spLocks noGrp="1"/>
          </p:cNvSpPr>
          <p:nvPr>
            <p:ph type="body" sz="quarter" idx="19"/>
          </p:nvPr>
        </p:nvSpPr>
        <p:spPr>
          <a:xfrm>
            <a:off x="367843" y="5221537"/>
            <a:ext cx="5371640" cy="964410"/>
          </a:xfrm>
          <a:ln w="6350">
            <a:solidFill>
              <a:schemeClr val="tx1"/>
            </a:solidFill>
          </a:ln>
        </p:spPr>
        <p:txBody>
          <a:bodyPr anchor="ctr"/>
          <a:lstStyle>
            <a:lvl1pPr>
              <a:defRPr sz="1400"/>
            </a:lvl1pPr>
          </a:lstStyle>
          <a:p>
            <a:pPr lvl="0"/>
            <a:r>
              <a:rPr lang="en-US" dirty="0"/>
              <a:t>Edit Master text styles</a:t>
            </a:r>
          </a:p>
        </p:txBody>
      </p:sp>
      <p:sp>
        <p:nvSpPr>
          <p:cNvPr id="26" name="Content Placeholder 16">
            <a:extLst>
              <a:ext uri="{FF2B5EF4-FFF2-40B4-BE49-F238E27FC236}">
                <a16:creationId xmlns:a16="http://schemas.microsoft.com/office/drawing/2014/main" id="{2F2078BA-DC96-484A-97BC-F44793CF0750}"/>
              </a:ext>
            </a:extLst>
          </p:cNvPr>
          <p:cNvSpPr>
            <a:spLocks noGrp="1"/>
          </p:cNvSpPr>
          <p:nvPr>
            <p:ph sz="quarter" idx="20"/>
          </p:nvPr>
        </p:nvSpPr>
        <p:spPr>
          <a:xfrm>
            <a:off x="5739482" y="4846030"/>
            <a:ext cx="3138488" cy="1339917"/>
          </a:xfrm>
          <a:ln w="6350">
            <a:solidFill>
              <a:schemeClr val="tx1"/>
            </a:solidFill>
          </a:ln>
        </p:spPr>
        <p:txBody>
          <a:bodyPr anchor="ctr">
            <a:normAutofit/>
          </a:bodyPr>
          <a:lstStyle>
            <a:lvl1pPr marL="0" indent="0" algn="ctr">
              <a:buNone/>
              <a:defRPr sz="1400"/>
            </a:lvl1pPr>
          </a:lstStyle>
          <a:p>
            <a:pPr lvl="0"/>
            <a:endParaRPr lang="en-US" dirty="0"/>
          </a:p>
        </p:txBody>
      </p:sp>
      <p:sp>
        <p:nvSpPr>
          <p:cNvPr id="27" name="Text Placeholder 13">
            <a:extLst>
              <a:ext uri="{FF2B5EF4-FFF2-40B4-BE49-F238E27FC236}">
                <a16:creationId xmlns:a16="http://schemas.microsoft.com/office/drawing/2014/main" id="{9F9D47F0-860C-47FE-B4C3-74603E341C80}"/>
              </a:ext>
            </a:extLst>
          </p:cNvPr>
          <p:cNvSpPr>
            <a:spLocks noGrp="1"/>
          </p:cNvSpPr>
          <p:nvPr>
            <p:ph type="body" sz="quarter" idx="21" hasCustomPrompt="1"/>
          </p:nvPr>
        </p:nvSpPr>
        <p:spPr>
          <a:xfrm>
            <a:off x="362410" y="3384625"/>
            <a:ext cx="5377073" cy="374451"/>
          </a:xfrm>
          <a:solidFill>
            <a:schemeClr val="accent5"/>
          </a:solidFill>
        </p:spPr>
        <p:txBody>
          <a:bodyPr anchor="ctr"/>
          <a:lstStyle>
            <a:lvl1pPr marL="0" indent="0" algn="ctr">
              <a:buNone/>
              <a:defRPr>
                <a:solidFill>
                  <a:schemeClr val="bg1"/>
                </a:solidFill>
              </a:defRPr>
            </a:lvl1pPr>
          </a:lstStyle>
          <a:p>
            <a:pPr lvl="0"/>
            <a:r>
              <a:rPr lang="en-US" dirty="0"/>
              <a:t>II. Placeholder</a:t>
            </a:r>
          </a:p>
        </p:txBody>
      </p:sp>
      <p:sp>
        <p:nvSpPr>
          <p:cNvPr id="28" name="Text Placeholder 13">
            <a:extLst>
              <a:ext uri="{FF2B5EF4-FFF2-40B4-BE49-F238E27FC236}">
                <a16:creationId xmlns:a16="http://schemas.microsoft.com/office/drawing/2014/main" id="{94C382AA-EED8-4746-AE79-36F935F825D6}"/>
              </a:ext>
            </a:extLst>
          </p:cNvPr>
          <p:cNvSpPr>
            <a:spLocks noGrp="1"/>
          </p:cNvSpPr>
          <p:nvPr>
            <p:ph type="body" sz="quarter" idx="22" hasCustomPrompt="1"/>
          </p:nvPr>
        </p:nvSpPr>
        <p:spPr>
          <a:xfrm>
            <a:off x="367843" y="4846004"/>
            <a:ext cx="5371640" cy="375534"/>
          </a:xfrm>
          <a:solidFill>
            <a:schemeClr val="accent5"/>
          </a:solidFill>
        </p:spPr>
        <p:txBody>
          <a:bodyPr anchor="ctr"/>
          <a:lstStyle>
            <a:lvl1pPr marL="0" indent="0" algn="ctr">
              <a:buNone/>
              <a:defRPr>
                <a:solidFill>
                  <a:schemeClr val="bg1"/>
                </a:solidFill>
              </a:defRPr>
            </a:lvl1pPr>
          </a:lstStyle>
          <a:p>
            <a:pPr lvl="0"/>
            <a:r>
              <a:rPr lang="en-US" dirty="0"/>
              <a:t>III. Placeholder</a:t>
            </a:r>
          </a:p>
        </p:txBody>
      </p:sp>
    </p:spTree>
    <p:extLst>
      <p:ext uri="{BB962C8B-B14F-4D97-AF65-F5344CB8AC3E}">
        <p14:creationId xmlns:p14="http://schemas.microsoft.com/office/powerpoint/2010/main" val="238955209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rrow_Chart_2">
    <p:spTree>
      <p:nvGrpSpPr>
        <p:cNvPr id="1" name=""/>
        <p:cNvGrpSpPr/>
        <p:nvPr/>
      </p:nvGrpSpPr>
      <p:grpSpPr>
        <a:xfrm>
          <a:off x="0" y="0"/>
          <a:ext cx="0" cy="0"/>
          <a:chOff x="0" y="0"/>
          <a:chExt cx="0" cy="0"/>
        </a:xfrm>
      </p:grpSpPr>
      <p:sp>
        <p:nvSpPr>
          <p:cNvPr id="29" name="Footer Placeholder 28"/>
          <p:cNvSpPr>
            <a:spLocks noGrp="1"/>
          </p:cNvSpPr>
          <p:nvPr>
            <p:ph type="ftr" sz="quarter" idx="10"/>
          </p:nvPr>
        </p:nvSpPr>
        <p:spPr/>
        <p:txBody>
          <a:bodyPr/>
          <a:lstStyle/>
          <a:p>
            <a:endParaRPr lang="en-US" dirty="0"/>
          </a:p>
        </p:txBody>
      </p:sp>
      <p:sp>
        <p:nvSpPr>
          <p:cNvPr id="30" name="Slide Number Placeholder 29"/>
          <p:cNvSpPr>
            <a:spLocks noGrp="1"/>
          </p:cNvSpPr>
          <p:nvPr>
            <p:ph type="sldNum" sz="quarter" idx="11"/>
          </p:nvPr>
        </p:nvSpPr>
        <p:spPr/>
        <p:txBody>
          <a:bodyPr/>
          <a:lstStyle/>
          <a:p>
            <a:fld id="{2066355A-084C-D24E-9AD2-7E4FC41EA627}" type="slidenum">
              <a:rPr lang="en-US" smtClean="0"/>
              <a:pPr/>
              <a:t>‹#›</a:t>
            </a:fld>
            <a:endParaRPr lang="en-US" dirty="0"/>
          </a:p>
        </p:txBody>
      </p:sp>
      <p:sp>
        <p:nvSpPr>
          <p:cNvPr id="33" name="Title 32"/>
          <p:cNvSpPr>
            <a:spLocks noGrp="1"/>
          </p:cNvSpPr>
          <p:nvPr>
            <p:ph type="title"/>
          </p:nvPr>
        </p:nvSpPr>
        <p:spPr/>
        <p:txBody>
          <a:bodyPr/>
          <a:lstStyle/>
          <a:p>
            <a:r>
              <a:rPr lang="en-US"/>
              <a:t>Click to edit Master title style</a:t>
            </a:r>
          </a:p>
        </p:txBody>
      </p:sp>
      <p:sp>
        <p:nvSpPr>
          <p:cNvPr id="4" name="Text Placeholder 3">
            <a:extLst>
              <a:ext uri="{FF2B5EF4-FFF2-40B4-BE49-F238E27FC236}">
                <a16:creationId xmlns:a16="http://schemas.microsoft.com/office/drawing/2014/main" id="{A3100F51-57E3-42CD-900F-E5A6A1013530}"/>
              </a:ext>
            </a:extLst>
          </p:cNvPr>
          <p:cNvSpPr>
            <a:spLocks noGrp="1"/>
          </p:cNvSpPr>
          <p:nvPr>
            <p:ph type="body" sz="quarter" idx="12"/>
          </p:nvPr>
        </p:nvSpPr>
        <p:spPr>
          <a:xfrm>
            <a:off x="359235" y="2303071"/>
            <a:ext cx="5376403" cy="2154629"/>
          </a:xfrm>
          <a:ln w="6350">
            <a:solidFill>
              <a:schemeClr val="tx1"/>
            </a:solidFill>
          </a:ln>
        </p:spPr>
        <p:txBody>
          <a:bodyPr anchor="ctr"/>
          <a:lstStyle>
            <a:lvl1pPr>
              <a:defRPr sz="1400"/>
            </a:lvl1pPr>
          </a:lstStyle>
          <a:p>
            <a:pPr lvl="0"/>
            <a:r>
              <a:rPr lang="en-US" dirty="0"/>
              <a:t>Edit Master text styles</a:t>
            </a:r>
          </a:p>
        </p:txBody>
      </p:sp>
      <p:sp>
        <p:nvSpPr>
          <p:cNvPr id="8" name="Chevron 5">
            <a:extLst>
              <a:ext uri="{FF2B5EF4-FFF2-40B4-BE49-F238E27FC236}">
                <a16:creationId xmlns:a16="http://schemas.microsoft.com/office/drawing/2014/main" id="{55440368-03B8-47FD-B019-92DAC6C99794}"/>
              </a:ext>
            </a:extLst>
          </p:cNvPr>
          <p:cNvSpPr/>
          <p:nvPr userDrawn="1"/>
        </p:nvSpPr>
        <p:spPr>
          <a:xfrm>
            <a:off x="354932" y="1369989"/>
            <a:ext cx="5380706" cy="431800"/>
          </a:xfrm>
          <a:prstGeom prst="chevron">
            <a:avLst/>
          </a:prstGeom>
          <a:solidFill>
            <a:schemeClr val="tx2">
              <a:lumMod val="50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chemeClr val="bg1"/>
              </a:solidFill>
              <a:latin typeface="Helvetica Light" charset="0"/>
              <a:ea typeface="Helvetica Light" charset="0"/>
              <a:cs typeface="Helvetica Light" charset="0"/>
            </a:endParaRPr>
          </a:p>
        </p:txBody>
      </p:sp>
      <p:sp>
        <p:nvSpPr>
          <p:cNvPr id="11" name="Chevron 7">
            <a:extLst>
              <a:ext uri="{FF2B5EF4-FFF2-40B4-BE49-F238E27FC236}">
                <a16:creationId xmlns:a16="http://schemas.microsoft.com/office/drawing/2014/main" id="{854AA43B-AF1F-431B-8027-D9CC4DD2B592}"/>
              </a:ext>
            </a:extLst>
          </p:cNvPr>
          <p:cNvSpPr/>
          <p:nvPr userDrawn="1"/>
        </p:nvSpPr>
        <p:spPr>
          <a:xfrm>
            <a:off x="5735638" y="1369989"/>
            <a:ext cx="3134042" cy="431800"/>
          </a:xfrm>
          <a:prstGeom prst="chevron">
            <a:avLst/>
          </a:prstGeom>
          <a:solidFill>
            <a:schemeClr val="accent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solidFill>
                <a:schemeClr val="bg1"/>
              </a:solidFill>
              <a:latin typeface="Helvetica Light" charset="0"/>
              <a:ea typeface="Helvetica Light" charset="0"/>
              <a:cs typeface="Helvetica Light" charset="0"/>
            </a:endParaRPr>
          </a:p>
        </p:txBody>
      </p:sp>
      <p:sp>
        <p:nvSpPr>
          <p:cNvPr id="9" name="Text Placeholder 8">
            <a:extLst>
              <a:ext uri="{FF2B5EF4-FFF2-40B4-BE49-F238E27FC236}">
                <a16:creationId xmlns:a16="http://schemas.microsoft.com/office/drawing/2014/main" id="{BBBDC49A-DEA9-48E6-8B5A-491F3AF933D0}"/>
              </a:ext>
            </a:extLst>
          </p:cNvPr>
          <p:cNvSpPr>
            <a:spLocks noGrp="1"/>
          </p:cNvSpPr>
          <p:nvPr>
            <p:ph type="body" sz="quarter" idx="13" hasCustomPrompt="1"/>
          </p:nvPr>
        </p:nvSpPr>
        <p:spPr>
          <a:xfrm>
            <a:off x="354932" y="1369986"/>
            <a:ext cx="5380706" cy="431800"/>
          </a:xfrm>
        </p:spPr>
        <p:txBody>
          <a:bodyPr anchor="ctr"/>
          <a:lstStyle>
            <a:lvl1pPr marL="0" indent="0" algn="ctr">
              <a:buNone/>
              <a:defRPr>
                <a:solidFill>
                  <a:schemeClr val="bg1"/>
                </a:solidFill>
              </a:defRPr>
            </a:lvl1pPr>
          </a:lstStyle>
          <a:p>
            <a:pPr lvl="0"/>
            <a:r>
              <a:rPr lang="en-US" dirty="0"/>
              <a:t>Placeholder</a:t>
            </a:r>
          </a:p>
        </p:txBody>
      </p:sp>
      <p:sp>
        <p:nvSpPr>
          <p:cNvPr id="12" name="Text Placeholder 11">
            <a:extLst>
              <a:ext uri="{FF2B5EF4-FFF2-40B4-BE49-F238E27FC236}">
                <a16:creationId xmlns:a16="http://schemas.microsoft.com/office/drawing/2014/main" id="{A10F5F7C-A861-46E8-B726-E214AC065B7E}"/>
              </a:ext>
            </a:extLst>
          </p:cNvPr>
          <p:cNvSpPr>
            <a:spLocks noGrp="1"/>
          </p:cNvSpPr>
          <p:nvPr>
            <p:ph type="body" sz="quarter" idx="14" hasCustomPrompt="1"/>
          </p:nvPr>
        </p:nvSpPr>
        <p:spPr>
          <a:xfrm>
            <a:off x="5735637" y="1370013"/>
            <a:ext cx="3134041" cy="431800"/>
          </a:xfrm>
        </p:spPr>
        <p:txBody>
          <a:bodyPr anchor="ctr"/>
          <a:lstStyle>
            <a:lvl1pPr marL="0" indent="0" algn="ctr">
              <a:buNone/>
              <a:defRPr>
                <a:solidFill>
                  <a:schemeClr val="bg1"/>
                </a:solidFill>
              </a:defRPr>
            </a:lvl1pPr>
          </a:lstStyle>
          <a:p>
            <a:pPr lvl="0"/>
            <a:r>
              <a:rPr lang="en-US" dirty="0"/>
              <a:t>Placeholder</a:t>
            </a:r>
          </a:p>
        </p:txBody>
      </p:sp>
      <p:sp>
        <p:nvSpPr>
          <p:cNvPr id="16" name="Rectangle 15">
            <a:extLst>
              <a:ext uri="{FF2B5EF4-FFF2-40B4-BE49-F238E27FC236}">
                <a16:creationId xmlns:a16="http://schemas.microsoft.com/office/drawing/2014/main" id="{BAC003E7-4FDC-4D4B-8127-F6976BFFC85E}"/>
              </a:ext>
            </a:extLst>
          </p:cNvPr>
          <p:cNvSpPr/>
          <p:nvPr userDrawn="1"/>
        </p:nvSpPr>
        <p:spPr>
          <a:xfrm>
            <a:off x="359235" y="1930847"/>
            <a:ext cx="5372100" cy="372224"/>
          </a:xfrm>
          <a:prstGeom prst="rect">
            <a:avLst/>
          </a:prstGeom>
          <a:solidFill>
            <a:schemeClr val="accent5"/>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latin typeface="Helvetica Light" charset="0"/>
              <a:ea typeface="Helvetica Light" charset="0"/>
              <a:cs typeface="Helvetica Light" charset="0"/>
            </a:endParaRPr>
          </a:p>
        </p:txBody>
      </p:sp>
      <p:sp>
        <p:nvSpPr>
          <p:cNvPr id="14" name="Text Placeholder 13">
            <a:extLst>
              <a:ext uri="{FF2B5EF4-FFF2-40B4-BE49-F238E27FC236}">
                <a16:creationId xmlns:a16="http://schemas.microsoft.com/office/drawing/2014/main" id="{1A67701B-79C3-4A67-9443-4232FD02F288}"/>
              </a:ext>
            </a:extLst>
          </p:cNvPr>
          <p:cNvSpPr>
            <a:spLocks noGrp="1"/>
          </p:cNvSpPr>
          <p:nvPr>
            <p:ph type="body" sz="quarter" idx="15" hasCustomPrompt="1"/>
          </p:nvPr>
        </p:nvSpPr>
        <p:spPr>
          <a:xfrm>
            <a:off x="355600" y="1930400"/>
            <a:ext cx="5375275" cy="365125"/>
          </a:xfrm>
        </p:spPr>
        <p:txBody>
          <a:bodyPr anchor="ctr"/>
          <a:lstStyle>
            <a:lvl1pPr marL="0" indent="0" algn="ctr">
              <a:buNone/>
              <a:defRPr>
                <a:solidFill>
                  <a:schemeClr val="bg1"/>
                </a:solidFill>
              </a:defRPr>
            </a:lvl1pPr>
          </a:lstStyle>
          <a:p>
            <a:pPr lvl="0"/>
            <a:r>
              <a:rPr lang="en-US" dirty="0"/>
              <a:t>I. Placeholder</a:t>
            </a:r>
          </a:p>
        </p:txBody>
      </p:sp>
      <p:sp>
        <p:nvSpPr>
          <p:cNvPr id="17" name="Content Placeholder 16">
            <a:extLst>
              <a:ext uri="{FF2B5EF4-FFF2-40B4-BE49-F238E27FC236}">
                <a16:creationId xmlns:a16="http://schemas.microsoft.com/office/drawing/2014/main" id="{897220DB-7502-4F26-82D0-9CB50FF7E97C}"/>
              </a:ext>
            </a:extLst>
          </p:cNvPr>
          <p:cNvSpPr>
            <a:spLocks noGrp="1"/>
          </p:cNvSpPr>
          <p:nvPr>
            <p:ph sz="quarter" idx="16"/>
          </p:nvPr>
        </p:nvSpPr>
        <p:spPr>
          <a:xfrm>
            <a:off x="5730875" y="1923275"/>
            <a:ext cx="3138488" cy="2534426"/>
          </a:xfrm>
          <a:ln w="6350">
            <a:solidFill>
              <a:schemeClr val="tx1"/>
            </a:solidFill>
          </a:ln>
        </p:spPr>
        <p:txBody>
          <a:bodyPr anchor="ctr">
            <a:normAutofit/>
          </a:bodyPr>
          <a:lstStyle>
            <a:lvl1pPr marL="0" indent="0" algn="ctr">
              <a:buNone/>
              <a:defRPr sz="1400"/>
            </a:lvl1pPr>
          </a:lstStyle>
          <a:p>
            <a:pPr lvl="0"/>
            <a:endParaRPr lang="en-US" dirty="0"/>
          </a:p>
        </p:txBody>
      </p:sp>
      <p:sp>
        <p:nvSpPr>
          <p:cNvPr id="24" name="Text Placeholder 3">
            <a:extLst>
              <a:ext uri="{FF2B5EF4-FFF2-40B4-BE49-F238E27FC236}">
                <a16:creationId xmlns:a16="http://schemas.microsoft.com/office/drawing/2014/main" id="{9F3A99BA-75F5-4161-A9E2-BD413856DB7D}"/>
              </a:ext>
            </a:extLst>
          </p:cNvPr>
          <p:cNvSpPr>
            <a:spLocks noGrp="1"/>
          </p:cNvSpPr>
          <p:nvPr>
            <p:ph type="body" sz="quarter" idx="19"/>
          </p:nvPr>
        </p:nvSpPr>
        <p:spPr>
          <a:xfrm>
            <a:off x="367843" y="4957640"/>
            <a:ext cx="5371640" cy="1228307"/>
          </a:xfrm>
          <a:ln w="6350">
            <a:solidFill>
              <a:schemeClr val="tx1"/>
            </a:solidFill>
          </a:ln>
        </p:spPr>
        <p:txBody>
          <a:bodyPr anchor="ctr"/>
          <a:lstStyle>
            <a:lvl1pPr>
              <a:defRPr sz="1400"/>
            </a:lvl1pPr>
          </a:lstStyle>
          <a:p>
            <a:pPr lvl="0"/>
            <a:r>
              <a:rPr lang="en-US" dirty="0"/>
              <a:t>Edit Master text styles</a:t>
            </a:r>
          </a:p>
        </p:txBody>
      </p:sp>
      <p:sp>
        <p:nvSpPr>
          <p:cNvPr id="25" name="Rectangle 24">
            <a:extLst>
              <a:ext uri="{FF2B5EF4-FFF2-40B4-BE49-F238E27FC236}">
                <a16:creationId xmlns:a16="http://schemas.microsoft.com/office/drawing/2014/main" id="{956EFAC9-508B-4559-968A-BC9270D73C28}"/>
              </a:ext>
            </a:extLst>
          </p:cNvPr>
          <p:cNvSpPr/>
          <p:nvPr userDrawn="1"/>
        </p:nvSpPr>
        <p:spPr>
          <a:xfrm>
            <a:off x="367843" y="4582290"/>
            <a:ext cx="5372100" cy="372224"/>
          </a:xfrm>
          <a:prstGeom prst="rect">
            <a:avLst/>
          </a:prstGeom>
          <a:solidFill>
            <a:schemeClr val="accent5"/>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600" dirty="0">
              <a:latin typeface="Helvetica Light" charset="0"/>
              <a:ea typeface="Helvetica Light" charset="0"/>
              <a:cs typeface="Helvetica Light" charset="0"/>
            </a:endParaRPr>
          </a:p>
        </p:txBody>
      </p:sp>
      <p:sp>
        <p:nvSpPr>
          <p:cNvPr id="26" name="Content Placeholder 16">
            <a:extLst>
              <a:ext uri="{FF2B5EF4-FFF2-40B4-BE49-F238E27FC236}">
                <a16:creationId xmlns:a16="http://schemas.microsoft.com/office/drawing/2014/main" id="{2F2078BA-DC96-484A-97BC-F44793CF0750}"/>
              </a:ext>
            </a:extLst>
          </p:cNvPr>
          <p:cNvSpPr>
            <a:spLocks noGrp="1"/>
          </p:cNvSpPr>
          <p:nvPr>
            <p:ph sz="quarter" idx="20"/>
          </p:nvPr>
        </p:nvSpPr>
        <p:spPr>
          <a:xfrm>
            <a:off x="5739482" y="4579164"/>
            <a:ext cx="3138488" cy="1606784"/>
          </a:xfrm>
          <a:ln w="6350">
            <a:solidFill>
              <a:schemeClr val="tx1"/>
            </a:solidFill>
          </a:ln>
        </p:spPr>
        <p:txBody>
          <a:bodyPr anchor="ctr">
            <a:normAutofit/>
          </a:bodyPr>
          <a:lstStyle>
            <a:lvl1pPr marL="0" indent="0" algn="ctr">
              <a:buNone/>
              <a:defRPr sz="1400"/>
            </a:lvl1pPr>
          </a:lstStyle>
          <a:p>
            <a:pPr lvl="0"/>
            <a:endParaRPr lang="en-US" dirty="0"/>
          </a:p>
        </p:txBody>
      </p:sp>
      <p:sp>
        <p:nvSpPr>
          <p:cNvPr id="28" name="Text Placeholder 13">
            <a:extLst>
              <a:ext uri="{FF2B5EF4-FFF2-40B4-BE49-F238E27FC236}">
                <a16:creationId xmlns:a16="http://schemas.microsoft.com/office/drawing/2014/main" id="{94C382AA-EED8-4746-AE79-36F935F825D6}"/>
              </a:ext>
            </a:extLst>
          </p:cNvPr>
          <p:cNvSpPr>
            <a:spLocks noGrp="1"/>
          </p:cNvSpPr>
          <p:nvPr>
            <p:ph type="body" sz="quarter" idx="22" hasCustomPrompt="1"/>
          </p:nvPr>
        </p:nvSpPr>
        <p:spPr>
          <a:xfrm>
            <a:off x="354932" y="4585839"/>
            <a:ext cx="5375275" cy="365125"/>
          </a:xfrm>
        </p:spPr>
        <p:txBody>
          <a:bodyPr anchor="ctr"/>
          <a:lstStyle>
            <a:lvl1pPr marL="0" indent="0" algn="ctr">
              <a:buNone/>
              <a:defRPr>
                <a:solidFill>
                  <a:schemeClr val="bg1"/>
                </a:solidFill>
              </a:defRPr>
            </a:lvl1pPr>
          </a:lstStyle>
          <a:p>
            <a:pPr lvl="0"/>
            <a:r>
              <a:rPr lang="en-US" dirty="0"/>
              <a:t>II. Placeholder</a:t>
            </a:r>
          </a:p>
        </p:txBody>
      </p:sp>
    </p:spTree>
    <p:extLst>
      <p:ext uri="{BB962C8B-B14F-4D97-AF65-F5344CB8AC3E}">
        <p14:creationId xmlns:p14="http://schemas.microsoft.com/office/powerpoint/2010/main" val="24803713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List (3)">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8" name="Content Placeholder 7"/>
          <p:cNvSpPr>
            <a:spLocks noGrp="1"/>
          </p:cNvSpPr>
          <p:nvPr>
            <p:ph sz="quarter" idx="14" hasCustomPrompt="1"/>
          </p:nvPr>
        </p:nvSpPr>
        <p:spPr>
          <a:xfrm>
            <a:off x="368300" y="1270000"/>
            <a:ext cx="2832100" cy="1581912"/>
          </a:xfrm>
          <a:solidFill>
            <a:schemeClr val="accent3">
              <a:lumMod val="10000"/>
            </a:schemeClr>
          </a:solidFill>
        </p:spPr>
        <p:txBody>
          <a:bodyPr anchor="ctr">
            <a:noAutofit/>
          </a:bodyPr>
          <a:lstStyle>
            <a:lvl1pPr marL="0" indent="0" algn="ctr">
              <a:buNone/>
              <a:defRPr sz="1800">
                <a:solidFill>
                  <a:schemeClr val="bg1"/>
                </a:solidFill>
              </a:defRPr>
            </a:lvl1pPr>
          </a:lstStyle>
          <a:p>
            <a:pPr lvl="0"/>
            <a:r>
              <a:rPr lang="en-US" dirty="0"/>
              <a:t>Text</a:t>
            </a:r>
          </a:p>
        </p:txBody>
      </p:sp>
      <p:sp>
        <p:nvSpPr>
          <p:cNvPr id="9" name="Content Placeholder 7"/>
          <p:cNvSpPr>
            <a:spLocks noGrp="1"/>
          </p:cNvSpPr>
          <p:nvPr>
            <p:ph sz="quarter" idx="15" hasCustomPrompt="1"/>
          </p:nvPr>
        </p:nvSpPr>
        <p:spPr>
          <a:xfrm>
            <a:off x="368300" y="2969038"/>
            <a:ext cx="2832100" cy="1581912"/>
          </a:xfrm>
          <a:solidFill>
            <a:schemeClr val="accent1">
              <a:lumMod val="75000"/>
            </a:schemeClr>
          </a:solidFill>
        </p:spPr>
        <p:txBody>
          <a:bodyPr anchor="ctr">
            <a:noAutofit/>
          </a:bodyPr>
          <a:lstStyle>
            <a:lvl1pPr marL="0" indent="0" algn="ctr">
              <a:buNone/>
              <a:defRPr sz="1800">
                <a:solidFill>
                  <a:schemeClr val="bg1"/>
                </a:solidFill>
              </a:defRPr>
            </a:lvl1pPr>
          </a:lstStyle>
          <a:p>
            <a:pPr lvl="0"/>
            <a:r>
              <a:rPr lang="en-US" dirty="0"/>
              <a:t>Text</a:t>
            </a:r>
          </a:p>
        </p:txBody>
      </p:sp>
      <p:sp>
        <p:nvSpPr>
          <p:cNvPr id="10" name="Content Placeholder 7"/>
          <p:cNvSpPr>
            <a:spLocks noGrp="1"/>
          </p:cNvSpPr>
          <p:nvPr>
            <p:ph sz="quarter" idx="16" hasCustomPrompt="1"/>
          </p:nvPr>
        </p:nvSpPr>
        <p:spPr>
          <a:xfrm>
            <a:off x="368300" y="4668076"/>
            <a:ext cx="2832100" cy="1581912"/>
          </a:xfrm>
          <a:solidFill>
            <a:schemeClr val="accent2"/>
          </a:solidFill>
        </p:spPr>
        <p:txBody>
          <a:bodyPr anchor="ctr">
            <a:noAutofit/>
          </a:bodyPr>
          <a:lstStyle>
            <a:lvl1pPr marL="0" indent="0" algn="ctr">
              <a:buNone/>
              <a:defRPr sz="1800">
                <a:solidFill>
                  <a:schemeClr val="bg1"/>
                </a:solidFill>
              </a:defRPr>
            </a:lvl1pPr>
          </a:lstStyle>
          <a:p>
            <a:pPr lvl="0"/>
            <a:r>
              <a:rPr lang="en-US" dirty="0"/>
              <a:t>Text</a:t>
            </a:r>
          </a:p>
        </p:txBody>
      </p:sp>
      <p:sp>
        <p:nvSpPr>
          <p:cNvPr id="11" name="Content Placeholder 2"/>
          <p:cNvSpPr>
            <a:spLocks noGrp="1"/>
          </p:cNvSpPr>
          <p:nvPr>
            <p:ph idx="1"/>
          </p:nvPr>
        </p:nvSpPr>
        <p:spPr>
          <a:xfrm>
            <a:off x="3340099" y="1270000"/>
            <a:ext cx="5530215" cy="1581912"/>
          </a:xfrm>
        </p:spPr>
        <p:txBody>
          <a:bodyPr/>
          <a:lstStyle>
            <a:lvl1pPr>
              <a:defRPr sz="1600"/>
            </a:lvl1pPr>
            <a:lvl2pPr>
              <a:defRPr sz="1300"/>
            </a:lvl2pPr>
          </a:lstStyle>
          <a:p>
            <a:pPr lvl="0"/>
            <a:r>
              <a:rPr lang="en-US" dirty="0"/>
              <a:t>Click to edit Master text styles</a:t>
            </a:r>
          </a:p>
          <a:p>
            <a:pPr lvl="1"/>
            <a:r>
              <a:rPr lang="en-US" dirty="0"/>
              <a:t>Second level</a:t>
            </a:r>
          </a:p>
          <a:p>
            <a:pPr lvl="2"/>
            <a:r>
              <a:rPr lang="en-US" dirty="0"/>
              <a:t>Third level</a:t>
            </a:r>
          </a:p>
        </p:txBody>
      </p:sp>
      <p:sp>
        <p:nvSpPr>
          <p:cNvPr id="12" name="Content Placeholder 2"/>
          <p:cNvSpPr>
            <a:spLocks noGrp="1"/>
          </p:cNvSpPr>
          <p:nvPr>
            <p:ph idx="17"/>
          </p:nvPr>
        </p:nvSpPr>
        <p:spPr>
          <a:xfrm>
            <a:off x="3339465" y="2969038"/>
            <a:ext cx="5530215" cy="1581912"/>
          </a:xfrm>
        </p:spPr>
        <p:txBody>
          <a:bodyPr/>
          <a:lstStyle>
            <a:lvl1pPr>
              <a:defRPr sz="1600"/>
            </a:lvl1pPr>
            <a:lvl2pPr>
              <a:defRPr sz="1300"/>
            </a:lvl2pPr>
          </a:lstStyle>
          <a:p>
            <a:pPr lvl="0"/>
            <a:r>
              <a:rPr lang="en-US" dirty="0"/>
              <a:t>Click to edit Master text styles</a:t>
            </a:r>
          </a:p>
          <a:p>
            <a:pPr lvl="1"/>
            <a:r>
              <a:rPr lang="en-US" dirty="0"/>
              <a:t>Second level</a:t>
            </a:r>
          </a:p>
          <a:p>
            <a:pPr lvl="2"/>
            <a:r>
              <a:rPr lang="en-US" dirty="0"/>
              <a:t>Third level</a:t>
            </a:r>
          </a:p>
        </p:txBody>
      </p:sp>
      <p:sp>
        <p:nvSpPr>
          <p:cNvPr id="13" name="Content Placeholder 2"/>
          <p:cNvSpPr>
            <a:spLocks noGrp="1"/>
          </p:cNvSpPr>
          <p:nvPr>
            <p:ph idx="18"/>
          </p:nvPr>
        </p:nvSpPr>
        <p:spPr>
          <a:xfrm>
            <a:off x="3339464" y="4665274"/>
            <a:ext cx="5530215" cy="1581912"/>
          </a:xfrm>
        </p:spPr>
        <p:txBody>
          <a:bodyPr/>
          <a:lstStyle>
            <a:lvl1pPr>
              <a:defRPr sz="1600"/>
            </a:lvl1pPr>
            <a:lvl2pPr>
              <a:defRPr sz="1300"/>
            </a:lvl2pPr>
          </a:lstStyle>
          <a:p>
            <a:pPr lvl="0"/>
            <a:r>
              <a:rPr lang="en-US" dirty="0"/>
              <a:t>Click to edit Master text styles</a:t>
            </a:r>
          </a:p>
          <a:p>
            <a:pPr lvl="1"/>
            <a:r>
              <a:rPr lang="en-US" dirty="0"/>
              <a:t>Second level</a:t>
            </a:r>
          </a:p>
          <a:p>
            <a:pPr lvl="2"/>
            <a:r>
              <a:rPr lang="en-US" dirty="0"/>
              <a:t>Third level</a:t>
            </a:r>
          </a:p>
        </p:txBody>
      </p:sp>
      <p:sp>
        <p:nvSpPr>
          <p:cNvPr id="5" name="Footer Placeholder 4"/>
          <p:cNvSpPr>
            <a:spLocks noGrp="1"/>
          </p:cNvSpPr>
          <p:nvPr>
            <p:ph type="ftr" sz="quarter" idx="19"/>
          </p:nvPr>
        </p:nvSpPr>
        <p:spPr/>
        <p:txBody>
          <a:bodyPr/>
          <a:lstStyle/>
          <a:p>
            <a:endParaRPr lang="en-US" dirty="0"/>
          </a:p>
        </p:txBody>
      </p:sp>
      <p:sp>
        <p:nvSpPr>
          <p:cNvPr id="6" name="Slide Number Placeholder 5"/>
          <p:cNvSpPr>
            <a:spLocks noGrp="1"/>
          </p:cNvSpPr>
          <p:nvPr>
            <p:ph type="sldNum" sz="quarter" idx="20"/>
          </p:nvPr>
        </p:nvSpPr>
        <p:spPr/>
        <p:txBody>
          <a:bodyPr/>
          <a:lstStyle/>
          <a:p>
            <a:fld id="{2066355A-084C-D24E-9AD2-7E4FC41EA627}" type="slidenum">
              <a:rPr lang="en-US" smtClean="0"/>
              <a:pPr/>
              <a:t>‹#›</a:t>
            </a:fld>
            <a:endParaRPr lang="en-US" dirty="0"/>
          </a:p>
        </p:txBody>
      </p:sp>
    </p:spTree>
    <p:extLst>
      <p:ext uri="{BB962C8B-B14F-4D97-AF65-F5344CB8AC3E}">
        <p14:creationId xmlns:p14="http://schemas.microsoft.com/office/powerpoint/2010/main" val="14592795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List (4)">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Content Placeholder 7"/>
          <p:cNvSpPr>
            <a:spLocks noGrp="1"/>
          </p:cNvSpPr>
          <p:nvPr>
            <p:ph sz="quarter" idx="14" hasCustomPrompt="1"/>
          </p:nvPr>
        </p:nvSpPr>
        <p:spPr>
          <a:xfrm>
            <a:off x="368300" y="1270000"/>
            <a:ext cx="2832100" cy="1143000"/>
          </a:xfrm>
          <a:solidFill>
            <a:schemeClr val="accent3">
              <a:lumMod val="10000"/>
            </a:schemeClr>
          </a:solidFill>
        </p:spPr>
        <p:txBody>
          <a:bodyPr anchor="ctr">
            <a:noAutofit/>
          </a:bodyPr>
          <a:lstStyle>
            <a:lvl1pPr marL="0" indent="0" algn="ctr">
              <a:buNone/>
              <a:defRPr sz="1400">
                <a:solidFill>
                  <a:schemeClr val="bg1"/>
                </a:solidFill>
              </a:defRPr>
            </a:lvl1pPr>
          </a:lstStyle>
          <a:p>
            <a:pPr lvl="0"/>
            <a:r>
              <a:rPr lang="en-US" dirty="0"/>
              <a:t>Text</a:t>
            </a:r>
          </a:p>
        </p:txBody>
      </p:sp>
      <p:sp>
        <p:nvSpPr>
          <p:cNvPr id="14" name="Content Placeholder 7"/>
          <p:cNvSpPr>
            <a:spLocks noGrp="1"/>
          </p:cNvSpPr>
          <p:nvPr>
            <p:ph sz="quarter" idx="15" hasCustomPrompt="1"/>
          </p:nvPr>
        </p:nvSpPr>
        <p:spPr>
          <a:xfrm>
            <a:off x="368300" y="2558577"/>
            <a:ext cx="2832100" cy="1143000"/>
          </a:xfrm>
          <a:solidFill>
            <a:schemeClr val="accent1">
              <a:lumMod val="75000"/>
            </a:schemeClr>
          </a:solidFill>
        </p:spPr>
        <p:txBody>
          <a:bodyPr anchor="ctr">
            <a:noAutofit/>
          </a:bodyPr>
          <a:lstStyle>
            <a:lvl1pPr marL="0" indent="0" algn="ctr">
              <a:buNone/>
              <a:defRPr sz="1400">
                <a:solidFill>
                  <a:schemeClr val="bg1"/>
                </a:solidFill>
              </a:defRPr>
            </a:lvl1pPr>
          </a:lstStyle>
          <a:p>
            <a:pPr lvl="0"/>
            <a:r>
              <a:rPr lang="en-US" dirty="0"/>
              <a:t>Text</a:t>
            </a:r>
          </a:p>
        </p:txBody>
      </p:sp>
      <p:sp>
        <p:nvSpPr>
          <p:cNvPr id="15" name="Content Placeholder 7"/>
          <p:cNvSpPr>
            <a:spLocks noGrp="1"/>
          </p:cNvSpPr>
          <p:nvPr>
            <p:ph sz="quarter" idx="16" hasCustomPrompt="1"/>
          </p:nvPr>
        </p:nvSpPr>
        <p:spPr>
          <a:xfrm>
            <a:off x="368300" y="3847154"/>
            <a:ext cx="2832100" cy="1143000"/>
          </a:xfrm>
          <a:solidFill>
            <a:schemeClr val="accent2"/>
          </a:solidFill>
        </p:spPr>
        <p:txBody>
          <a:bodyPr anchor="ctr">
            <a:noAutofit/>
          </a:bodyPr>
          <a:lstStyle>
            <a:lvl1pPr marL="0" indent="0" algn="ctr">
              <a:buNone/>
              <a:defRPr sz="1400">
                <a:solidFill>
                  <a:schemeClr val="bg1"/>
                </a:solidFill>
              </a:defRPr>
            </a:lvl1pPr>
          </a:lstStyle>
          <a:p>
            <a:pPr lvl="0"/>
            <a:r>
              <a:rPr lang="en-US" dirty="0"/>
              <a:t>Text</a:t>
            </a:r>
          </a:p>
        </p:txBody>
      </p:sp>
      <p:sp>
        <p:nvSpPr>
          <p:cNvPr id="16" name="Content Placeholder 7"/>
          <p:cNvSpPr>
            <a:spLocks noGrp="1"/>
          </p:cNvSpPr>
          <p:nvPr>
            <p:ph sz="quarter" idx="17" hasCustomPrompt="1"/>
          </p:nvPr>
        </p:nvSpPr>
        <p:spPr>
          <a:xfrm>
            <a:off x="368300" y="5118742"/>
            <a:ext cx="2832100" cy="1143000"/>
          </a:xfrm>
          <a:solidFill>
            <a:schemeClr val="accent3"/>
          </a:solidFill>
        </p:spPr>
        <p:txBody>
          <a:bodyPr anchor="ctr">
            <a:noAutofit/>
          </a:bodyPr>
          <a:lstStyle>
            <a:lvl1pPr marL="0" indent="0" algn="ctr">
              <a:buNone/>
              <a:defRPr sz="1400">
                <a:solidFill>
                  <a:schemeClr val="tx1"/>
                </a:solidFill>
              </a:defRPr>
            </a:lvl1pPr>
          </a:lstStyle>
          <a:p>
            <a:pPr lvl="0"/>
            <a:r>
              <a:rPr lang="en-US" dirty="0"/>
              <a:t>Text</a:t>
            </a:r>
          </a:p>
        </p:txBody>
      </p:sp>
      <p:sp>
        <p:nvSpPr>
          <p:cNvPr id="17" name="Content Placeholder 2"/>
          <p:cNvSpPr>
            <a:spLocks noGrp="1"/>
          </p:cNvSpPr>
          <p:nvPr>
            <p:ph idx="1"/>
          </p:nvPr>
        </p:nvSpPr>
        <p:spPr>
          <a:xfrm>
            <a:off x="3340099" y="1270000"/>
            <a:ext cx="5530215" cy="1143000"/>
          </a:xfrm>
        </p:spPr>
        <p:txBody>
          <a:bodyPr/>
          <a:lstStyle>
            <a:lvl1pPr marL="228600" indent="-228600">
              <a:tabLst>
                <a:tab pos="177800" algn="dec"/>
              </a:tabLst>
              <a:defRPr sz="1400"/>
            </a:lvl1pPr>
            <a:lvl2pPr marL="635000" indent="-177800">
              <a:defRPr sz="1000"/>
            </a:lvl2pPr>
          </a:lstStyle>
          <a:p>
            <a:pPr lvl="0"/>
            <a:r>
              <a:rPr lang="en-US" dirty="0"/>
              <a:t>Click to edit Master text styles</a:t>
            </a:r>
          </a:p>
          <a:p>
            <a:pPr lvl="1"/>
            <a:r>
              <a:rPr lang="en-US" dirty="0"/>
              <a:t>Second level</a:t>
            </a:r>
          </a:p>
        </p:txBody>
      </p:sp>
      <p:sp>
        <p:nvSpPr>
          <p:cNvPr id="24" name="Content Placeholder 2"/>
          <p:cNvSpPr>
            <a:spLocks noGrp="1"/>
          </p:cNvSpPr>
          <p:nvPr>
            <p:ph idx="18"/>
          </p:nvPr>
        </p:nvSpPr>
        <p:spPr>
          <a:xfrm>
            <a:off x="3340099" y="2558577"/>
            <a:ext cx="5530215" cy="1143000"/>
          </a:xfrm>
        </p:spPr>
        <p:txBody>
          <a:bodyPr/>
          <a:lstStyle>
            <a:lvl1pPr marL="228600" indent="-228600">
              <a:tabLst>
                <a:tab pos="177800" algn="dec"/>
              </a:tabLst>
              <a:defRPr sz="1400"/>
            </a:lvl1pPr>
            <a:lvl2pPr marL="635000" indent="-177800">
              <a:defRPr sz="1000"/>
            </a:lvl2pPr>
          </a:lstStyle>
          <a:p>
            <a:pPr lvl="0"/>
            <a:r>
              <a:rPr lang="en-US" dirty="0"/>
              <a:t>Click to edit Master text styles</a:t>
            </a:r>
          </a:p>
          <a:p>
            <a:pPr lvl="1"/>
            <a:r>
              <a:rPr lang="en-US" dirty="0"/>
              <a:t>Second level</a:t>
            </a:r>
          </a:p>
        </p:txBody>
      </p:sp>
      <p:sp>
        <p:nvSpPr>
          <p:cNvPr id="25" name="Content Placeholder 2"/>
          <p:cNvSpPr>
            <a:spLocks noGrp="1"/>
          </p:cNvSpPr>
          <p:nvPr>
            <p:ph idx="19"/>
          </p:nvPr>
        </p:nvSpPr>
        <p:spPr>
          <a:xfrm>
            <a:off x="3340099" y="3850907"/>
            <a:ext cx="5530215" cy="1143000"/>
          </a:xfrm>
        </p:spPr>
        <p:txBody>
          <a:bodyPr/>
          <a:lstStyle>
            <a:lvl1pPr marL="228600" indent="-228600">
              <a:tabLst>
                <a:tab pos="177800" algn="dec"/>
              </a:tabLst>
              <a:defRPr sz="1400"/>
            </a:lvl1pPr>
            <a:lvl2pPr marL="635000" indent="-177800">
              <a:defRPr sz="1000"/>
            </a:lvl2pPr>
          </a:lstStyle>
          <a:p>
            <a:pPr lvl="0"/>
            <a:r>
              <a:rPr lang="en-US" dirty="0"/>
              <a:t>Click to edit Master text styles</a:t>
            </a:r>
          </a:p>
          <a:p>
            <a:pPr lvl="1"/>
            <a:r>
              <a:rPr lang="en-US" dirty="0"/>
              <a:t>Second level</a:t>
            </a:r>
          </a:p>
        </p:txBody>
      </p:sp>
      <p:sp>
        <p:nvSpPr>
          <p:cNvPr id="26" name="Content Placeholder 2"/>
          <p:cNvSpPr>
            <a:spLocks noGrp="1"/>
          </p:cNvSpPr>
          <p:nvPr>
            <p:ph idx="20"/>
          </p:nvPr>
        </p:nvSpPr>
        <p:spPr>
          <a:xfrm>
            <a:off x="3339465" y="5118742"/>
            <a:ext cx="5530215" cy="1143000"/>
          </a:xfrm>
        </p:spPr>
        <p:txBody>
          <a:bodyPr/>
          <a:lstStyle>
            <a:lvl1pPr marL="228600" indent="-228600">
              <a:tabLst>
                <a:tab pos="177800" algn="dec"/>
              </a:tabLst>
              <a:defRPr sz="1400"/>
            </a:lvl1pPr>
            <a:lvl2pPr marL="635000" indent="-177800">
              <a:defRPr sz="1000"/>
            </a:lvl2pPr>
          </a:lstStyle>
          <a:p>
            <a:pPr lvl="0"/>
            <a:r>
              <a:rPr lang="en-US" dirty="0"/>
              <a:t>Click to edit Master text styles</a:t>
            </a:r>
          </a:p>
          <a:p>
            <a:pPr lvl="1"/>
            <a:r>
              <a:rPr lang="en-US" dirty="0"/>
              <a:t>Second level</a:t>
            </a:r>
          </a:p>
        </p:txBody>
      </p:sp>
      <p:sp>
        <p:nvSpPr>
          <p:cNvPr id="5" name="Footer Placeholder 4"/>
          <p:cNvSpPr>
            <a:spLocks noGrp="1"/>
          </p:cNvSpPr>
          <p:nvPr>
            <p:ph type="ftr" sz="quarter" idx="21"/>
          </p:nvPr>
        </p:nvSpPr>
        <p:spPr/>
        <p:txBody>
          <a:bodyPr/>
          <a:lstStyle/>
          <a:p>
            <a:endParaRPr lang="en-US" dirty="0"/>
          </a:p>
        </p:txBody>
      </p:sp>
      <p:sp>
        <p:nvSpPr>
          <p:cNvPr id="6" name="Slide Number Placeholder 5"/>
          <p:cNvSpPr>
            <a:spLocks noGrp="1"/>
          </p:cNvSpPr>
          <p:nvPr>
            <p:ph type="sldNum" sz="quarter" idx="22"/>
          </p:nvPr>
        </p:nvSpPr>
        <p:spPr/>
        <p:txBody>
          <a:bodyPr/>
          <a:lstStyle/>
          <a:p>
            <a:fld id="{2066355A-084C-D24E-9AD2-7E4FC41EA627}" type="slidenum">
              <a:rPr lang="en-US" smtClean="0"/>
              <a:pPr/>
              <a:t>‹#›</a:t>
            </a:fld>
            <a:endParaRPr lang="en-US" dirty="0"/>
          </a:p>
        </p:txBody>
      </p:sp>
    </p:spTree>
    <p:extLst>
      <p:ext uri="{BB962C8B-B14F-4D97-AF65-F5344CB8AC3E}">
        <p14:creationId xmlns:p14="http://schemas.microsoft.com/office/powerpoint/2010/main" val="10350973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ist (4) Callout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Content Placeholder 7"/>
          <p:cNvSpPr>
            <a:spLocks noGrp="1"/>
          </p:cNvSpPr>
          <p:nvPr>
            <p:ph sz="quarter" idx="14" hasCustomPrompt="1"/>
          </p:nvPr>
        </p:nvSpPr>
        <p:spPr>
          <a:xfrm>
            <a:off x="368300" y="1270000"/>
            <a:ext cx="2832100" cy="1024128"/>
          </a:xfrm>
          <a:solidFill>
            <a:schemeClr val="accent3">
              <a:lumMod val="10000"/>
            </a:schemeClr>
          </a:solidFill>
        </p:spPr>
        <p:txBody>
          <a:bodyPr anchor="ctr">
            <a:noAutofit/>
          </a:bodyPr>
          <a:lstStyle>
            <a:lvl1pPr marL="0" indent="0" algn="ctr">
              <a:buNone/>
              <a:defRPr sz="1200">
                <a:solidFill>
                  <a:schemeClr val="bg1"/>
                </a:solidFill>
              </a:defRPr>
            </a:lvl1pPr>
          </a:lstStyle>
          <a:p>
            <a:pPr lvl="0"/>
            <a:r>
              <a:rPr lang="en-US" dirty="0"/>
              <a:t>Text</a:t>
            </a:r>
          </a:p>
        </p:txBody>
      </p:sp>
      <p:sp>
        <p:nvSpPr>
          <p:cNvPr id="12" name="Content Placeholder 7"/>
          <p:cNvSpPr>
            <a:spLocks noGrp="1"/>
          </p:cNvSpPr>
          <p:nvPr>
            <p:ph sz="quarter" idx="15" hasCustomPrompt="1"/>
          </p:nvPr>
        </p:nvSpPr>
        <p:spPr>
          <a:xfrm>
            <a:off x="367030" y="2400368"/>
            <a:ext cx="2832100" cy="1024128"/>
          </a:xfrm>
          <a:solidFill>
            <a:schemeClr val="accent1">
              <a:lumMod val="75000"/>
            </a:schemeClr>
          </a:solidFill>
        </p:spPr>
        <p:txBody>
          <a:bodyPr anchor="ctr">
            <a:noAutofit/>
          </a:bodyPr>
          <a:lstStyle>
            <a:lvl1pPr marL="0" indent="0" algn="ctr">
              <a:buNone/>
              <a:defRPr sz="1200">
                <a:solidFill>
                  <a:schemeClr val="bg1"/>
                </a:solidFill>
              </a:defRPr>
            </a:lvl1pPr>
          </a:lstStyle>
          <a:p>
            <a:pPr lvl="0"/>
            <a:r>
              <a:rPr lang="en-US" dirty="0"/>
              <a:t>Text</a:t>
            </a:r>
          </a:p>
        </p:txBody>
      </p:sp>
      <p:sp>
        <p:nvSpPr>
          <p:cNvPr id="13" name="Content Placeholder 7"/>
          <p:cNvSpPr>
            <a:spLocks noGrp="1"/>
          </p:cNvSpPr>
          <p:nvPr>
            <p:ph sz="quarter" idx="16" hasCustomPrompt="1"/>
          </p:nvPr>
        </p:nvSpPr>
        <p:spPr>
          <a:xfrm>
            <a:off x="367030" y="3531018"/>
            <a:ext cx="2832100" cy="1024128"/>
          </a:xfrm>
          <a:solidFill>
            <a:schemeClr val="accent2"/>
          </a:solidFill>
        </p:spPr>
        <p:txBody>
          <a:bodyPr anchor="ctr">
            <a:noAutofit/>
          </a:bodyPr>
          <a:lstStyle>
            <a:lvl1pPr marL="0" indent="0" algn="ctr">
              <a:buNone/>
              <a:defRPr sz="1200">
                <a:solidFill>
                  <a:schemeClr val="bg1"/>
                </a:solidFill>
              </a:defRPr>
            </a:lvl1pPr>
          </a:lstStyle>
          <a:p>
            <a:pPr lvl="0"/>
            <a:r>
              <a:rPr lang="en-US" dirty="0"/>
              <a:t>Text</a:t>
            </a:r>
          </a:p>
        </p:txBody>
      </p:sp>
      <p:sp>
        <p:nvSpPr>
          <p:cNvPr id="14" name="Content Placeholder 7"/>
          <p:cNvSpPr>
            <a:spLocks noGrp="1"/>
          </p:cNvSpPr>
          <p:nvPr>
            <p:ph sz="quarter" idx="17" hasCustomPrompt="1"/>
          </p:nvPr>
        </p:nvSpPr>
        <p:spPr>
          <a:xfrm>
            <a:off x="367665" y="4662280"/>
            <a:ext cx="2832100" cy="1024128"/>
          </a:xfrm>
          <a:solidFill>
            <a:schemeClr val="accent3"/>
          </a:solidFill>
        </p:spPr>
        <p:txBody>
          <a:bodyPr anchor="ctr">
            <a:noAutofit/>
          </a:bodyPr>
          <a:lstStyle>
            <a:lvl1pPr marL="0" indent="0" algn="ctr">
              <a:buNone/>
              <a:defRPr sz="1200">
                <a:solidFill>
                  <a:srgbClr val="3F3F3F"/>
                </a:solidFill>
              </a:defRPr>
            </a:lvl1pPr>
          </a:lstStyle>
          <a:p>
            <a:pPr lvl="0"/>
            <a:r>
              <a:rPr lang="en-US" dirty="0"/>
              <a:t>Text</a:t>
            </a:r>
          </a:p>
        </p:txBody>
      </p:sp>
      <p:sp>
        <p:nvSpPr>
          <p:cNvPr id="16" name="Content Placeholder 2"/>
          <p:cNvSpPr>
            <a:spLocks noGrp="1"/>
          </p:cNvSpPr>
          <p:nvPr>
            <p:ph idx="1"/>
          </p:nvPr>
        </p:nvSpPr>
        <p:spPr>
          <a:xfrm>
            <a:off x="3340099" y="1267012"/>
            <a:ext cx="5530215" cy="1024128"/>
          </a:xfrm>
        </p:spPr>
        <p:txBody>
          <a:bodyPr/>
          <a:lstStyle>
            <a:lvl1pPr marL="228600" indent="-228600">
              <a:defRPr sz="1200"/>
            </a:lvl1pPr>
            <a:lvl2pPr marL="635000" indent="-177800">
              <a:defRPr sz="1000"/>
            </a:lvl2pPr>
            <a:lvl3pPr marL="914400" indent="0">
              <a:buNone/>
              <a:defRPr/>
            </a:lvl3pPr>
          </a:lstStyle>
          <a:p>
            <a:pPr lvl="0"/>
            <a:r>
              <a:rPr lang="en-US" dirty="0"/>
              <a:t>Click to edit Master text styles</a:t>
            </a:r>
          </a:p>
          <a:p>
            <a:pPr lvl="1"/>
            <a:r>
              <a:rPr lang="en-US" dirty="0"/>
              <a:t>Second level</a:t>
            </a:r>
          </a:p>
          <a:p>
            <a:pPr lvl="2"/>
            <a:endParaRPr lang="en-US" dirty="0"/>
          </a:p>
        </p:txBody>
      </p:sp>
      <p:sp>
        <p:nvSpPr>
          <p:cNvPr id="25" name="Content Placeholder 2"/>
          <p:cNvSpPr>
            <a:spLocks noGrp="1"/>
          </p:cNvSpPr>
          <p:nvPr>
            <p:ph idx="19"/>
          </p:nvPr>
        </p:nvSpPr>
        <p:spPr>
          <a:xfrm>
            <a:off x="3338829" y="2401262"/>
            <a:ext cx="5530215" cy="1024128"/>
          </a:xfrm>
        </p:spPr>
        <p:txBody>
          <a:bodyPr/>
          <a:lstStyle>
            <a:lvl1pPr marL="228600" indent="-228600">
              <a:defRPr sz="1200"/>
            </a:lvl1pPr>
            <a:lvl2pPr marL="635000" indent="-177800">
              <a:defRPr sz="1000"/>
            </a:lvl2pPr>
            <a:lvl3pPr marL="914400" indent="0">
              <a:buNone/>
              <a:defRPr/>
            </a:lvl3pPr>
          </a:lstStyle>
          <a:p>
            <a:pPr lvl="0"/>
            <a:r>
              <a:rPr lang="en-US" dirty="0"/>
              <a:t>Click to edit Master text styles</a:t>
            </a:r>
          </a:p>
          <a:p>
            <a:pPr lvl="1"/>
            <a:r>
              <a:rPr lang="en-US" dirty="0"/>
              <a:t>Second level</a:t>
            </a:r>
          </a:p>
          <a:p>
            <a:pPr lvl="2"/>
            <a:endParaRPr lang="en-US" dirty="0"/>
          </a:p>
        </p:txBody>
      </p:sp>
      <p:sp>
        <p:nvSpPr>
          <p:cNvPr id="26" name="Content Placeholder 2"/>
          <p:cNvSpPr>
            <a:spLocks noGrp="1"/>
          </p:cNvSpPr>
          <p:nvPr>
            <p:ph idx="20"/>
          </p:nvPr>
        </p:nvSpPr>
        <p:spPr>
          <a:xfrm>
            <a:off x="3338829" y="3528894"/>
            <a:ext cx="5530215" cy="1024128"/>
          </a:xfrm>
        </p:spPr>
        <p:txBody>
          <a:bodyPr/>
          <a:lstStyle>
            <a:lvl1pPr marL="228600" indent="-228600">
              <a:defRPr sz="1200"/>
            </a:lvl1pPr>
            <a:lvl2pPr marL="635000" indent="-177800">
              <a:defRPr sz="1000"/>
            </a:lvl2pPr>
            <a:lvl3pPr marL="914400" indent="0">
              <a:buNone/>
              <a:defRPr/>
            </a:lvl3pPr>
          </a:lstStyle>
          <a:p>
            <a:pPr lvl="0"/>
            <a:r>
              <a:rPr lang="en-US" dirty="0"/>
              <a:t>Click to edit Master text styles</a:t>
            </a:r>
          </a:p>
          <a:p>
            <a:pPr lvl="1"/>
            <a:r>
              <a:rPr lang="en-US" dirty="0"/>
              <a:t>Second level</a:t>
            </a:r>
          </a:p>
          <a:p>
            <a:pPr lvl="2"/>
            <a:endParaRPr lang="en-US" dirty="0"/>
          </a:p>
        </p:txBody>
      </p:sp>
      <p:sp>
        <p:nvSpPr>
          <p:cNvPr id="27" name="Content Placeholder 2"/>
          <p:cNvSpPr>
            <a:spLocks noGrp="1"/>
          </p:cNvSpPr>
          <p:nvPr>
            <p:ph idx="21"/>
          </p:nvPr>
        </p:nvSpPr>
        <p:spPr>
          <a:xfrm>
            <a:off x="3338829" y="4662280"/>
            <a:ext cx="5530215" cy="1024128"/>
          </a:xfrm>
        </p:spPr>
        <p:txBody>
          <a:bodyPr/>
          <a:lstStyle>
            <a:lvl1pPr marL="228600" indent="-228600">
              <a:defRPr sz="1200"/>
            </a:lvl1pPr>
            <a:lvl2pPr marL="635000" indent="-177800">
              <a:defRPr sz="1000"/>
            </a:lvl2pPr>
            <a:lvl3pPr marL="914400" indent="0">
              <a:buNone/>
              <a:defRPr/>
            </a:lvl3pPr>
          </a:lstStyle>
          <a:p>
            <a:pPr lvl="0"/>
            <a:r>
              <a:rPr lang="en-US" dirty="0"/>
              <a:t>Click to edit Master text styles</a:t>
            </a:r>
          </a:p>
          <a:p>
            <a:pPr lvl="1"/>
            <a:r>
              <a:rPr lang="en-US" dirty="0"/>
              <a:t>Second level</a:t>
            </a:r>
          </a:p>
          <a:p>
            <a:pPr lvl="2"/>
            <a:endParaRPr lang="en-US" dirty="0"/>
          </a:p>
        </p:txBody>
      </p:sp>
      <p:sp>
        <p:nvSpPr>
          <p:cNvPr id="5" name="Footer Placeholder 4"/>
          <p:cNvSpPr>
            <a:spLocks noGrp="1"/>
          </p:cNvSpPr>
          <p:nvPr>
            <p:ph type="ftr" sz="quarter" idx="23"/>
          </p:nvPr>
        </p:nvSpPr>
        <p:spPr/>
        <p:txBody>
          <a:bodyPr/>
          <a:lstStyle/>
          <a:p>
            <a:endParaRPr lang="en-US" dirty="0"/>
          </a:p>
        </p:txBody>
      </p:sp>
      <p:sp>
        <p:nvSpPr>
          <p:cNvPr id="6" name="Slide Number Placeholder 5"/>
          <p:cNvSpPr>
            <a:spLocks noGrp="1"/>
          </p:cNvSpPr>
          <p:nvPr>
            <p:ph type="sldNum" sz="quarter" idx="24"/>
          </p:nvPr>
        </p:nvSpPr>
        <p:spPr/>
        <p:txBody>
          <a:bodyPr/>
          <a:lstStyle/>
          <a:p>
            <a:fld id="{2066355A-084C-D24E-9AD2-7E4FC41EA627}" type="slidenum">
              <a:rPr lang="en-US" smtClean="0"/>
              <a:pPr/>
              <a:t>‹#›</a:t>
            </a:fld>
            <a:endParaRPr lang="en-US" dirty="0"/>
          </a:p>
        </p:txBody>
      </p:sp>
      <p:sp>
        <p:nvSpPr>
          <p:cNvPr id="17" name="Content Placeholder 5"/>
          <p:cNvSpPr>
            <a:spLocks noGrp="1"/>
          </p:cNvSpPr>
          <p:nvPr>
            <p:ph sz="quarter" idx="11" hasCustomPrompt="1"/>
          </p:nvPr>
        </p:nvSpPr>
        <p:spPr>
          <a:xfrm>
            <a:off x="368300" y="5797331"/>
            <a:ext cx="8501379" cy="498368"/>
          </a:xfrm>
          <a:solidFill>
            <a:schemeClr val="accent4">
              <a:lumMod val="20000"/>
              <a:lumOff val="80000"/>
            </a:schemeClr>
          </a:solidFill>
        </p:spPr>
        <p:txBody>
          <a:bodyPr anchor="ctr">
            <a:noAutofit/>
          </a:bodyPr>
          <a:lstStyle>
            <a:lvl1pPr marL="0" indent="0">
              <a:buNone/>
              <a:defRPr sz="1800" baseline="0">
                <a:solidFill>
                  <a:schemeClr val="tx1">
                    <a:lumMod val="50000"/>
                  </a:schemeClr>
                </a:solidFill>
              </a:defRPr>
            </a:lvl1pPr>
          </a:lstStyle>
          <a:p>
            <a:pPr lvl="0"/>
            <a:r>
              <a:rPr lang="en-US" dirty="0"/>
              <a:t>Callout Box</a:t>
            </a:r>
          </a:p>
        </p:txBody>
      </p:sp>
    </p:spTree>
    <p:extLst>
      <p:ext uri="{BB962C8B-B14F-4D97-AF65-F5344CB8AC3E}">
        <p14:creationId xmlns:p14="http://schemas.microsoft.com/office/powerpoint/2010/main" val="66225109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List (5)">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Content Placeholder 7"/>
          <p:cNvSpPr>
            <a:spLocks noGrp="1"/>
          </p:cNvSpPr>
          <p:nvPr>
            <p:ph sz="quarter" idx="14" hasCustomPrompt="1"/>
          </p:nvPr>
        </p:nvSpPr>
        <p:spPr>
          <a:xfrm>
            <a:off x="368300" y="1270000"/>
            <a:ext cx="2832100" cy="914400"/>
          </a:xfrm>
          <a:solidFill>
            <a:schemeClr val="accent3">
              <a:lumMod val="10000"/>
            </a:schemeClr>
          </a:solidFill>
        </p:spPr>
        <p:txBody>
          <a:bodyPr anchor="ctr">
            <a:noAutofit/>
          </a:bodyPr>
          <a:lstStyle>
            <a:lvl1pPr marL="0" indent="0" algn="ctr">
              <a:buNone/>
              <a:defRPr sz="1200">
                <a:solidFill>
                  <a:schemeClr val="bg1"/>
                </a:solidFill>
              </a:defRPr>
            </a:lvl1pPr>
          </a:lstStyle>
          <a:p>
            <a:pPr lvl="0"/>
            <a:r>
              <a:rPr lang="en-US" dirty="0"/>
              <a:t>Text</a:t>
            </a:r>
          </a:p>
        </p:txBody>
      </p:sp>
      <p:sp>
        <p:nvSpPr>
          <p:cNvPr id="12" name="Content Placeholder 7"/>
          <p:cNvSpPr>
            <a:spLocks noGrp="1"/>
          </p:cNvSpPr>
          <p:nvPr>
            <p:ph sz="quarter" idx="15" hasCustomPrompt="1"/>
          </p:nvPr>
        </p:nvSpPr>
        <p:spPr>
          <a:xfrm>
            <a:off x="368300" y="2298525"/>
            <a:ext cx="2832100" cy="914400"/>
          </a:xfrm>
          <a:solidFill>
            <a:schemeClr val="accent1">
              <a:lumMod val="75000"/>
            </a:schemeClr>
          </a:solidFill>
        </p:spPr>
        <p:txBody>
          <a:bodyPr anchor="ctr">
            <a:noAutofit/>
          </a:bodyPr>
          <a:lstStyle>
            <a:lvl1pPr marL="0" indent="0" algn="ctr">
              <a:buNone/>
              <a:defRPr sz="1200">
                <a:solidFill>
                  <a:schemeClr val="bg1"/>
                </a:solidFill>
              </a:defRPr>
            </a:lvl1pPr>
          </a:lstStyle>
          <a:p>
            <a:pPr lvl="0"/>
            <a:r>
              <a:rPr lang="en-US" dirty="0"/>
              <a:t>Text</a:t>
            </a:r>
          </a:p>
        </p:txBody>
      </p:sp>
      <p:sp>
        <p:nvSpPr>
          <p:cNvPr id="13" name="Content Placeholder 7"/>
          <p:cNvSpPr>
            <a:spLocks noGrp="1"/>
          </p:cNvSpPr>
          <p:nvPr>
            <p:ph sz="quarter" idx="16" hasCustomPrompt="1"/>
          </p:nvPr>
        </p:nvSpPr>
        <p:spPr>
          <a:xfrm>
            <a:off x="368300" y="3327050"/>
            <a:ext cx="2832100" cy="914400"/>
          </a:xfrm>
          <a:solidFill>
            <a:schemeClr val="accent2"/>
          </a:solidFill>
        </p:spPr>
        <p:txBody>
          <a:bodyPr anchor="ctr">
            <a:noAutofit/>
          </a:bodyPr>
          <a:lstStyle>
            <a:lvl1pPr marL="0" indent="0" algn="ctr">
              <a:buNone/>
              <a:defRPr sz="1200">
                <a:solidFill>
                  <a:schemeClr val="bg1"/>
                </a:solidFill>
              </a:defRPr>
            </a:lvl1pPr>
          </a:lstStyle>
          <a:p>
            <a:pPr lvl="0"/>
            <a:r>
              <a:rPr lang="en-US" dirty="0"/>
              <a:t>Text</a:t>
            </a:r>
          </a:p>
        </p:txBody>
      </p:sp>
      <p:sp>
        <p:nvSpPr>
          <p:cNvPr id="14" name="Content Placeholder 7"/>
          <p:cNvSpPr>
            <a:spLocks noGrp="1"/>
          </p:cNvSpPr>
          <p:nvPr>
            <p:ph sz="quarter" idx="17" hasCustomPrompt="1"/>
          </p:nvPr>
        </p:nvSpPr>
        <p:spPr>
          <a:xfrm>
            <a:off x="368300" y="4342700"/>
            <a:ext cx="2832100" cy="914400"/>
          </a:xfrm>
          <a:solidFill>
            <a:schemeClr val="accent3"/>
          </a:solidFill>
        </p:spPr>
        <p:txBody>
          <a:bodyPr anchor="ctr">
            <a:noAutofit/>
          </a:bodyPr>
          <a:lstStyle>
            <a:lvl1pPr marL="0" indent="0" algn="ctr">
              <a:buNone/>
              <a:defRPr sz="1200">
                <a:solidFill>
                  <a:srgbClr val="3F3F3F"/>
                </a:solidFill>
              </a:defRPr>
            </a:lvl1pPr>
          </a:lstStyle>
          <a:p>
            <a:pPr lvl="0"/>
            <a:r>
              <a:rPr lang="en-US" dirty="0"/>
              <a:t>Text</a:t>
            </a:r>
          </a:p>
        </p:txBody>
      </p:sp>
      <p:sp>
        <p:nvSpPr>
          <p:cNvPr id="15" name="Content Placeholder 7"/>
          <p:cNvSpPr>
            <a:spLocks noGrp="1"/>
          </p:cNvSpPr>
          <p:nvPr>
            <p:ph sz="quarter" idx="18" hasCustomPrompt="1"/>
          </p:nvPr>
        </p:nvSpPr>
        <p:spPr>
          <a:xfrm>
            <a:off x="368300" y="5335588"/>
            <a:ext cx="2832100" cy="914400"/>
          </a:xfrm>
          <a:solidFill>
            <a:schemeClr val="accent4">
              <a:lumMod val="20000"/>
              <a:lumOff val="80000"/>
            </a:schemeClr>
          </a:solidFill>
        </p:spPr>
        <p:txBody>
          <a:bodyPr anchor="ctr">
            <a:noAutofit/>
          </a:bodyPr>
          <a:lstStyle>
            <a:lvl1pPr marL="0" indent="0" algn="ctr">
              <a:buNone/>
              <a:defRPr sz="1200">
                <a:solidFill>
                  <a:srgbClr val="3F3F3F"/>
                </a:solidFill>
              </a:defRPr>
            </a:lvl1pPr>
          </a:lstStyle>
          <a:p>
            <a:pPr lvl="0"/>
            <a:r>
              <a:rPr lang="en-US" dirty="0"/>
              <a:t>Text</a:t>
            </a:r>
          </a:p>
        </p:txBody>
      </p:sp>
      <p:sp>
        <p:nvSpPr>
          <p:cNvPr id="16" name="Content Placeholder 2"/>
          <p:cNvSpPr>
            <a:spLocks noGrp="1"/>
          </p:cNvSpPr>
          <p:nvPr>
            <p:ph idx="1"/>
          </p:nvPr>
        </p:nvSpPr>
        <p:spPr>
          <a:xfrm>
            <a:off x="3340099" y="1270000"/>
            <a:ext cx="5530215" cy="914400"/>
          </a:xfrm>
        </p:spPr>
        <p:txBody>
          <a:bodyPr/>
          <a:lstStyle>
            <a:lvl1pPr marL="228600" indent="-228600">
              <a:defRPr sz="1200"/>
            </a:lvl1pPr>
            <a:lvl2pPr marL="635000" indent="-177800">
              <a:defRPr sz="1000"/>
            </a:lvl2pPr>
            <a:lvl3pPr marL="914400" indent="0">
              <a:buNone/>
              <a:defRPr/>
            </a:lvl3pPr>
          </a:lstStyle>
          <a:p>
            <a:pPr lvl="0"/>
            <a:r>
              <a:rPr lang="en-US" dirty="0"/>
              <a:t>Click to edit Master text styles</a:t>
            </a:r>
          </a:p>
          <a:p>
            <a:pPr lvl="1"/>
            <a:r>
              <a:rPr lang="en-US" dirty="0"/>
              <a:t>Second level</a:t>
            </a:r>
          </a:p>
          <a:p>
            <a:pPr lvl="2"/>
            <a:endParaRPr lang="en-US" dirty="0"/>
          </a:p>
        </p:txBody>
      </p:sp>
      <p:sp>
        <p:nvSpPr>
          <p:cNvPr id="25" name="Content Placeholder 2"/>
          <p:cNvSpPr>
            <a:spLocks noGrp="1"/>
          </p:cNvSpPr>
          <p:nvPr>
            <p:ph idx="19"/>
          </p:nvPr>
        </p:nvSpPr>
        <p:spPr>
          <a:xfrm>
            <a:off x="3340099" y="2299419"/>
            <a:ext cx="5530215" cy="914400"/>
          </a:xfrm>
        </p:spPr>
        <p:txBody>
          <a:bodyPr/>
          <a:lstStyle>
            <a:lvl1pPr marL="228600" indent="-228600">
              <a:defRPr sz="1200"/>
            </a:lvl1pPr>
            <a:lvl2pPr marL="635000" indent="-177800">
              <a:defRPr sz="1000"/>
            </a:lvl2pPr>
            <a:lvl3pPr marL="914400" indent="0">
              <a:buNone/>
              <a:defRPr/>
            </a:lvl3pPr>
          </a:lstStyle>
          <a:p>
            <a:pPr lvl="0"/>
            <a:r>
              <a:rPr lang="en-US" dirty="0"/>
              <a:t>Click to edit Master text styles</a:t>
            </a:r>
          </a:p>
          <a:p>
            <a:pPr lvl="1"/>
            <a:r>
              <a:rPr lang="en-US" dirty="0"/>
              <a:t>Second level</a:t>
            </a:r>
          </a:p>
          <a:p>
            <a:pPr lvl="2"/>
            <a:endParaRPr lang="en-US" dirty="0"/>
          </a:p>
        </p:txBody>
      </p:sp>
      <p:sp>
        <p:nvSpPr>
          <p:cNvPr id="26" name="Content Placeholder 2"/>
          <p:cNvSpPr>
            <a:spLocks noGrp="1"/>
          </p:cNvSpPr>
          <p:nvPr>
            <p:ph idx="20"/>
          </p:nvPr>
        </p:nvSpPr>
        <p:spPr>
          <a:xfrm>
            <a:off x="3340099" y="3324926"/>
            <a:ext cx="5530215" cy="914400"/>
          </a:xfrm>
        </p:spPr>
        <p:txBody>
          <a:bodyPr/>
          <a:lstStyle>
            <a:lvl1pPr marL="228600" indent="-228600">
              <a:defRPr sz="1200"/>
            </a:lvl1pPr>
            <a:lvl2pPr marL="635000" indent="-177800">
              <a:defRPr sz="1000"/>
            </a:lvl2pPr>
            <a:lvl3pPr marL="914400" indent="0">
              <a:buNone/>
              <a:defRPr/>
            </a:lvl3pPr>
          </a:lstStyle>
          <a:p>
            <a:pPr lvl="0"/>
            <a:r>
              <a:rPr lang="en-US" dirty="0"/>
              <a:t>Click to edit Master text styles</a:t>
            </a:r>
          </a:p>
          <a:p>
            <a:pPr lvl="1"/>
            <a:r>
              <a:rPr lang="en-US" dirty="0"/>
              <a:t>Second level</a:t>
            </a:r>
          </a:p>
          <a:p>
            <a:pPr lvl="2"/>
            <a:endParaRPr lang="en-US" dirty="0"/>
          </a:p>
        </p:txBody>
      </p:sp>
      <p:sp>
        <p:nvSpPr>
          <p:cNvPr id="27" name="Content Placeholder 2"/>
          <p:cNvSpPr>
            <a:spLocks noGrp="1"/>
          </p:cNvSpPr>
          <p:nvPr>
            <p:ph idx="21"/>
          </p:nvPr>
        </p:nvSpPr>
        <p:spPr>
          <a:xfrm>
            <a:off x="3339464" y="4342700"/>
            <a:ext cx="5530215" cy="914400"/>
          </a:xfrm>
        </p:spPr>
        <p:txBody>
          <a:bodyPr/>
          <a:lstStyle>
            <a:lvl1pPr marL="228600" indent="-228600">
              <a:defRPr sz="1200"/>
            </a:lvl1pPr>
            <a:lvl2pPr marL="635000" indent="-177800">
              <a:defRPr sz="1000"/>
            </a:lvl2pPr>
            <a:lvl3pPr marL="914400" indent="0">
              <a:buNone/>
              <a:defRPr/>
            </a:lvl3pPr>
          </a:lstStyle>
          <a:p>
            <a:pPr lvl="0"/>
            <a:r>
              <a:rPr lang="en-US" dirty="0"/>
              <a:t>Click to edit Master text styles</a:t>
            </a:r>
          </a:p>
          <a:p>
            <a:pPr lvl="1"/>
            <a:r>
              <a:rPr lang="en-US" dirty="0"/>
              <a:t>Second level</a:t>
            </a:r>
          </a:p>
          <a:p>
            <a:pPr lvl="2"/>
            <a:endParaRPr lang="en-US" dirty="0"/>
          </a:p>
        </p:txBody>
      </p:sp>
      <p:sp>
        <p:nvSpPr>
          <p:cNvPr id="28" name="Content Placeholder 2"/>
          <p:cNvSpPr>
            <a:spLocks noGrp="1"/>
          </p:cNvSpPr>
          <p:nvPr>
            <p:ph idx="22"/>
          </p:nvPr>
        </p:nvSpPr>
        <p:spPr>
          <a:xfrm>
            <a:off x="3339465" y="5338576"/>
            <a:ext cx="5530215" cy="914400"/>
          </a:xfrm>
        </p:spPr>
        <p:txBody>
          <a:bodyPr/>
          <a:lstStyle>
            <a:lvl1pPr marL="228600" indent="-228600">
              <a:defRPr sz="1200"/>
            </a:lvl1pPr>
            <a:lvl2pPr marL="635000" indent="-177800">
              <a:defRPr sz="1000"/>
            </a:lvl2pPr>
            <a:lvl3pPr marL="914400" indent="0">
              <a:buNone/>
              <a:defRPr/>
            </a:lvl3pPr>
          </a:lstStyle>
          <a:p>
            <a:pPr lvl="0"/>
            <a:r>
              <a:rPr lang="en-US" dirty="0"/>
              <a:t>Click to edit Master text styles</a:t>
            </a:r>
          </a:p>
          <a:p>
            <a:pPr lvl="1"/>
            <a:r>
              <a:rPr lang="en-US" dirty="0"/>
              <a:t>Second level</a:t>
            </a:r>
          </a:p>
          <a:p>
            <a:pPr lvl="2"/>
            <a:endParaRPr lang="en-US" dirty="0"/>
          </a:p>
        </p:txBody>
      </p:sp>
      <p:sp>
        <p:nvSpPr>
          <p:cNvPr id="5" name="Footer Placeholder 4"/>
          <p:cNvSpPr>
            <a:spLocks noGrp="1"/>
          </p:cNvSpPr>
          <p:nvPr>
            <p:ph type="ftr" sz="quarter" idx="23"/>
          </p:nvPr>
        </p:nvSpPr>
        <p:spPr/>
        <p:txBody>
          <a:bodyPr/>
          <a:lstStyle/>
          <a:p>
            <a:endParaRPr lang="en-US" dirty="0"/>
          </a:p>
        </p:txBody>
      </p:sp>
      <p:sp>
        <p:nvSpPr>
          <p:cNvPr id="6" name="Slide Number Placeholder 5"/>
          <p:cNvSpPr>
            <a:spLocks noGrp="1"/>
          </p:cNvSpPr>
          <p:nvPr>
            <p:ph type="sldNum" sz="quarter" idx="24"/>
          </p:nvPr>
        </p:nvSpPr>
        <p:spPr/>
        <p:txBody>
          <a:bodyPr/>
          <a:lstStyle/>
          <a:p>
            <a:fld id="{2066355A-084C-D24E-9AD2-7E4FC41EA627}" type="slidenum">
              <a:rPr lang="en-US" smtClean="0"/>
              <a:pPr/>
              <a:t>‹#›</a:t>
            </a:fld>
            <a:endParaRPr lang="en-US" dirty="0"/>
          </a:p>
        </p:txBody>
      </p:sp>
    </p:spTree>
    <p:extLst>
      <p:ext uri="{BB962C8B-B14F-4D97-AF65-F5344CB8AC3E}">
        <p14:creationId xmlns:p14="http://schemas.microsoft.com/office/powerpoint/2010/main" val="352078117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List (5) Callout Botto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7" name="Content Placeholder 7"/>
          <p:cNvSpPr>
            <a:spLocks noGrp="1"/>
          </p:cNvSpPr>
          <p:nvPr>
            <p:ph sz="quarter" idx="14" hasCustomPrompt="1"/>
          </p:nvPr>
        </p:nvSpPr>
        <p:spPr>
          <a:xfrm>
            <a:off x="368300" y="1270000"/>
            <a:ext cx="2832100" cy="822960"/>
          </a:xfrm>
          <a:solidFill>
            <a:schemeClr val="accent3">
              <a:lumMod val="10000"/>
            </a:schemeClr>
          </a:solidFill>
        </p:spPr>
        <p:txBody>
          <a:bodyPr anchor="ctr">
            <a:noAutofit/>
          </a:bodyPr>
          <a:lstStyle>
            <a:lvl1pPr marL="0" indent="0" algn="ctr">
              <a:buNone/>
              <a:defRPr sz="1200">
                <a:solidFill>
                  <a:schemeClr val="bg1"/>
                </a:solidFill>
              </a:defRPr>
            </a:lvl1pPr>
          </a:lstStyle>
          <a:p>
            <a:pPr lvl="0"/>
            <a:r>
              <a:rPr lang="en-US" dirty="0"/>
              <a:t>Text</a:t>
            </a:r>
          </a:p>
        </p:txBody>
      </p:sp>
      <p:sp>
        <p:nvSpPr>
          <p:cNvPr id="12" name="Content Placeholder 7"/>
          <p:cNvSpPr>
            <a:spLocks noGrp="1"/>
          </p:cNvSpPr>
          <p:nvPr>
            <p:ph sz="quarter" idx="15" hasCustomPrompt="1"/>
          </p:nvPr>
        </p:nvSpPr>
        <p:spPr>
          <a:xfrm>
            <a:off x="368300" y="2166899"/>
            <a:ext cx="2832100" cy="822960"/>
          </a:xfrm>
          <a:solidFill>
            <a:schemeClr val="accent1">
              <a:lumMod val="75000"/>
            </a:schemeClr>
          </a:solidFill>
        </p:spPr>
        <p:txBody>
          <a:bodyPr anchor="ctr">
            <a:noAutofit/>
          </a:bodyPr>
          <a:lstStyle>
            <a:lvl1pPr marL="0" indent="0" algn="ctr">
              <a:buNone/>
              <a:defRPr sz="1200">
                <a:solidFill>
                  <a:schemeClr val="bg1"/>
                </a:solidFill>
              </a:defRPr>
            </a:lvl1pPr>
          </a:lstStyle>
          <a:p>
            <a:pPr lvl="0"/>
            <a:r>
              <a:rPr lang="en-US" dirty="0"/>
              <a:t>Text</a:t>
            </a:r>
          </a:p>
        </p:txBody>
      </p:sp>
      <p:sp>
        <p:nvSpPr>
          <p:cNvPr id="13" name="Content Placeholder 7"/>
          <p:cNvSpPr>
            <a:spLocks noGrp="1"/>
          </p:cNvSpPr>
          <p:nvPr>
            <p:ph sz="quarter" idx="16" hasCustomPrompt="1"/>
          </p:nvPr>
        </p:nvSpPr>
        <p:spPr>
          <a:xfrm>
            <a:off x="367665" y="3065753"/>
            <a:ext cx="2832100" cy="822960"/>
          </a:xfrm>
          <a:solidFill>
            <a:schemeClr val="accent2"/>
          </a:solidFill>
        </p:spPr>
        <p:txBody>
          <a:bodyPr anchor="ctr">
            <a:noAutofit/>
          </a:bodyPr>
          <a:lstStyle>
            <a:lvl1pPr marL="0" indent="0" algn="ctr">
              <a:buNone/>
              <a:defRPr sz="1200">
                <a:solidFill>
                  <a:schemeClr val="bg1"/>
                </a:solidFill>
              </a:defRPr>
            </a:lvl1pPr>
          </a:lstStyle>
          <a:p>
            <a:pPr lvl="0"/>
            <a:r>
              <a:rPr lang="en-US" dirty="0"/>
              <a:t>Text</a:t>
            </a:r>
          </a:p>
        </p:txBody>
      </p:sp>
      <p:sp>
        <p:nvSpPr>
          <p:cNvPr id="14" name="Content Placeholder 7"/>
          <p:cNvSpPr>
            <a:spLocks noGrp="1"/>
          </p:cNvSpPr>
          <p:nvPr>
            <p:ph sz="quarter" idx="17" hasCustomPrompt="1"/>
          </p:nvPr>
        </p:nvSpPr>
        <p:spPr>
          <a:xfrm>
            <a:off x="367665" y="3977563"/>
            <a:ext cx="2832100" cy="822960"/>
          </a:xfrm>
          <a:solidFill>
            <a:schemeClr val="accent3"/>
          </a:solidFill>
        </p:spPr>
        <p:txBody>
          <a:bodyPr anchor="ctr">
            <a:noAutofit/>
          </a:bodyPr>
          <a:lstStyle>
            <a:lvl1pPr marL="0" indent="0" algn="ctr">
              <a:buNone/>
              <a:defRPr sz="1200">
                <a:solidFill>
                  <a:srgbClr val="3F3F3F"/>
                </a:solidFill>
              </a:defRPr>
            </a:lvl1pPr>
          </a:lstStyle>
          <a:p>
            <a:pPr lvl="0"/>
            <a:r>
              <a:rPr lang="en-US" dirty="0"/>
              <a:t>Text</a:t>
            </a:r>
          </a:p>
        </p:txBody>
      </p:sp>
      <p:sp>
        <p:nvSpPr>
          <p:cNvPr id="15" name="Content Placeholder 7"/>
          <p:cNvSpPr>
            <a:spLocks noGrp="1"/>
          </p:cNvSpPr>
          <p:nvPr>
            <p:ph sz="quarter" idx="18" hasCustomPrompt="1"/>
          </p:nvPr>
        </p:nvSpPr>
        <p:spPr>
          <a:xfrm>
            <a:off x="368934" y="4890435"/>
            <a:ext cx="2832100" cy="822960"/>
          </a:xfrm>
          <a:solidFill>
            <a:schemeClr val="accent4">
              <a:lumMod val="20000"/>
              <a:lumOff val="80000"/>
            </a:schemeClr>
          </a:solidFill>
        </p:spPr>
        <p:txBody>
          <a:bodyPr anchor="ctr">
            <a:noAutofit/>
          </a:bodyPr>
          <a:lstStyle>
            <a:lvl1pPr marL="0" indent="0" algn="ctr">
              <a:buNone/>
              <a:defRPr sz="1200">
                <a:solidFill>
                  <a:srgbClr val="3F3F3F"/>
                </a:solidFill>
              </a:defRPr>
            </a:lvl1pPr>
          </a:lstStyle>
          <a:p>
            <a:pPr lvl="0"/>
            <a:r>
              <a:rPr lang="en-US" dirty="0"/>
              <a:t>Text</a:t>
            </a:r>
          </a:p>
        </p:txBody>
      </p:sp>
      <p:sp>
        <p:nvSpPr>
          <p:cNvPr id="16" name="Content Placeholder 2"/>
          <p:cNvSpPr>
            <a:spLocks noGrp="1"/>
          </p:cNvSpPr>
          <p:nvPr>
            <p:ph idx="1"/>
          </p:nvPr>
        </p:nvSpPr>
        <p:spPr>
          <a:xfrm>
            <a:off x="3340099" y="1267012"/>
            <a:ext cx="5530215" cy="822960"/>
          </a:xfrm>
        </p:spPr>
        <p:txBody>
          <a:bodyPr/>
          <a:lstStyle>
            <a:lvl1pPr marL="228600" indent="-228600">
              <a:defRPr sz="1200"/>
            </a:lvl1pPr>
            <a:lvl2pPr marL="635000" indent="-177800">
              <a:defRPr sz="1000"/>
            </a:lvl2pPr>
            <a:lvl3pPr marL="914400" indent="0">
              <a:buNone/>
              <a:defRPr/>
            </a:lvl3pPr>
          </a:lstStyle>
          <a:p>
            <a:pPr lvl="0"/>
            <a:r>
              <a:rPr lang="en-US" dirty="0"/>
              <a:t>Click to edit Master text styles</a:t>
            </a:r>
          </a:p>
          <a:p>
            <a:pPr lvl="1"/>
            <a:r>
              <a:rPr lang="en-US" dirty="0"/>
              <a:t>Second level</a:t>
            </a:r>
          </a:p>
          <a:p>
            <a:pPr lvl="2"/>
            <a:endParaRPr lang="en-US" dirty="0"/>
          </a:p>
        </p:txBody>
      </p:sp>
      <p:sp>
        <p:nvSpPr>
          <p:cNvPr id="25" name="Content Placeholder 2"/>
          <p:cNvSpPr>
            <a:spLocks noGrp="1"/>
          </p:cNvSpPr>
          <p:nvPr>
            <p:ph idx="19"/>
          </p:nvPr>
        </p:nvSpPr>
        <p:spPr>
          <a:xfrm>
            <a:off x="3340099" y="2167793"/>
            <a:ext cx="5530215" cy="822960"/>
          </a:xfrm>
        </p:spPr>
        <p:txBody>
          <a:bodyPr/>
          <a:lstStyle>
            <a:lvl1pPr marL="228600" indent="-228600">
              <a:defRPr sz="1200"/>
            </a:lvl1pPr>
            <a:lvl2pPr marL="635000" indent="-177800">
              <a:defRPr sz="1000"/>
            </a:lvl2pPr>
            <a:lvl3pPr marL="914400" indent="0">
              <a:buNone/>
              <a:defRPr/>
            </a:lvl3pPr>
          </a:lstStyle>
          <a:p>
            <a:pPr lvl="0"/>
            <a:r>
              <a:rPr lang="en-US" dirty="0"/>
              <a:t>Click to edit Master text styles</a:t>
            </a:r>
          </a:p>
          <a:p>
            <a:pPr lvl="1"/>
            <a:r>
              <a:rPr lang="en-US" dirty="0"/>
              <a:t>Second level</a:t>
            </a:r>
          </a:p>
          <a:p>
            <a:pPr lvl="2"/>
            <a:endParaRPr lang="en-US" dirty="0"/>
          </a:p>
        </p:txBody>
      </p:sp>
      <p:sp>
        <p:nvSpPr>
          <p:cNvPr id="26" name="Content Placeholder 2"/>
          <p:cNvSpPr>
            <a:spLocks noGrp="1"/>
          </p:cNvSpPr>
          <p:nvPr>
            <p:ph idx="20"/>
          </p:nvPr>
        </p:nvSpPr>
        <p:spPr>
          <a:xfrm>
            <a:off x="3339464" y="3063629"/>
            <a:ext cx="5530215" cy="822960"/>
          </a:xfrm>
        </p:spPr>
        <p:txBody>
          <a:bodyPr/>
          <a:lstStyle>
            <a:lvl1pPr marL="228600" indent="-228600">
              <a:defRPr sz="1200"/>
            </a:lvl1pPr>
            <a:lvl2pPr marL="635000" indent="-177800">
              <a:defRPr sz="1000"/>
            </a:lvl2pPr>
            <a:lvl3pPr marL="914400" indent="0">
              <a:buNone/>
              <a:defRPr/>
            </a:lvl3pPr>
          </a:lstStyle>
          <a:p>
            <a:pPr lvl="0"/>
            <a:r>
              <a:rPr lang="en-US" dirty="0"/>
              <a:t>Click to edit Master text styles</a:t>
            </a:r>
          </a:p>
          <a:p>
            <a:pPr lvl="1"/>
            <a:r>
              <a:rPr lang="en-US" dirty="0"/>
              <a:t>Second level</a:t>
            </a:r>
          </a:p>
          <a:p>
            <a:pPr lvl="2"/>
            <a:endParaRPr lang="en-US" dirty="0"/>
          </a:p>
        </p:txBody>
      </p:sp>
      <p:sp>
        <p:nvSpPr>
          <p:cNvPr id="27" name="Content Placeholder 2"/>
          <p:cNvSpPr>
            <a:spLocks noGrp="1"/>
          </p:cNvSpPr>
          <p:nvPr>
            <p:ph idx="21"/>
          </p:nvPr>
        </p:nvSpPr>
        <p:spPr>
          <a:xfrm>
            <a:off x="3338829" y="3977563"/>
            <a:ext cx="5530215" cy="822960"/>
          </a:xfrm>
        </p:spPr>
        <p:txBody>
          <a:bodyPr/>
          <a:lstStyle>
            <a:lvl1pPr marL="228600" indent="-228600">
              <a:defRPr sz="1200"/>
            </a:lvl1pPr>
            <a:lvl2pPr marL="635000" indent="-177800">
              <a:defRPr sz="1000"/>
            </a:lvl2pPr>
            <a:lvl3pPr marL="914400" indent="0">
              <a:buNone/>
              <a:defRPr/>
            </a:lvl3pPr>
          </a:lstStyle>
          <a:p>
            <a:pPr lvl="0"/>
            <a:r>
              <a:rPr lang="en-US" dirty="0"/>
              <a:t>Click to edit Master text styles</a:t>
            </a:r>
          </a:p>
          <a:p>
            <a:pPr lvl="1"/>
            <a:r>
              <a:rPr lang="en-US" dirty="0"/>
              <a:t>Second level</a:t>
            </a:r>
          </a:p>
          <a:p>
            <a:pPr lvl="2"/>
            <a:endParaRPr lang="en-US" dirty="0"/>
          </a:p>
        </p:txBody>
      </p:sp>
      <p:sp>
        <p:nvSpPr>
          <p:cNvPr id="28" name="Content Placeholder 2"/>
          <p:cNvSpPr>
            <a:spLocks noGrp="1"/>
          </p:cNvSpPr>
          <p:nvPr>
            <p:ph idx="22"/>
          </p:nvPr>
        </p:nvSpPr>
        <p:spPr>
          <a:xfrm>
            <a:off x="3340099" y="4893423"/>
            <a:ext cx="5530215" cy="822960"/>
          </a:xfrm>
        </p:spPr>
        <p:txBody>
          <a:bodyPr/>
          <a:lstStyle>
            <a:lvl1pPr marL="228600" indent="-228600">
              <a:defRPr sz="1200"/>
            </a:lvl1pPr>
            <a:lvl2pPr marL="635000" indent="-177800">
              <a:defRPr sz="1000"/>
            </a:lvl2pPr>
            <a:lvl3pPr marL="914400" indent="0">
              <a:buNone/>
              <a:defRPr/>
            </a:lvl3pPr>
          </a:lstStyle>
          <a:p>
            <a:pPr lvl="0"/>
            <a:r>
              <a:rPr lang="en-US" dirty="0"/>
              <a:t>Click to edit Master text styles</a:t>
            </a:r>
          </a:p>
          <a:p>
            <a:pPr lvl="1"/>
            <a:r>
              <a:rPr lang="en-US" dirty="0"/>
              <a:t>Second level</a:t>
            </a:r>
          </a:p>
          <a:p>
            <a:pPr lvl="2"/>
            <a:endParaRPr lang="en-US" dirty="0"/>
          </a:p>
        </p:txBody>
      </p:sp>
      <p:sp>
        <p:nvSpPr>
          <p:cNvPr id="5" name="Footer Placeholder 4"/>
          <p:cNvSpPr>
            <a:spLocks noGrp="1"/>
          </p:cNvSpPr>
          <p:nvPr>
            <p:ph type="ftr" sz="quarter" idx="23"/>
          </p:nvPr>
        </p:nvSpPr>
        <p:spPr/>
        <p:txBody>
          <a:bodyPr/>
          <a:lstStyle/>
          <a:p>
            <a:endParaRPr lang="en-US" dirty="0"/>
          </a:p>
        </p:txBody>
      </p:sp>
      <p:sp>
        <p:nvSpPr>
          <p:cNvPr id="6" name="Slide Number Placeholder 5"/>
          <p:cNvSpPr>
            <a:spLocks noGrp="1"/>
          </p:cNvSpPr>
          <p:nvPr>
            <p:ph type="sldNum" sz="quarter" idx="24"/>
          </p:nvPr>
        </p:nvSpPr>
        <p:spPr/>
        <p:txBody>
          <a:bodyPr/>
          <a:lstStyle/>
          <a:p>
            <a:fld id="{2066355A-084C-D24E-9AD2-7E4FC41EA627}" type="slidenum">
              <a:rPr lang="en-US" smtClean="0"/>
              <a:pPr/>
              <a:t>‹#›</a:t>
            </a:fld>
            <a:endParaRPr lang="en-US" dirty="0"/>
          </a:p>
        </p:txBody>
      </p:sp>
      <p:sp>
        <p:nvSpPr>
          <p:cNvPr id="17" name="Content Placeholder 5"/>
          <p:cNvSpPr>
            <a:spLocks noGrp="1"/>
          </p:cNvSpPr>
          <p:nvPr>
            <p:ph sz="quarter" idx="11" hasCustomPrompt="1"/>
          </p:nvPr>
        </p:nvSpPr>
        <p:spPr>
          <a:xfrm>
            <a:off x="368300" y="5797331"/>
            <a:ext cx="8501379" cy="498368"/>
          </a:xfrm>
          <a:solidFill>
            <a:schemeClr val="accent1"/>
          </a:solidFill>
        </p:spPr>
        <p:txBody>
          <a:bodyPr anchor="ctr">
            <a:noAutofit/>
          </a:bodyPr>
          <a:lstStyle>
            <a:lvl1pPr marL="0" indent="0">
              <a:buNone/>
              <a:defRPr sz="1800" baseline="0">
                <a:solidFill>
                  <a:schemeClr val="bg1"/>
                </a:solidFill>
              </a:defRPr>
            </a:lvl1pPr>
          </a:lstStyle>
          <a:p>
            <a:pPr lvl="0"/>
            <a:r>
              <a:rPr lang="en-US" dirty="0"/>
              <a:t>Callout Box</a:t>
            </a:r>
          </a:p>
        </p:txBody>
      </p:sp>
    </p:spTree>
    <p:extLst>
      <p:ext uri="{BB962C8B-B14F-4D97-AF65-F5344CB8AC3E}">
        <p14:creationId xmlns:p14="http://schemas.microsoft.com/office/powerpoint/2010/main" val="247073881"/>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8353280" y="6356350"/>
            <a:ext cx="516400" cy="365124"/>
          </a:xfrm>
          <a:prstGeom prst="rect">
            <a:avLst/>
          </a:prstGeom>
        </p:spPr>
        <p:txBody>
          <a:bodyPr vert="horz" lIns="91440" tIns="45720" rIns="91440" bIns="45720" rtlCol="0" anchor="t"/>
          <a:lstStyle>
            <a:lvl1pPr algn="r">
              <a:defRPr sz="1000" b="0">
                <a:solidFill>
                  <a:srgbClr val="153B66"/>
                </a:solidFill>
                <a:latin typeface="Helvetica Light"/>
                <a:cs typeface="Helvetica Light"/>
              </a:defRPr>
            </a:lvl1pPr>
          </a:lstStyle>
          <a:p>
            <a:fld id="{2066355A-084C-D24E-9AD2-7E4FC41EA627}" type="slidenum">
              <a:rPr lang="en-US" smtClean="0"/>
              <a:pPr/>
              <a:t>‹#›</a:t>
            </a:fld>
            <a:endParaRPr lang="en-US" dirty="0"/>
          </a:p>
        </p:txBody>
      </p:sp>
      <p:sp>
        <p:nvSpPr>
          <p:cNvPr id="2" name="Title Placeholder 1"/>
          <p:cNvSpPr>
            <a:spLocks noGrp="1"/>
          </p:cNvSpPr>
          <p:nvPr>
            <p:ph type="title"/>
          </p:nvPr>
        </p:nvSpPr>
        <p:spPr>
          <a:xfrm>
            <a:off x="274319" y="507488"/>
            <a:ext cx="8595360" cy="65325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274320" y="1301703"/>
            <a:ext cx="8595360" cy="4961639"/>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cxnSp>
        <p:nvCxnSpPr>
          <p:cNvPr id="7" name="Straight Connector 6"/>
          <p:cNvCxnSpPr>
            <a:cxnSpLocks/>
          </p:cNvCxnSpPr>
          <p:nvPr userDrawn="1"/>
        </p:nvCxnSpPr>
        <p:spPr>
          <a:xfrm>
            <a:off x="8869680" y="6347009"/>
            <a:ext cx="0" cy="215807"/>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16" name="Footer Placeholder 15"/>
          <p:cNvSpPr>
            <a:spLocks noGrp="1"/>
          </p:cNvSpPr>
          <p:nvPr>
            <p:ph type="ftr" sz="quarter" idx="3"/>
          </p:nvPr>
        </p:nvSpPr>
        <p:spPr>
          <a:xfrm>
            <a:off x="1985211" y="6356350"/>
            <a:ext cx="5855917" cy="365125"/>
          </a:xfrm>
          <a:prstGeom prst="rect">
            <a:avLst/>
          </a:prstGeom>
        </p:spPr>
        <p:txBody>
          <a:bodyPr vert="horz" lIns="91440" tIns="45720" rIns="91440" bIns="45720" rtlCol="0" anchor="t"/>
          <a:lstStyle>
            <a:lvl1pPr algn="l">
              <a:defRPr sz="800" b="0" i="0">
                <a:solidFill>
                  <a:schemeClr val="tx1">
                    <a:lumMod val="50000"/>
                  </a:schemeClr>
                </a:solidFill>
                <a:latin typeface="Helvetica Light"/>
              </a:defRPr>
            </a:lvl1pPr>
          </a:lstStyle>
          <a:p>
            <a:endParaRPr lang="en-US" dirty="0"/>
          </a:p>
        </p:txBody>
      </p:sp>
      <p:cxnSp>
        <p:nvCxnSpPr>
          <p:cNvPr id="19" name="Straight Connector 18"/>
          <p:cNvCxnSpPr>
            <a:cxnSpLocks/>
          </p:cNvCxnSpPr>
          <p:nvPr userDrawn="1"/>
        </p:nvCxnSpPr>
        <p:spPr>
          <a:xfrm>
            <a:off x="261740" y="507488"/>
            <a:ext cx="0" cy="653254"/>
          </a:xfrm>
          <a:prstGeom prst="line">
            <a:avLst/>
          </a:prstGeom>
          <a:ln w="15875" cmpd="sng">
            <a:solidFill>
              <a:srgbClr val="4B4B4B"/>
            </a:solidFill>
            <a:prstDash val="solid"/>
          </a:ln>
          <a:effectLst/>
        </p:spPr>
        <p:style>
          <a:lnRef idx="2">
            <a:schemeClr val="accent1"/>
          </a:lnRef>
          <a:fillRef idx="0">
            <a:schemeClr val="accent1"/>
          </a:fillRef>
          <a:effectRef idx="1">
            <a:schemeClr val="accent1"/>
          </a:effectRef>
          <a:fontRef idx="minor">
            <a:schemeClr val="tx1"/>
          </a:fontRef>
        </p:style>
      </p:cxnSp>
      <p:cxnSp>
        <p:nvCxnSpPr>
          <p:cNvPr id="22" name="Straight Connector 21"/>
          <p:cNvCxnSpPr/>
          <p:nvPr userDrawn="1"/>
        </p:nvCxnSpPr>
        <p:spPr>
          <a:xfrm flipH="1">
            <a:off x="261740" y="366526"/>
            <a:ext cx="8620519"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3" name="TextBox 22"/>
          <p:cNvSpPr txBox="1"/>
          <p:nvPr userDrawn="1"/>
        </p:nvSpPr>
        <p:spPr>
          <a:xfrm>
            <a:off x="274320" y="177434"/>
            <a:ext cx="1449308" cy="187744"/>
          </a:xfrm>
          <a:prstGeom prst="rect">
            <a:avLst/>
          </a:prstGeom>
          <a:noFill/>
        </p:spPr>
        <p:txBody>
          <a:bodyPr wrap="none" lIns="18288" bIns="18288" rtlCol="0" anchor="b">
            <a:spAutoFit/>
          </a:bodyPr>
          <a:lstStyle/>
          <a:p>
            <a:r>
              <a:rPr lang="en-US" sz="800" dirty="0">
                <a:solidFill>
                  <a:srgbClr val="4B4B4B"/>
                </a:solidFill>
                <a:latin typeface="Helvetica Light"/>
                <a:cs typeface="Helvetica Light"/>
              </a:rPr>
              <a:t>TBC New Member Education</a:t>
            </a:r>
          </a:p>
        </p:txBody>
      </p:sp>
      <p:pic>
        <p:nvPicPr>
          <p:cNvPr id="14" name="Shape 13" descr="Screen Shot 2016-08-21 at 10.24.47 PM.png">
            <a:extLst>
              <a:ext uri="{FF2B5EF4-FFF2-40B4-BE49-F238E27FC236}">
                <a16:creationId xmlns:a16="http://schemas.microsoft.com/office/drawing/2014/main" id="{65E2B94D-AB83-46F9-A4BA-96D6F4AF9DAF}"/>
              </a:ext>
            </a:extLst>
          </p:cNvPr>
          <p:cNvPicPr preferRelativeResize="0"/>
          <p:nvPr userDrawn="1"/>
        </p:nvPicPr>
        <p:blipFill rotWithShape="1">
          <a:blip r:embed="rId33">
            <a:alphaModFix/>
          </a:blip>
          <a:srcRect/>
          <a:stretch/>
        </p:blipFill>
        <p:spPr>
          <a:xfrm>
            <a:off x="261740" y="6389266"/>
            <a:ext cx="1520757" cy="299291"/>
          </a:xfrm>
          <a:prstGeom prst="rect">
            <a:avLst/>
          </a:prstGeom>
          <a:noFill/>
          <a:ln>
            <a:noFill/>
          </a:ln>
        </p:spPr>
      </p:pic>
    </p:spTree>
    <p:extLst>
      <p:ext uri="{BB962C8B-B14F-4D97-AF65-F5344CB8AC3E}">
        <p14:creationId xmlns:p14="http://schemas.microsoft.com/office/powerpoint/2010/main" val="3693843513"/>
      </p:ext>
    </p:extLst>
  </p:cSld>
  <p:clrMap bg1="lt1" tx1="dk1" bg2="lt2" tx2="dk2" accent1="accent1" accent2="accent2" accent3="accent3" accent4="accent4" accent5="accent5" accent6="accent6" hlink="hlink" folHlink="folHlink"/>
  <p:sldLayoutIdLst>
    <p:sldLayoutId id="2147493480" r:id="rId1"/>
    <p:sldLayoutId id="2147493456" r:id="rId2"/>
    <p:sldLayoutId id="2147493458" r:id="rId3"/>
    <p:sldLayoutId id="2147493477" r:id="rId4"/>
    <p:sldLayoutId id="2147493486" r:id="rId5"/>
    <p:sldLayoutId id="2147493457" r:id="rId6"/>
    <p:sldLayoutId id="2147493459" r:id="rId7"/>
    <p:sldLayoutId id="2147493467" r:id="rId8"/>
    <p:sldLayoutId id="2147493483" r:id="rId9"/>
    <p:sldLayoutId id="2147493463" r:id="rId10"/>
    <p:sldLayoutId id="2147493461" r:id="rId11"/>
    <p:sldLayoutId id="2147493488" r:id="rId12"/>
    <p:sldLayoutId id="2147493484" r:id="rId13"/>
    <p:sldLayoutId id="2147493469" r:id="rId14"/>
    <p:sldLayoutId id="2147493479" r:id="rId15"/>
    <p:sldLayoutId id="2147493473" r:id="rId16"/>
    <p:sldLayoutId id="2147493489" r:id="rId17"/>
    <p:sldLayoutId id="2147493472" r:id="rId18"/>
    <p:sldLayoutId id="2147493485" r:id="rId19"/>
    <p:sldLayoutId id="2147493471" r:id="rId20"/>
    <p:sldLayoutId id="2147493474" r:id="rId21"/>
    <p:sldLayoutId id="2147493462" r:id="rId22"/>
    <p:sldLayoutId id="2147493478" r:id="rId23"/>
    <p:sldLayoutId id="2147493468" r:id="rId24"/>
    <p:sldLayoutId id="2147493481" r:id="rId25"/>
    <p:sldLayoutId id="2147493482" r:id="rId26"/>
    <p:sldLayoutId id="2147493464" r:id="rId27"/>
    <p:sldLayoutId id="2147493465" r:id="rId28"/>
    <p:sldLayoutId id="2147493475" r:id="rId29"/>
    <p:sldLayoutId id="2147493466" r:id="rId30"/>
    <p:sldLayoutId id="2147493470" r:id="rId31"/>
  </p:sldLayoutIdLst>
  <p:hf hdr="0" dt="0"/>
  <p:txStyles>
    <p:titleStyle>
      <a:lvl1pPr algn="l" defTabSz="457200" rtl="0" eaLnBrk="1" latinLnBrk="0" hangingPunct="1">
        <a:spcBef>
          <a:spcPct val="0"/>
        </a:spcBef>
        <a:buNone/>
        <a:defRPr sz="3200" kern="1200">
          <a:solidFill>
            <a:schemeClr val="tx1"/>
          </a:solidFill>
          <a:latin typeface="Helvetica Light"/>
          <a:ea typeface="+mj-ea"/>
          <a:cs typeface="Helvetica Light"/>
        </a:defRPr>
      </a:lvl1pPr>
    </p:titleStyle>
    <p:bodyStyle>
      <a:lvl1pPr marL="342900" indent="-342900" algn="l" defTabSz="457200" rtl="0" eaLnBrk="1" latinLnBrk="0" hangingPunct="1">
        <a:spcBef>
          <a:spcPts val="100"/>
        </a:spcBef>
        <a:spcAft>
          <a:spcPts val="200"/>
        </a:spcAft>
        <a:buClr>
          <a:schemeClr val="accent2"/>
        </a:buClr>
        <a:buSzPct val="100000"/>
        <a:buFontTx/>
        <a:buChar char="&gt;"/>
        <a:defRPr sz="1600" kern="1200">
          <a:solidFill>
            <a:schemeClr val="tx1"/>
          </a:solidFill>
          <a:latin typeface="Helvetica Light"/>
          <a:ea typeface="+mn-ea"/>
          <a:cs typeface="Helvetica Light"/>
        </a:defRPr>
      </a:lvl1pPr>
      <a:lvl2pPr marL="742950" indent="-285750" algn="l" defTabSz="457200" rtl="0" eaLnBrk="1" latinLnBrk="0" hangingPunct="1">
        <a:spcBef>
          <a:spcPts val="100"/>
        </a:spcBef>
        <a:spcAft>
          <a:spcPts val="200"/>
        </a:spcAft>
        <a:buClr>
          <a:srgbClr val="153B66"/>
        </a:buClr>
        <a:buFont typeface="Arial"/>
        <a:buChar char="–"/>
        <a:defRPr sz="1300" kern="1200">
          <a:solidFill>
            <a:schemeClr val="tx1"/>
          </a:solidFill>
          <a:latin typeface="Helvetica Light"/>
          <a:ea typeface="+mn-ea"/>
          <a:cs typeface="Helvetica Light"/>
        </a:defRPr>
      </a:lvl2pPr>
      <a:lvl3pPr marL="1143000" indent="-228600" algn="l" defTabSz="457200" rtl="0" eaLnBrk="1" latinLnBrk="0" hangingPunct="1">
        <a:spcBef>
          <a:spcPts val="100"/>
        </a:spcBef>
        <a:spcAft>
          <a:spcPts val="200"/>
        </a:spcAft>
        <a:buClr>
          <a:schemeClr val="tx1">
            <a:lumMod val="60000"/>
            <a:lumOff val="40000"/>
          </a:schemeClr>
        </a:buClr>
        <a:buFont typeface="Wingdings" charset="2"/>
        <a:buChar char="§"/>
        <a:defRPr sz="1300" kern="1200">
          <a:solidFill>
            <a:schemeClr val="tx1"/>
          </a:solidFill>
          <a:latin typeface="Helvetica Light"/>
          <a:ea typeface="+mn-ea"/>
          <a:cs typeface="Helvetica Light"/>
        </a:defRPr>
      </a:lvl3pPr>
      <a:lvl4pPr marL="1600200" indent="-228600" algn="l" defTabSz="457200" rtl="0" eaLnBrk="1" latinLnBrk="0" hangingPunct="1">
        <a:spcBef>
          <a:spcPts val="300"/>
        </a:spcBef>
        <a:spcAft>
          <a:spcPts val="600"/>
        </a:spcAft>
        <a:buFont typeface="Arial"/>
        <a:buChar char="–"/>
        <a:defRPr sz="1200" kern="1200">
          <a:solidFill>
            <a:schemeClr val="tx1"/>
          </a:solidFill>
          <a:latin typeface="Helvetica Light"/>
          <a:ea typeface="+mn-ea"/>
          <a:cs typeface="Helvetica Light"/>
        </a:defRPr>
      </a:lvl4pPr>
      <a:lvl5pPr marL="2057400" indent="-228600" algn="l" defTabSz="457200" rtl="0" eaLnBrk="1" latinLnBrk="0" hangingPunct="1">
        <a:spcBef>
          <a:spcPts val="300"/>
        </a:spcBef>
        <a:spcAft>
          <a:spcPts val="600"/>
        </a:spcAft>
        <a:buFont typeface="Arial"/>
        <a:buChar char="»"/>
        <a:defRPr sz="1200" kern="1200">
          <a:solidFill>
            <a:schemeClr val="tx1"/>
          </a:solidFill>
          <a:latin typeface="Helvetica Light"/>
          <a:ea typeface="+mn-ea"/>
          <a:cs typeface="Helvetica Light"/>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27D709-1692-7547-8044-1E8D30D16245}"/>
              </a:ext>
            </a:extLst>
          </p:cNvPr>
          <p:cNvSpPr>
            <a:spLocks noGrp="1"/>
          </p:cNvSpPr>
          <p:nvPr>
            <p:ph type="ctrTitle"/>
          </p:nvPr>
        </p:nvSpPr>
        <p:spPr/>
        <p:txBody>
          <a:bodyPr/>
          <a:lstStyle/>
          <a:p>
            <a:r>
              <a:rPr lang="en-US" dirty="0"/>
              <a:t>Review</a:t>
            </a:r>
          </a:p>
        </p:txBody>
      </p:sp>
      <p:sp>
        <p:nvSpPr>
          <p:cNvPr id="3" name="Subtitle 2">
            <a:extLst>
              <a:ext uri="{FF2B5EF4-FFF2-40B4-BE49-F238E27FC236}">
                <a16:creationId xmlns:a16="http://schemas.microsoft.com/office/drawing/2014/main" id="{ED5CCC3C-0E31-C545-AF50-6CFCB65A7095}"/>
              </a:ext>
            </a:extLst>
          </p:cNvPr>
          <p:cNvSpPr>
            <a:spLocks noGrp="1"/>
          </p:cNvSpPr>
          <p:nvPr>
            <p:ph type="subTitle" idx="1"/>
          </p:nvPr>
        </p:nvSpPr>
        <p:spPr/>
        <p:txBody>
          <a:bodyPr/>
          <a:lstStyle/>
          <a:p>
            <a:r>
              <a:rPr lang="en-US" dirty="0"/>
              <a:t>TBC New Member Education 2021</a:t>
            </a:r>
          </a:p>
        </p:txBody>
      </p:sp>
      <p:sp>
        <p:nvSpPr>
          <p:cNvPr id="4" name="Text Placeholder 3">
            <a:extLst>
              <a:ext uri="{FF2B5EF4-FFF2-40B4-BE49-F238E27FC236}">
                <a16:creationId xmlns:a16="http://schemas.microsoft.com/office/drawing/2014/main" id="{A3CA7CB4-E8EF-8342-8B96-F8ED8C5756F4}"/>
              </a:ext>
            </a:extLst>
          </p:cNvPr>
          <p:cNvSpPr>
            <a:spLocks noGrp="1"/>
          </p:cNvSpPr>
          <p:nvPr>
            <p:ph type="body" sz="quarter" idx="10"/>
          </p:nvPr>
        </p:nvSpPr>
        <p:spPr/>
        <p:txBody>
          <a:bodyPr/>
          <a:lstStyle/>
          <a:p>
            <a:endParaRPr lang="en-US" dirty="0"/>
          </a:p>
        </p:txBody>
      </p:sp>
      <p:sp>
        <p:nvSpPr>
          <p:cNvPr id="5" name="Footer Placeholder 4">
            <a:extLst>
              <a:ext uri="{FF2B5EF4-FFF2-40B4-BE49-F238E27FC236}">
                <a16:creationId xmlns:a16="http://schemas.microsoft.com/office/drawing/2014/main" id="{55EF1419-DA8B-1243-B96F-549EAB9EE0D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C1AC0AD-5B03-854A-9B71-4BCD2B11058F}"/>
              </a:ext>
            </a:extLst>
          </p:cNvPr>
          <p:cNvSpPr>
            <a:spLocks noGrp="1"/>
          </p:cNvSpPr>
          <p:nvPr>
            <p:ph type="sldNum" sz="quarter" idx="12"/>
          </p:nvPr>
        </p:nvSpPr>
        <p:spPr/>
        <p:txBody>
          <a:bodyPr/>
          <a:lstStyle/>
          <a:p>
            <a:fld id="{2066355A-084C-D24E-9AD2-7E4FC41EA627}" type="slidenum">
              <a:rPr lang="en-US" smtClean="0"/>
              <a:pPr/>
              <a:t>1</a:t>
            </a:fld>
            <a:endParaRPr lang="en-US" dirty="0"/>
          </a:p>
        </p:txBody>
      </p:sp>
    </p:spTree>
    <p:extLst>
      <p:ext uri="{BB962C8B-B14F-4D97-AF65-F5344CB8AC3E}">
        <p14:creationId xmlns:p14="http://schemas.microsoft.com/office/powerpoint/2010/main" val="1194230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61D16AE-285E-430A-B1F4-C4EE73FB3C93}"/>
              </a:ext>
            </a:extLst>
          </p:cNvPr>
          <p:cNvSpPr>
            <a:spLocks noGrp="1"/>
          </p:cNvSpPr>
          <p:nvPr>
            <p:ph idx="1"/>
          </p:nvPr>
        </p:nvSpPr>
        <p:spPr/>
        <p:txBody>
          <a:bodyPr/>
          <a:lstStyle/>
          <a:p>
            <a:r>
              <a:rPr lang="en-US" dirty="0"/>
              <a:t>Know basic terms on the three statements (ex: What does shareholder’s equity mean, what is EBITDA, what is gross profit)</a:t>
            </a:r>
          </a:p>
          <a:p>
            <a:r>
              <a:rPr lang="en-US" dirty="0"/>
              <a:t>Be able to do three statement problems</a:t>
            </a:r>
          </a:p>
          <a:p>
            <a:r>
              <a:rPr lang="en-US" dirty="0"/>
              <a:t>Know intuition behind solvency ratios, liquidity ratios, etc. </a:t>
            </a:r>
          </a:p>
          <a:p>
            <a:pPr marL="0" indent="0">
              <a:buNone/>
            </a:pPr>
            <a:endParaRPr lang="en-US" dirty="0"/>
          </a:p>
        </p:txBody>
      </p:sp>
      <p:sp>
        <p:nvSpPr>
          <p:cNvPr id="3" name="Footer Placeholder 2">
            <a:extLst>
              <a:ext uri="{FF2B5EF4-FFF2-40B4-BE49-F238E27FC236}">
                <a16:creationId xmlns:a16="http://schemas.microsoft.com/office/drawing/2014/main" id="{79C4EFDB-2E7C-4724-87AE-2A5C9295F454}"/>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11E61105-CC53-4DA5-8CD4-5CAD21803DEC}"/>
              </a:ext>
            </a:extLst>
          </p:cNvPr>
          <p:cNvSpPr>
            <a:spLocks noGrp="1"/>
          </p:cNvSpPr>
          <p:nvPr>
            <p:ph type="sldNum" sz="quarter" idx="11"/>
          </p:nvPr>
        </p:nvSpPr>
        <p:spPr/>
        <p:txBody>
          <a:bodyPr/>
          <a:lstStyle/>
          <a:p>
            <a:fld id="{2066355A-084C-D24E-9AD2-7E4FC41EA627}" type="slidenum">
              <a:rPr lang="en-US" smtClean="0"/>
              <a:pPr/>
              <a:t>2</a:t>
            </a:fld>
            <a:endParaRPr lang="en-US" dirty="0"/>
          </a:p>
        </p:txBody>
      </p:sp>
      <p:sp>
        <p:nvSpPr>
          <p:cNvPr id="5" name="Title 4">
            <a:extLst>
              <a:ext uri="{FF2B5EF4-FFF2-40B4-BE49-F238E27FC236}">
                <a16:creationId xmlns:a16="http://schemas.microsoft.com/office/drawing/2014/main" id="{0FF20668-70A8-49D6-BF04-9AED9F2FC9D5}"/>
              </a:ext>
            </a:extLst>
          </p:cNvPr>
          <p:cNvSpPr>
            <a:spLocks noGrp="1"/>
          </p:cNvSpPr>
          <p:nvPr>
            <p:ph type="title"/>
          </p:nvPr>
        </p:nvSpPr>
        <p:spPr/>
        <p:txBody>
          <a:bodyPr/>
          <a:lstStyle/>
          <a:p>
            <a:r>
              <a:rPr lang="en-US" dirty="0"/>
              <a:t>Accounting</a:t>
            </a:r>
          </a:p>
        </p:txBody>
      </p:sp>
    </p:spTree>
    <p:extLst>
      <p:ext uri="{BB962C8B-B14F-4D97-AF65-F5344CB8AC3E}">
        <p14:creationId xmlns:p14="http://schemas.microsoft.com/office/powerpoint/2010/main" val="9335036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AD6C883F-03CE-43A2-9F4D-F91853B9E795}"/>
              </a:ext>
            </a:extLst>
          </p:cNvPr>
          <p:cNvSpPr>
            <a:spLocks noGrp="1"/>
          </p:cNvSpPr>
          <p:nvPr>
            <p:ph idx="1"/>
          </p:nvPr>
        </p:nvSpPr>
        <p:spPr/>
        <p:txBody>
          <a:bodyPr>
            <a:normAutofit/>
          </a:bodyPr>
          <a:lstStyle/>
          <a:p>
            <a:pPr marL="0" indent="0">
              <a:buNone/>
            </a:pPr>
            <a:r>
              <a:rPr lang="en-US" sz="1800" dirty="0"/>
              <a:t>Period One: You purchase $20 of inventory with debt. </a:t>
            </a:r>
          </a:p>
          <a:p>
            <a:pPr marL="0" indent="0">
              <a:buNone/>
            </a:pPr>
            <a:endParaRPr lang="en-US" sz="1800" dirty="0"/>
          </a:p>
          <a:p>
            <a:pPr marL="0" indent="0">
              <a:buNone/>
            </a:pPr>
            <a:r>
              <a:rPr lang="en-US" sz="1800" dirty="0"/>
              <a:t>Period Two: You sell the inventory for $30. Ignore the interest rate on the debt you took. Assume a 20% tax rate. </a:t>
            </a:r>
          </a:p>
          <a:p>
            <a:pPr marL="0" indent="0">
              <a:buNone/>
            </a:pPr>
            <a:endParaRPr lang="en-US" sz="1800" dirty="0"/>
          </a:p>
          <a:p>
            <a:pPr marL="0" indent="0">
              <a:buNone/>
            </a:pPr>
            <a:endParaRPr lang="en-US" sz="1800" dirty="0"/>
          </a:p>
        </p:txBody>
      </p:sp>
      <p:sp>
        <p:nvSpPr>
          <p:cNvPr id="3" name="Footer Placeholder 2">
            <a:extLst>
              <a:ext uri="{FF2B5EF4-FFF2-40B4-BE49-F238E27FC236}">
                <a16:creationId xmlns:a16="http://schemas.microsoft.com/office/drawing/2014/main" id="{35C7B044-6FF1-45FF-98F8-241E1AB04777}"/>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04560911-510D-4EEC-80DE-75D51DD7BE78}"/>
              </a:ext>
            </a:extLst>
          </p:cNvPr>
          <p:cNvSpPr>
            <a:spLocks noGrp="1"/>
          </p:cNvSpPr>
          <p:nvPr>
            <p:ph type="sldNum" sz="quarter" idx="11"/>
          </p:nvPr>
        </p:nvSpPr>
        <p:spPr/>
        <p:txBody>
          <a:bodyPr/>
          <a:lstStyle/>
          <a:p>
            <a:fld id="{2066355A-084C-D24E-9AD2-7E4FC41EA627}" type="slidenum">
              <a:rPr lang="en-US" smtClean="0"/>
              <a:pPr/>
              <a:t>3</a:t>
            </a:fld>
            <a:endParaRPr lang="en-US" dirty="0"/>
          </a:p>
        </p:txBody>
      </p:sp>
      <p:sp>
        <p:nvSpPr>
          <p:cNvPr id="5" name="Title 4">
            <a:extLst>
              <a:ext uri="{FF2B5EF4-FFF2-40B4-BE49-F238E27FC236}">
                <a16:creationId xmlns:a16="http://schemas.microsoft.com/office/drawing/2014/main" id="{350095EB-396B-4E2F-B3D4-1E2EAE906499}"/>
              </a:ext>
            </a:extLst>
          </p:cNvPr>
          <p:cNvSpPr>
            <a:spLocks noGrp="1"/>
          </p:cNvSpPr>
          <p:nvPr>
            <p:ph type="title"/>
          </p:nvPr>
        </p:nvSpPr>
        <p:spPr/>
        <p:txBody>
          <a:bodyPr/>
          <a:lstStyle/>
          <a:p>
            <a:r>
              <a:rPr lang="en-US" dirty="0"/>
              <a:t>Question 1: Standard</a:t>
            </a:r>
          </a:p>
        </p:txBody>
      </p:sp>
    </p:spTree>
    <p:extLst>
      <p:ext uri="{BB962C8B-B14F-4D97-AF65-F5344CB8AC3E}">
        <p14:creationId xmlns:p14="http://schemas.microsoft.com/office/powerpoint/2010/main" val="651431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891A28A-A168-45C9-8624-D68391966E87}"/>
              </a:ext>
            </a:extLst>
          </p:cNvPr>
          <p:cNvSpPr>
            <a:spLocks noGrp="1"/>
          </p:cNvSpPr>
          <p:nvPr>
            <p:ph idx="1"/>
          </p:nvPr>
        </p:nvSpPr>
        <p:spPr/>
        <p:txBody>
          <a:bodyPr/>
          <a:lstStyle/>
          <a:p>
            <a:pPr marL="0" indent="0">
              <a:buNone/>
            </a:pPr>
            <a:r>
              <a:rPr lang="en-US" dirty="0"/>
              <a:t>Period One: </a:t>
            </a:r>
          </a:p>
          <a:p>
            <a:pPr marL="0" indent="0">
              <a:buNone/>
            </a:pPr>
            <a:r>
              <a:rPr lang="en-US" dirty="0"/>
              <a:t>IS: No effect because you have not delivered any goods yet.</a:t>
            </a:r>
          </a:p>
          <a:p>
            <a:pPr marL="0" indent="0">
              <a:buNone/>
            </a:pPr>
            <a:r>
              <a:rPr lang="en-US" dirty="0"/>
              <a:t>CF: Inventory is a current asset which means your working capital has increased. This causes cash to go down by 20. </a:t>
            </a:r>
          </a:p>
          <a:p>
            <a:pPr marL="0" indent="0">
              <a:buNone/>
            </a:pPr>
            <a:r>
              <a:rPr lang="en-US" dirty="0"/>
              <a:t>BS: Cash is up 20 and down 20 because you raised debt to get cash and spent it (0 net change), inventory up 20 in current assets, debt is up 20 in liabilities. </a:t>
            </a:r>
          </a:p>
          <a:p>
            <a:pPr marL="0" indent="0">
              <a:buNone/>
            </a:pPr>
            <a:endParaRPr lang="en-US" dirty="0"/>
          </a:p>
          <a:p>
            <a:pPr marL="0" indent="0">
              <a:buNone/>
            </a:pPr>
            <a:r>
              <a:rPr lang="en-US" dirty="0"/>
              <a:t>Period Two:</a:t>
            </a:r>
          </a:p>
          <a:p>
            <a:pPr marL="0" indent="0">
              <a:buNone/>
            </a:pPr>
            <a:r>
              <a:rPr lang="en-US" dirty="0"/>
              <a:t>IS: Revenue +30, COGS is 20 expense so -20, Gross profit is 10, Tax expense is 2. </a:t>
            </a:r>
            <a:r>
              <a:rPr lang="en-US" b="1" dirty="0"/>
              <a:t>NI: +8</a:t>
            </a:r>
          </a:p>
          <a:p>
            <a:pPr marL="0" indent="0">
              <a:buNone/>
            </a:pPr>
            <a:r>
              <a:rPr lang="en-US" dirty="0"/>
              <a:t>CF: Start with +8 in CFO, then add back 20 because of working capital decrease, </a:t>
            </a:r>
            <a:r>
              <a:rPr lang="en-US" b="1" dirty="0"/>
              <a:t>Cash: +28</a:t>
            </a:r>
          </a:p>
          <a:p>
            <a:pPr marL="0" indent="0">
              <a:buNone/>
            </a:pPr>
            <a:r>
              <a:rPr lang="en-US" dirty="0"/>
              <a:t>BS: Inventory down 20, Cash up 28, Shareholder’s equity up 8</a:t>
            </a:r>
          </a:p>
          <a:p>
            <a:pPr marL="0" indent="0">
              <a:buNone/>
            </a:pPr>
            <a:endParaRPr lang="en-US" dirty="0"/>
          </a:p>
          <a:p>
            <a:pPr marL="0" indent="0">
              <a:buNone/>
            </a:pPr>
            <a:endParaRPr lang="en-US" dirty="0"/>
          </a:p>
        </p:txBody>
      </p:sp>
      <p:sp>
        <p:nvSpPr>
          <p:cNvPr id="3" name="Footer Placeholder 2">
            <a:extLst>
              <a:ext uri="{FF2B5EF4-FFF2-40B4-BE49-F238E27FC236}">
                <a16:creationId xmlns:a16="http://schemas.microsoft.com/office/drawing/2014/main" id="{6075EBB2-D429-459F-AF13-7F730840A484}"/>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368063CD-B9A4-42C4-8700-38B482264B04}"/>
              </a:ext>
            </a:extLst>
          </p:cNvPr>
          <p:cNvSpPr>
            <a:spLocks noGrp="1"/>
          </p:cNvSpPr>
          <p:nvPr>
            <p:ph type="sldNum" sz="quarter" idx="11"/>
          </p:nvPr>
        </p:nvSpPr>
        <p:spPr/>
        <p:txBody>
          <a:bodyPr/>
          <a:lstStyle/>
          <a:p>
            <a:fld id="{2066355A-084C-D24E-9AD2-7E4FC41EA627}" type="slidenum">
              <a:rPr lang="en-US" smtClean="0"/>
              <a:pPr/>
              <a:t>4</a:t>
            </a:fld>
            <a:endParaRPr lang="en-US" dirty="0"/>
          </a:p>
        </p:txBody>
      </p:sp>
      <p:sp>
        <p:nvSpPr>
          <p:cNvPr id="5" name="Title 4">
            <a:extLst>
              <a:ext uri="{FF2B5EF4-FFF2-40B4-BE49-F238E27FC236}">
                <a16:creationId xmlns:a16="http://schemas.microsoft.com/office/drawing/2014/main" id="{0B40A5FB-233B-42CD-A1C7-C0C0B3D210A8}"/>
              </a:ext>
            </a:extLst>
          </p:cNvPr>
          <p:cNvSpPr>
            <a:spLocks noGrp="1"/>
          </p:cNvSpPr>
          <p:nvPr>
            <p:ph type="title"/>
          </p:nvPr>
        </p:nvSpPr>
        <p:spPr/>
        <p:txBody>
          <a:bodyPr/>
          <a:lstStyle/>
          <a:p>
            <a:r>
              <a:rPr lang="en-US" dirty="0"/>
              <a:t>Question 1: Answer</a:t>
            </a:r>
          </a:p>
        </p:txBody>
      </p:sp>
    </p:spTree>
    <p:extLst>
      <p:ext uri="{BB962C8B-B14F-4D97-AF65-F5344CB8AC3E}">
        <p14:creationId xmlns:p14="http://schemas.microsoft.com/office/powerpoint/2010/main" val="10555088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831CB839-0B1D-431B-9BC4-60A8E9697304}"/>
              </a:ext>
            </a:extLst>
          </p:cNvPr>
          <p:cNvSpPr>
            <a:spLocks noGrp="1"/>
          </p:cNvSpPr>
          <p:nvPr>
            <p:ph idx="1"/>
          </p:nvPr>
        </p:nvSpPr>
        <p:spPr/>
        <p:txBody>
          <a:bodyPr/>
          <a:lstStyle/>
          <a:p>
            <a:pPr marL="0" indent="0">
              <a:buNone/>
            </a:pPr>
            <a:r>
              <a:rPr lang="en-US" dirty="0"/>
              <a:t>You sell your customer a streaming subscription worth $240. You get paid the $240 upfront, but you deliver the service over the course of a year. Every month you can assume you deliver 1/12 of the service. What happens in your three statements initially and after one month?</a:t>
            </a:r>
          </a:p>
          <a:p>
            <a:pPr marL="0" indent="0">
              <a:buNone/>
            </a:pPr>
            <a:endParaRPr lang="en-US" dirty="0"/>
          </a:p>
          <a:p>
            <a:pPr marL="0" indent="0">
              <a:buNone/>
            </a:pPr>
            <a:r>
              <a:rPr lang="en-US" dirty="0"/>
              <a:t>Assume 20% tax rate</a:t>
            </a:r>
          </a:p>
        </p:txBody>
      </p:sp>
      <p:sp>
        <p:nvSpPr>
          <p:cNvPr id="3" name="Footer Placeholder 2">
            <a:extLst>
              <a:ext uri="{FF2B5EF4-FFF2-40B4-BE49-F238E27FC236}">
                <a16:creationId xmlns:a16="http://schemas.microsoft.com/office/drawing/2014/main" id="{CF960EC1-CDD8-4439-9C5F-906D7F66F0D6}"/>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2B89564A-0EF6-40BF-8DB6-FC1ED9069BDF}"/>
              </a:ext>
            </a:extLst>
          </p:cNvPr>
          <p:cNvSpPr>
            <a:spLocks noGrp="1"/>
          </p:cNvSpPr>
          <p:nvPr>
            <p:ph type="sldNum" sz="quarter" idx="11"/>
          </p:nvPr>
        </p:nvSpPr>
        <p:spPr/>
        <p:txBody>
          <a:bodyPr/>
          <a:lstStyle/>
          <a:p>
            <a:fld id="{2066355A-084C-D24E-9AD2-7E4FC41EA627}" type="slidenum">
              <a:rPr lang="en-US" smtClean="0"/>
              <a:pPr/>
              <a:t>5</a:t>
            </a:fld>
            <a:endParaRPr lang="en-US" dirty="0"/>
          </a:p>
        </p:txBody>
      </p:sp>
      <p:sp>
        <p:nvSpPr>
          <p:cNvPr id="5" name="Title 4">
            <a:extLst>
              <a:ext uri="{FF2B5EF4-FFF2-40B4-BE49-F238E27FC236}">
                <a16:creationId xmlns:a16="http://schemas.microsoft.com/office/drawing/2014/main" id="{9AF28BAD-E5E7-4660-9DAF-DF85536D9445}"/>
              </a:ext>
            </a:extLst>
          </p:cNvPr>
          <p:cNvSpPr>
            <a:spLocks noGrp="1"/>
          </p:cNvSpPr>
          <p:nvPr>
            <p:ph type="title"/>
          </p:nvPr>
        </p:nvSpPr>
        <p:spPr/>
        <p:txBody>
          <a:bodyPr/>
          <a:lstStyle/>
          <a:p>
            <a:r>
              <a:rPr lang="en-US" dirty="0"/>
              <a:t>Question 2: A bit harder</a:t>
            </a:r>
          </a:p>
        </p:txBody>
      </p:sp>
    </p:spTree>
    <p:extLst>
      <p:ext uri="{BB962C8B-B14F-4D97-AF65-F5344CB8AC3E}">
        <p14:creationId xmlns:p14="http://schemas.microsoft.com/office/powerpoint/2010/main" val="3316804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9CCF23A-C177-4CA4-83FB-6319DB43E944}"/>
              </a:ext>
            </a:extLst>
          </p:cNvPr>
          <p:cNvSpPr>
            <a:spLocks noGrp="1"/>
          </p:cNvSpPr>
          <p:nvPr>
            <p:ph idx="1"/>
          </p:nvPr>
        </p:nvSpPr>
        <p:spPr/>
        <p:txBody>
          <a:bodyPr/>
          <a:lstStyle/>
          <a:p>
            <a:pPr marL="0" indent="0">
              <a:buNone/>
            </a:pPr>
            <a:r>
              <a:rPr lang="en-US" dirty="0"/>
              <a:t>Month Zero:</a:t>
            </a:r>
          </a:p>
          <a:p>
            <a:pPr marL="0" indent="0">
              <a:buNone/>
            </a:pPr>
            <a:r>
              <a:rPr lang="en-US" dirty="0"/>
              <a:t>IS: No effect</a:t>
            </a:r>
          </a:p>
          <a:p>
            <a:pPr marL="0" indent="0">
              <a:buNone/>
            </a:pPr>
            <a:r>
              <a:rPr lang="en-US" dirty="0"/>
              <a:t>CF: Cash up 240</a:t>
            </a:r>
          </a:p>
          <a:p>
            <a:pPr marL="0" indent="0">
              <a:buNone/>
            </a:pPr>
            <a:r>
              <a:rPr lang="en-US" dirty="0"/>
              <a:t>BS:  Assets: Cash up 240, Liabilities: Up 200 from deferred revenue liability</a:t>
            </a:r>
          </a:p>
          <a:p>
            <a:pPr marL="0" indent="0">
              <a:buNone/>
            </a:pPr>
            <a:endParaRPr lang="en-US" dirty="0"/>
          </a:p>
          <a:p>
            <a:pPr marL="0" indent="0">
              <a:buNone/>
            </a:pPr>
            <a:r>
              <a:rPr lang="en-US" dirty="0"/>
              <a:t>One Month: </a:t>
            </a:r>
          </a:p>
          <a:p>
            <a:pPr marL="0" indent="0">
              <a:buNone/>
            </a:pPr>
            <a:r>
              <a:rPr lang="en-US" dirty="0"/>
              <a:t>IS: Revenue up $20, Post tax NI is up 16</a:t>
            </a:r>
          </a:p>
          <a:p>
            <a:pPr marL="0" indent="0">
              <a:buNone/>
            </a:pPr>
            <a:r>
              <a:rPr lang="en-US" dirty="0"/>
              <a:t>CF: CFO: Start with +16, subtract out 20 because your deferred revenue liability has decreased, this is a working capital outflow</a:t>
            </a:r>
          </a:p>
          <a:p>
            <a:pPr marL="0" indent="0">
              <a:buNone/>
            </a:pPr>
            <a:r>
              <a:rPr lang="en-US" dirty="0"/>
              <a:t>BS: Assets: Cash -4, L: -20, SE: +16</a:t>
            </a:r>
          </a:p>
          <a:p>
            <a:pPr marL="0" indent="0">
              <a:buNone/>
            </a:pPr>
            <a:endParaRPr lang="en-US" dirty="0"/>
          </a:p>
          <a:p>
            <a:pPr marL="0" indent="0">
              <a:buNone/>
            </a:pPr>
            <a:endParaRPr lang="en-US" dirty="0"/>
          </a:p>
        </p:txBody>
      </p:sp>
      <p:sp>
        <p:nvSpPr>
          <p:cNvPr id="3" name="Footer Placeholder 2">
            <a:extLst>
              <a:ext uri="{FF2B5EF4-FFF2-40B4-BE49-F238E27FC236}">
                <a16:creationId xmlns:a16="http://schemas.microsoft.com/office/drawing/2014/main" id="{63FF397E-B8B3-46D0-913B-80018DAB5F4E}"/>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8D0C43F2-7B24-4F6E-B3E3-00E3CBD6450C}"/>
              </a:ext>
            </a:extLst>
          </p:cNvPr>
          <p:cNvSpPr>
            <a:spLocks noGrp="1"/>
          </p:cNvSpPr>
          <p:nvPr>
            <p:ph type="sldNum" sz="quarter" idx="11"/>
          </p:nvPr>
        </p:nvSpPr>
        <p:spPr/>
        <p:txBody>
          <a:bodyPr/>
          <a:lstStyle/>
          <a:p>
            <a:fld id="{2066355A-084C-D24E-9AD2-7E4FC41EA627}" type="slidenum">
              <a:rPr lang="en-US" smtClean="0"/>
              <a:pPr/>
              <a:t>6</a:t>
            </a:fld>
            <a:endParaRPr lang="en-US" dirty="0"/>
          </a:p>
        </p:txBody>
      </p:sp>
      <p:sp>
        <p:nvSpPr>
          <p:cNvPr id="5" name="Title 4">
            <a:extLst>
              <a:ext uri="{FF2B5EF4-FFF2-40B4-BE49-F238E27FC236}">
                <a16:creationId xmlns:a16="http://schemas.microsoft.com/office/drawing/2014/main" id="{17F938A1-B078-4B49-BADC-2DECE710F2B2}"/>
              </a:ext>
            </a:extLst>
          </p:cNvPr>
          <p:cNvSpPr>
            <a:spLocks noGrp="1"/>
          </p:cNvSpPr>
          <p:nvPr>
            <p:ph type="title"/>
          </p:nvPr>
        </p:nvSpPr>
        <p:spPr/>
        <p:txBody>
          <a:bodyPr/>
          <a:lstStyle/>
          <a:p>
            <a:r>
              <a:rPr lang="en-US" dirty="0"/>
              <a:t>Question 2: Answer</a:t>
            </a:r>
          </a:p>
        </p:txBody>
      </p:sp>
    </p:spTree>
    <p:extLst>
      <p:ext uri="{BB962C8B-B14F-4D97-AF65-F5344CB8AC3E}">
        <p14:creationId xmlns:p14="http://schemas.microsoft.com/office/powerpoint/2010/main" val="2487741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78416400-4131-47B6-829C-036FA1BD4560}"/>
              </a:ext>
            </a:extLst>
          </p:cNvPr>
          <p:cNvSpPr>
            <a:spLocks noGrp="1"/>
          </p:cNvSpPr>
          <p:nvPr>
            <p:ph idx="1"/>
          </p:nvPr>
        </p:nvSpPr>
        <p:spPr/>
        <p:txBody>
          <a:bodyPr/>
          <a:lstStyle/>
          <a:p>
            <a:r>
              <a:rPr lang="en-US" dirty="0"/>
              <a:t>Know Porter’s Five Forces reading </a:t>
            </a:r>
          </a:p>
          <a:p>
            <a:r>
              <a:rPr lang="en-US" dirty="0"/>
              <a:t>Be comfortable arguing that a company is “high quality”</a:t>
            </a:r>
          </a:p>
          <a:p>
            <a:r>
              <a:rPr lang="en-US" dirty="0"/>
              <a:t>Be </a:t>
            </a:r>
            <a:r>
              <a:rPr lang="en-US" b="1" dirty="0"/>
              <a:t>concise</a:t>
            </a:r>
          </a:p>
          <a:p>
            <a:r>
              <a:rPr lang="en-US" dirty="0"/>
              <a:t>Understand ROIC and know how to calculate all the returns (ROE, ROA, ROIC </a:t>
            </a:r>
            <a:r>
              <a:rPr lang="en-US" dirty="0" err="1"/>
              <a:t>etc</a:t>
            </a:r>
            <a:r>
              <a:rPr lang="en-US" dirty="0"/>
              <a:t>)</a:t>
            </a:r>
          </a:p>
          <a:p>
            <a:r>
              <a:rPr lang="en-US" dirty="0"/>
              <a:t>Know all the economic moats</a:t>
            </a:r>
          </a:p>
          <a:p>
            <a:r>
              <a:rPr lang="en-US" dirty="0"/>
              <a:t>Understand the concept of an economic profit</a:t>
            </a:r>
          </a:p>
        </p:txBody>
      </p:sp>
      <p:sp>
        <p:nvSpPr>
          <p:cNvPr id="3" name="Footer Placeholder 2">
            <a:extLst>
              <a:ext uri="{FF2B5EF4-FFF2-40B4-BE49-F238E27FC236}">
                <a16:creationId xmlns:a16="http://schemas.microsoft.com/office/drawing/2014/main" id="{77BBC1E8-6E21-4DDE-9C83-79BE9E66E7D5}"/>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81563EF6-0ED1-4249-AA1A-14CB9375475C}"/>
              </a:ext>
            </a:extLst>
          </p:cNvPr>
          <p:cNvSpPr>
            <a:spLocks noGrp="1"/>
          </p:cNvSpPr>
          <p:nvPr>
            <p:ph type="sldNum" sz="quarter" idx="11"/>
          </p:nvPr>
        </p:nvSpPr>
        <p:spPr/>
        <p:txBody>
          <a:bodyPr/>
          <a:lstStyle/>
          <a:p>
            <a:fld id="{2066355A-084C-D24E-9AD2-7E4FC41EA627}" type="slidenum">
              <a:rPr lang="en-US" smtClean="0"/>
              <a:pPr/>
              <a:t>7</a:t>
            </a:fld>
            <a:endParaRPr lang="en-US" dirty="0"/>
          </a:p>
        </p:txBody>
      </p:sp>
      <p:sp>
        <p:nvSpPr>
          <p:cNvPr id="5" name="Title 4">
            <a:extLst>
              <a:ext uri="{FF2B5EF4-FFF2-40B4-BE49-F238E27FC236}">
                <a16:creationId xmlns:a16="http://schemas.microsoft.com/office/drawing/2014/main" id="{16630908-B7A5-4BB1-851F-0CD2374598E0}"/>
              </a:ext>
            </a:extLst>
          </p:cNvPr>
          <p:cNvSpPr>
            <a:spLocks noGrp="1"/>
          </p:cNvSpPr>
          <p:nvPr>
            <p:ph type="title"/>
          </p:nvPr>
        </p:nvSpPr>
        <p:spPr/>
        <p:txBody>
          <a:bodyPr/>
          <a:lstStyle/>
          <a:p>
            <a:r>
              <a:rPr lang="en-US" dirty="0"/>
              <a:t>Competitive strategy</a:t>
            </a:r>
          </a:p>
        </p:txBody>
      </p:sp>
    </p:spTree>
    <p:extLst>
      <p:ext uri="{BB962C8B-B14F-4D97-AF65-F5344CB8AC3E}">
        <p14:creationId xmlns:p14="http://schemas.microsoft.com/office/powerpoint/2010/main" val="41477385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B1F5BEB-B26E-47E8-A851-9740D606C782}"/>
              </a:ext>
            </a:extLst>
          </p:cNvPr>
          <p:cNvSpPr>
            <a:spLocks noGrp="1"/>
          </p:cNvSpPr>
          <p:nvPr>
            <p:ph idx="1"/>
          </p:nvPr>
        </p:nvSpPr>
        <p:spPr/>
        <p:txBody>
          <a:bodyPr/>
          <a:lstStyle/>
          <a:p>
            <a:r>
              <a:rPr lang="en-US" dirty="0"/>
              <a:t>Do you think new discount airlines will succeed in the long term?</a:t>
            </a:r>
          </a:p>
          <a:p>
            <a:endParaRPr lang="en-US" dirty="0"/>
          </a:p>
          <a:p>
            <a:r>
              <a:rPr lang="en-US" dirty="0"/>
              <a:t>Out of the following businesses, which do you think has the strongest competitive advantages?</a:t>
            </a:r>
          </a:p>
          <a:p>
            <a:pPr lvl="1"/>
            <a:r>
              <a:rPr lang="en-US" sz="1600" dirty="0"/>
              <a:t>Trader Joes</a:t>
            </a:r>
          </a:p>
          <a:p>
            <a:pPr lvl="1"/>
            <a:r>
              <a:rPr lang="en-US" sz="1600" dirty="0"/>
              <a:t>Ikea</a:t>
            </a:r>
          </a:p>
          <a:p>
            <a:pPr lvl="1"/>
            <a:r>
              <a:rPr lang="en-US" sz="1600" dirty="0" err="1"/>
              <a:t>Moderna</a:t>
            </a:r>
            <a:endParaRPr lang="en-US" sz="1600" dirty="0"/>
          </a:p>
          <a:p>
            <a:pPr marL="457200" lvl="1" indent="0">
              <a:buNone/>
            </a:pPr>
            <a:endParaRPr lang="en-US" sz="1600" dirty="0"/>
          </a:p>
        </p:txBody>
      </p:sp>
      <p:sp>
        <p:nvSpPr>
          <p:cNvPr id="3" name="Footer Placeholder 2">
            <a:extLst>
              <a:ext uri="{FF2B5EF4-FFF2-40B4-BE49-F238E27FC236}">
                <a16:creationId xmlns:a16="http://schemas.microsoft.com/office/drawing/2014/main" id="{28DC1DC2-E08F-4ED3-915E-241F32F70059}"/>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A4C57A4E-AF02-46D6-AEDA-61ECED3EA2FF}"/>
              </a:ext>
            </a:extLst>
          </p:cNvPr>
          <p:cNvSpPr>
            <a:spLocks noGrp="1"/>
          </p:cNvSpPr>
          <p:nvPr>
            <p:ph type="sldNum" sz="quarter" idx="11"/>
          </p:nvPr>
        </p:nvSpPr>
        <p:spPr/>
        <p:txBody>
          <a:bodyPr/>
          <a:lstStyle/>
          <a:p>
            <a:fld id="{2066355A-084C-D24E-9AD2-7E4FC41EA627}" type="slidenum">
              <a:rPr lang="en-US" smtClean="0"/>
              <a:pPr/>
              <a:t>8</a:t>
            </a:fld>
            <a:endParaRPr lang="en-US" dirty="0"/>
          </a:p>
        </p:txBody>
      </p:sp>
      <p:sp>
        <p:nvSpPr>
          <p:cNvPr id="5" name="Title 4">
            <a:extLst>
              <a:ext uri="{FF2B5EF4-FFF2-40B4-BE49-F238E27FC236}">
                <a16:creationId xmlns:a16="http://schemas.microsoft.com/office/drawing/2014/main" id="{63214051-1FFC-4BC6-BB65-977A800E4EA6}"/>
              </a:ext>
            </a:extLst>
          </p:cNvPr>
          <p:cNvSpPr>
            <a:spLocks noGrp="1"/>
          </p:cNvSpPr>
          <p:nvPr>
            <p:ph type="title"/>
          </p:nvPr>
        </p:nvSpPr>
        <p:spPr/>
        <p:txBody>
          <a:bodyPr/>
          <a:lstStyle/>
          <a:p>
            <a:r>
              <a:rPr lang="en-US" dirty="0"/>
              <a:t>Example</a:t>
            </a:r>
          </a:p>
        </p:txBody>
      </p:sp>
    </p:spTree>
    <p:extLst>
      <p:ext uri="{BB962C8B-B14F-4D97-AF65-F5344CB8AC3E}">
        <p14:creationId xmlns:p14="http://schemas.microsoft.com/office/powerpoint/2010/main" val="26326775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5C4E8C-ABD6-4E6D-9E0D-6592A3A21204}"/>
              </a:ext>
            </a:extLst>
          </p:cNvPr>
          <p:cNvSpPr>
            <a:spLocks noGrp="1"/>
          </p:cNvSpPr>
          <p:nvPr>
            <p:ph idx="1"/>
          </p:nvPr>
        </p:nvSpPr>
        <p:spPr/>
        <p:txBody>
          <a:bodyPr/>
          <a:lstStyle/>
          <a:p>
            <a:r>
              <a:rPr lang="en-US" dirty="0"/>
              <a:t>Understand the formula for terminal value</a:t>
            </a:r>
          </a:p>
          <a:p>
            <a:r>
              <a:rPr lang="en-US" dirty="0"/>
              <a:t>Understand the multiples and what they may infer</a:t>
            </a:r>
          </a:p>
          <a:p>
            <a:r>
              <a:rPr lang="en-US" dirty="0"/>
              <a:t>Be comfortable with the concepts of cost of debt and equity</a:t>
            </a:r>
          </a:p>
          <a:p>
            <a:r>
              <a:rPr lang="en-US" dirty="0"/>
              <a:t>Know what FCF formula is and understand net working capital</a:t>
            </a:r>
          </a:p>
          <a:p>
            <a:endParaRPr lang="en-US" dirty="0"/>
          </a:p>
          <a:p>
            <a:endParaRPr lang="en-US" dirty="0"/>
          </a:p>
          <a:p>
            <a:endParaRPr lang="en-US" dirty="0"/>
          </a:p>
        </p:txBody>
      </p:sp>
      <p:sp>
        <p:nvSpPr>
          <p:cNvPr id="3" name="Footer Placeholder 2">
            <a:extLst>
              <a:ext uri="{FF2B5EF4-FFF2-40B4-BE49-F238E27FC236}">
                <a16:creationId xmlns:a16="http://schemas.microsoft.com/office/drawing/2014/main" id="{164A5ED2-6BC7-4A8E-9F76-4D13F3310E73}"/>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B0AABBC2-455A-4182-AEC2-A22A909DAD9D}"/>
              </a:ext>
            </a:extLst>
          </p:cNvPr>
          <p:cNvSpPr>
            <a:spLocks noGrp="1"/>
          </p:cNvSpPr>
          <p:nvPr>
            <p:ph type="sldNum" sz="quarter" idx="11"/>
          </p:nvPr>
        </p:nvSpPr>
        <p:spPr/>
        <p:txBody>
          <a:bodyPr/>
          <a:lstStyle/>
          <a:p>
            <a:fld id="{2066355A-084C-D24E-9AD2-7E4FC41EA627}" type="slidenum">
              <a:rPr lang="en-US" smtClean="0"/>
              <a:pPr/>
              <a:t>9</a:t>
            </a:fld>
            <a:endParaRPr lang="en-US" dirty="0"/>
          </a:p>
        </p:txBody>
      </p:sp>
      <p:sp>
        <p:nvSpPr>
          <p:cNvPr id="5" name="Title 4">
            <a:extLst>
              <a:ext uri="{FF2B5EF4-FFF2-40B4-BE49-F238E27FC236}">
                <a16:creationId xmlns:a16="http://schemas.microsoft.com/office/drawing/2014/main" id="{2146FCD1-9A32-4F7B-86BE-D80B3E9751DC}"/>
              </a:ext>
            </a:extLst>
          </p:cNvPr>
          <p:cNvSpPr>
            <a:spLocks noGrp="1"/>
          </p:cNvSpPr>
          <p:nvPr>
            <p:ph type="title"/>
          </p:nvPr>
        </p:nvSpPr>
        <p:spPr/>
        <p:txBody>
          <a:bodyPr/>
          <a:lstStyle/>
          <a:p>
            <a:r>
              <a:rPr lang="en-US" dirty="0"/>
              <a:t>Valuation</a:t>
            </a:r>
          </a:p>
        </p:txBody>
      </p:sp>
    </p:spTree>
    <p:extLst>
      <p:ext uri="{BB962C8B-B14F-4D97-AF65-F5344CB8AC3E}">
        <p14:creationId xmlns:p14="http://schemas.microsoft.com/office/powerpoint/2010/main" val="39809944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E6E25C4-8452-485E-866B-766D19E1E3DB}"/>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The (1+g) is taking us to next year. Next year is the start of our infinite period. The terminal value is calculating the value of cash flows form year 6-infinity if we forecasted out 5 years of FCF</a:t>
            </a:r>
          </a:p>
        </p:txBody>
      </p:sp>
      <p:sp>
        <p:nvSpPr>
          <p:cNvPr id="3" name="Footer Placeholder 2">
            <a:extLst>
              <a:ext uri="{FF2B5EF4-FFF2-40B4-BE49-F238E27FC236}">
                <a16:creationId xmlns:a16="http://schemas.microsoft.com/office/drawing/2014/main" id="{1A7A36F0-056C-4E12-8DB6-5BA4C1743CB7}"/>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4DFF4865-3A2B-4682-BA43-FE651364CA31}"/>
              </a:ext>
            </a:extLst>
          </p:cNvPr>
          <p:cNvSpPr>
            <a:spLocks noGrp="1"/>
          </p:cNvSpPr>
          <p:nvPr>
            <p:ph type="sldNum" sz="quarter" idx="11"/>
          </p:nvPr>
        </p:nvSpPr>
        <p:spPr/>
        <p:txBody>
          <a:bodyPr/>
          <a:lstStyle/>
          <a:p>
            <a:fld id="{2066355A-084C-D24E-9AD2-7E4FC41EA627}" type="slidenum">
              <a:rPr lang="en-US" smtClean="0"/>
              <a:pPr/>
              <a:t>10</a:t>
            </a:fld>
            <a:endParaRPr lang="en-US" dirty="0"/>
          </a:p>
        </p:txBody>
      </p:sp>
      <p:sp>
        <p:nvSpPr>
          <p:cNvPr id="5" name="Title 4">
            <a:extLst>
              <a:ext uri="{FF2B5EF4-FFF2-40B4-BE49-F238E27FC236}">
                <a16:creationId xmlns:a16="http://schemas.microsoft.com/office/drawing/2014/main" id="{8AE8D0F0-630C-487D-9E63-27674CE3E930}"/>
              </a:ext>
            </a:extLst>
          </p:cNvPr>
          <p:cNvSpPr>
            <a:spLocks noGrp="1"/>
          </p:cNvSpPr>
          <p:nvPr>
            <p:ph type="title"/>
          </p:nvPr>
        </p:nvSpPr>
        <p:spPr>
          <a:xfrm>
            <a:off x="274319" y="497963"/>
            <a:ext cx="8595360" cy="653254"/>
          </a:xfrm>
        </p:spPr>
        <p:txBody>
          <a:bodyPr/>
          <a:lstStyle/>
          <a:p>
            <a:r>
              <a:rPr lang="en-US" dirty="0"/>
              <a:t>Terminal Value Formula</a:t>
            </a:r>
          </a:p>
        </p:txBody>
      </p:sp>
      <p:pic>
        <p:nvPicPr>
          <p:cNvPr id="1026" name="Picture 2" descr="DCF Terminal Value Formula - How to Calculate Terminal Value, Model">
            <a:extLst>
              <a:ext uri="{FF2B5EF4-FFF2-40B4-BE49-F238E27FC236}">
                <a16:creationId xmlns:a16="http://schemas.microsoft.com/office/drawing/2014/main" id="{3A28B057-C220-4C5D-9E09-BD21FBA34C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3569" y="1298014"/>
            <a:ext cx="5935006" cy="37576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639901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3C26BB-E722-4338-BF16-5F071C292955}"/>
              </a:ext>
            </a:extLst>
          </p:cNvPr>
          <p:cNvSpPr>
            <a:spLocks noGrp="1"/>
          </p:cNvSpPr>
          <p:nvPr>
            <p:ph idx="1"/>
          </p:nvPr>
        </p:nvSpPr>
        <p:spPr/>
        <p:txBody>
          <a:bodyPr/>
          <a:lstStyle/>
          <a:p>
            <a:r>
              <a:rPr lang="en-US" dirty="0"/>
              <a:t>Why might two companies in the same industry with the same growth rate trade at a different multiples?</a:t>
            </a:r>
          </a:p>
          <a:p>
            <a:pPr marL="0" indent="0">
              <a:buNone/>
            </a:pPr>
            <a:endParaRPr lang="en-US" dirty="0"/>
          </a:p>
          <a:p>
            <a:r>
              <a:rPr lang="en-US" dirty="0"/>
              <a:t>Why might someone prefer using multiples with EV in the numerator?</a:t>
            </a:r>
          </a:p>
          <a:p>
            <a:endParaRPr lang="en-US" dirty="0"/>
          </a:p>
          <a:p>
            <a:r>
              <a:rPr lang="en-US" dirty="0"/>
              <a:t>Why might we not want to use ____ multiple?</a:t>
            </a:r>
          </a:p>
          <a:p>
            <a:endParaRPr lang="en-US" dirty="0"/>
          </a:p>
          <a:p>
            <a:r>
              <a:rPr lang="en-US" dirty="0"/>
              <a:t>Company A trades at 5x EV/Revenue and 50x EV/EBIT</a:t>
            </a:r>
          </a:p>
          <a:p>
            <a:pPr marL="0" indent="0">
              <a:buNone/>
            </a:pPr>
            <a:r>
              <a:rPr lang="en-US" dirty="0"/>
              <a:t>	Company B trades at 10x EV/Revenue and 20x EV/EBIT</a:t>
            </a:r>
          </a:p>
          <a:p>
            <a:pPr marL="0" indent="0">
              <a:buNone/>
            </a:pPr>
            <a:r>
              <a:rPr lang="en-US" dirty="0"/>
              <a:t>	Why might this be the case?</a:t>
            </a:r>
          </a:p>
          <a:p>
            <a:pPr marL="0" indent="0">
              <a:buNone/>
            </a:pPr>
            <a:r>
              <a:rPr lang="en-US" dirty="0"/>
              <a:t>	</a:t>
            </a:r>
          </a:p>
        </p:txBody>
      </p:sp>
      <p:sp>
        <p:nvSpPr>
          <p:cNvPr id="3" name="Footer Placeholder 2">
            <a:extLst>
              <a:ext uri="{FF2B5EF4-FFF2-40B4-BE49-F238E27FC236}">
                <a16:creationId xmlns:a16="http://schemas.microsoft.com/office/drawing/2014/main" id="{DF4F3B3B-45E5-488B-B3A9-14F36F0548CA}"/>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5B5491A0-AA14-48CF-8AC0-77086E6D106F}"/>
              </a:ext>
            </a:extLst>
          </p:cNvPr>
          <p:cNvSpPr>
            <a:spLocks noGrp="1"/>
          </p:cNvSpPr>
          <p:nvPr>
            <p:ph type="sldNum" sz="quarter" idx="11"/>
          </p:nvPr>
        </p:nvSpPr>
        <p:spPr/>
        <p:txBody>
          <a:bodyPr/>
          <a:lstStyle/>
          <a:p>
            <a:fld id="{2066355A-084C-D24E-9AD2-7E4FC41EA627}" type="slidenum">
              <a:rPr lang="en-US" smtClean="0"/>
              <a:pPr/>
              <a:t>11</a:t>
            </a:fld>
            <a:endParaRPr lang="en-US" dirty="0"/>
          </a:p>
        </p:txBody>
      </p:sp>
      <p:sp>
        <p:nvSpPr>
          <p:cNvPr id="5" name="Title 4">
            <a:extLst>
              <a:ext uri="{FF2B5EF4-FFF2-40B4-BE49-F238E27FC236}">
                <a16:creationId xmlns:a16="http://schemas.microsoft.com/office/drawing/2014/main" id="{EB778350-9886-493F-825C-0533EC4C6F3C}"/>
              </a:ext>
            </a:extLst>
          </p:cNvPr>
          <p:cNvSpPr>
            <a:spLocks noGrp="1"/>
          </p:cNvSpPr>
          <p:nvPr>
            <p:ph type="title"/>
          </p:nvPr>
        </p:nvSpPr>
        <p:spPr/>
        <p:txBody>
          <a:bodyPr/>
          <a:lstStyle/>
          <a:p>
            <a:r>
              <a:rPr lang="en-US" dirty="0"/>
              <a:t>Multiples Questions</a:t>
            </a:r>
          </a:p>
        </p:txBody>
      </p:sp>
    </p:spTree>
    <p:extLst>
      <p:ext uri="{BB962C8B-B14F-4D97-AF65-F5344CB8AC3E}">
        <p14:creationId xmlns:p14="http://schemas.microsoft.com/office/powerpoint/2010/main" val="42062210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6D1D9B7-30C1-4468-9068-60DFD0CAED2D}"/>
              </a:ext>
            </a:extLst>
          </p:cNvPr>
          <p:cNvSpPr>
            <a:spLocks noGrp="1"/>
          </p:cNvSpPr>
          <p:nvPr>
            <p:ph idx="1"/>
          </p:nvPr>
        </p:nvSpPr>
        <p:spPr/>
        <p:txBody>
          <a:bodyPr/>
          <a:lstStyle/>
          <a:p>
            <a:r>
              <a:rPr lang="en-US" dirty="0"/>
              <a:t>Why might two companies in the same industry with the same growth rate trade at a different multiples?</a:t>
            </a:r>
            <a:endParaRPr lang="en-US" dirty="0">
              <a:solidFill>
                <a:srgbClr val="FF0000"/>
              </a:solidFill>
            </a:endParaRPr>
          </a:p>
          <a:p>
            <a:r>
              <a:rPr lang="en-US" dirty="0">
                <a:solidFill>
                  <a:srgbClr val="FF0000"/>
                </a:solidFill>
              </a:rPr>
              <a:t>Reinvestment rate or WACC</a:t>
            </a:r>
          </a:p>
          <a:p>
            <a:pPr marL="0" indent="0">
              <a:buNone/>
            </a:pPr>
            <a:endParaRPr lang="en-US" dirty="0"/>
          </a:p>
          <a:p>
            <a:r>
              <a:rPr lang="en-US" dirty="0"/>
              <a:t>Why might someone prefer using multiples with EV in the numerator?</a:t>
            </a:r>
          </a:p>
          <a:p>
            <a:r>
              <a:rPr lang="en-US" dirty="0">
                <a:solidFill>
                  <a:srgbClr val="FF0000"/>
                </a:solidFill>
              </a:rPr>
              <a:t>Unaffected by capital structure</a:t>
            </a:r>
          </a:p>
          <a:p>
            <a:endParaRPr lang="en-US" dirty="0"/>
          </a:p>
          <a:p>
            <a:r>
              <a:rPr lang="en-US" dirty="0"/>
              <a:t>Why might we not want to use ____ multiple?</a:t>
            </a:r>
          </a:p>
          <a:p>
            <a:r>
              <a:rPr lang="en-US" dirty="0">
                <a:solidFill>
                  <a:srgbClr val="FF0000"/>
                </a:solidFill>
              </a:rPr>
              <a:t>Think about what that multiple is excluding</a:t>
            </a:r>
          </a:p>
          <a:p>
            <a:endParaRPr lang="en-US" dirty="0"/>
          </a:p>
          <a:p>
            <a:r>
              <a:rPr lang="en-US" dirty="0"/>
              <a:t>Company A trades at 5x EV/Revenue and 50x EV/EBIT</a:t>
            </a:r>
          </a:p>
          <a:p>
            <a:pPr marL="0" indent="0">
              <a:buNone/>
            </a:pPr>
            <a:r>
              <a:rPr lang="en-US" dirty="0"/>
              <a:t>	Company B trades at 10x EV/Revenue and 20x EV/EBIT</a:t>
            </a:r>
          </a:p>
          <a:p>
            <a:pPr marL="0" indent="0">
              <a:buNone/>
            </a:pPr>
            <a:r>
              <a:rPr lang="en-US" dirty="0"/>
              <a:t>	Why might this be the case?</a:t>
            </a:r>
          </a:p>
          <a:p>
            <a:pPr marL="0" indent="0">
              <a:buNone/>
            </a:pPr>
            <a:r>
              <a:rPr lang="en-US" dirty="0"/>
              <a:t>	</a:t>
            </a:r>
            <a:r>
              <a:rPr lang="en-US" dirty="0">
                <a:solidFill>
                  <a:srgbClr val="FF0000"/>
                </a:solidFill>
              </a:rPr>
              <a:t>Company A has a lower EV/EBITDA margin</a:t>
            </a:r>
            <a:endParaRPr lang="en-US" dirty="0"/>
          </a:p>
          <a:p>
            <a:endParaRPr lang="en-US" dirty="0"/>
          </a:p>
        </p:txBody>
      </p:sp>
      <p:sp>
        <p:nvSpPr>
          <p:cNvPr id="3" name="Footer Placeholder 2">
            <a:extLst>
              <a:ext uri="{FF2B5EF4-FFF2-40B4-BE49-F238E27FC236}">
                <a16:creationId xmlns:a16="http://schemas.microsoft.com/office/drawing/2014/main" id="{BB162F5A-E7B0-4E4C-B160-F925E331494D}"/>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B4FB6AF8-738C-4A69-88A3-4D0A7C9C0D52}"/>
              </a:ext>
            </a:extLst>
          </p:cNvPr>
          <p:cNvSpPr>
            <a:spLocks noGrp="1"/>
          </p:cNvSpPr>
          <p:nvPr>
            <p:ph type="sldNum" sz="quarter" idx="11"/>
          </p:nvPr>
        </p:nvSpPr>
        <p:spPr/>
        <p:txBody>
          <a:bodyPr/>
          <a:lstStyle/>
          <a:p>
            <a:fld id="{2066355A-084C-D24E-9AD2-7E4FC41EA627}" type="slidenum">
              <a:rPr lang="en-US" smtClean="0"/>
              <a:pPr/>
              <a:t>12</a:t>
            </a:fld>
            <a:endParaRPr lang="en-US" dirty="0"/>
          </a:p>
        </p:txBody>
      </p:sp>
      <p:sp>
        <p:nvSpPr>
          <p:cNvPr id="5" name="Title 4">
            <a:extLst>
              <a:ext uri="{FF2B5EF4-FFF2-40B4-BE49-F238E27FC236}">
                <a16:creationId xmlns:a16="http://schemas.microsoft.com/office/drawing/2014/main" id="{28389511-E72F-489E-BA77-A8F311079E83}"/>
              </a:ext>
            </a:extLst>
          </p:cNvPr>
          <p:cNvSpPr>
            <a:spLocks noGrp="1"/>
          </p:cNvSpPr>
          <p:nvPr>
            <p:ph type="title"/>
          </p:nvPr>
        </p:nvSpPr>
        <p:spPr/>
        <p:txBody>
          <a:bodyPr/>
          <a:lstStyle/>
          <a:p>
            <a:r>
              <a:rPr lang="en-US" dirty="0"/>
              <a:t>Multiples Answers</a:t>
            </a:r>
          </a:p>
        </p:txBody>
      </p:sp>
    </p:spTree>
    <p:extLst>
      <p:ext uri="{BB962C8B-B14F-4D97-AF65-F5344CB8AC3E}">
        <p14:creationId xmlns:p14="http://schemas.microsoft.com/office/powerpoint/2010/main" val="2427566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7F82754-631E-4019-9F21-7FDAD7BA140B}"/>
              </a:ext>
            </a:extLst>
          </p:cNvPr>
          <p:cNvSpPr>
            <a:spLocks noGrp="1"/>
          </p:cNvSpPr>
          <p:nvPr>
            <p:ph idx="1"/>
          </p:nvPr>
        </p:nvSpPr>
        <p:spPr/>
        <p:txBody>
          <a:bodyPr/>
          <a:lstStyle/>
          <a:p>
            <a:r>
              <a:rPr lang="en-US" dirty="0"/>
              <a:t>Checking to make sure you paid attention during our pitches</a:t>
            </a:r>
          </a:p>
          <a:p>
            <a:r>
              <a:rPr lang="en-US" dirty="0"/>
              <a:t>Can find all the pitches through Grace’s emails</a:t>
            </a:r>
          </a:p>
          <a:p>
            <a:r>
              <a:rPr lang="en-US" dirty="0"/>
              <a:t>You should know all the companies pitched at a high level. Helpful to know a few of the pitches in a bit more detail</a:t>
            </a:r>
          </a:p>
        </p:txBody>
      </p:sp>
      <p:sp>
        <p:nvSpPr>
          <p:cNvPr id="3" name="Footer Placeholder 2">
            <a:extLst>
              <a:ext uri="{FF2B5EF4-FFF2-40B4-BE49-F238E27FC236}">
                <a16:creationId xmlns:a16="http://schemas.microsoft.com/office/drawing/2014/main" id="{177F7C4A-8BB4-4F2A-8D3D-CC3518F18F51}"/>
              </a:ext>
            </a:extLst>
          </p:cNvPr>
          <p:cNvSpPr>
            <a:spLocks noGrp="1"/>
          </p:cNvSpPr>
          <p:nvPr>
            <p:ph type="ftr" sz="quarter" idx="10"/>
          </p:nvPr>
        </p:nvSpPr>
        <p:spPr/>
        <p:txBody>
          <a:bodyPr/>
          <a:lstStyle/>
          <a:p>
            <a:endParaRPr lang="en-US" dirty="0"/>
          </a:p>
        </p:txBody>
      </p:sp>
      <p:sp>
        <p:nvSpPr>
          <p:cNvPr id="4" name="Slide Number Placeholder 3">
            <a:extLst>
              <a:ext uri="{FF2B5EF4-FFF2-40B4-BE49-F238E27FC236}">
                <a16:creationId xmlns:a16="http://schemas.microsoft.com/office/drawing/2014/main" id="{50BBE83F-E229-43EA-B894-8F5C0F3EC243}"/>
              </a:ext>
            </a:extLst>
          </p:cNvPr>
          <p:cNvSpPr>
            <a:spLocks noGrp="1"/>
          </p:cNvSpPr>
          <p:nvPr>
            <p:ph type="sldNum" sz="quarter" idx="11"/>
          </p:nvPr>
        </p:nvSpPr>
        <p:spPr/>
        <p:txBody>
          <a:bodyPr/>
          <a:lstStyle/>
          <a:p>
            <a:fld id="{2066355A-084C-D24E-9AD2-7E4FC41EA627}" type="slidenum">
              <a:rPr lang="en-US" smtClean="0"/>
              <a:pPr/>
              <a:t>13</a:t>
            </a:fld>
            <a:endParaRPr lang="en-US" dirty="0"/>
          </a:p>
        </p:txBody>
      </p:sp>
      <p:sp>
        <p:nvSpPr>
          <p:cNvPr id="5" name="Title 4">
            <a:extLst>
              <a:ext uri="{FF2B5EF4-FFF2-40B4-BE49-F238E27FC236}">
                <a16:creationId xmlns:a16="http://schemas.microsoft.com/office/drawing/2014/main" id="{39DF3805-B102-4144-9666-97037168989C}"/>
              </a:ext>
            </a:extLst>
          </p:cNvPr>
          <p:cNvSpPr>
            <a:spLocks noGrp="1"/>
          </p:cNvSpPr>
          <p:nvPr>
            <p:ph type="title"/>
          </p:nvPr>
        </p:nvSpPr>
        <p:spPr/>
        <p:txBody>
          <a:bodyPr/>
          <a:lstStyle/>
          <a:p>
            <a:r>
              <a:rPr lang="en-US" dirty="0"/>
              <a:t>Pitches</a:t>
            </a:r>
          </a:p>
        </p:txBody>
      </p:sp>
    </p:spTree>
    <p:extLst>
      <p:ext uri="{BB962C8B-B14F-4D97-AF65-F5344CB8AC3E}">
        <p14:creationId xmlns:p14="http://schemas.microsoft.com/office/powerpoint/2010/main" val="2541617028"/>
      </p:ext>
    </p:extLst>
  </p:cSld>
  <p:clrMapOvr>
    <a:masterClrMapping/>
  </p:clrMapOvr>
</p:sld>
</file>

<file path=ppt/theme/theme1.xml><?xml version="1.0" encoding="utf-8"?>
<a:theme xmlns:a="http://schemas.openxmlformats.org/drawingml/2006/main" name="Office Theme">
  <a:themeElements>
    <a:clrScheme name="TBC Template">
      <a:dk1>
        <a:srgbClr val="3F3F3F"/>
      </a:dk1>
      <a:lt1>
        <a:sysClr val="window" lastClr="FFFFFF"/>
      </a:lt1>
      <a:dk2>
        <a:srgbClr val="B8CCE4"/>
      </a:dk2>
      <a:lt2>
        <a:srgbClr val="EEECE1"/>
      </a:lt2>
      <a:accent1>
        <a:srgbClr val="282961"/>
      </a:accent1>
      <a:accent2>
        <a:srgbClr val="558ED5"/>
      </a:accent2>
      <a:accent3>
        <a:srgbClr val="C6D9F1"/>
      </a:accent3>
      <a:accent4>
        <a:srgbClr val="F79646"/>
      </a:accent4>
      <a:accent5>
        <a:srgbClr val="153B66"/>
      </a:accent5>
      <a:accent6>
        <a:srgbClr val="C0504D"/>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rtlCol="0">
        <a:spAutoFit/>
      </a:bodyPr>
      <a:lstStyle>
        <a:defPPr>
          <a:defRPr dirty="0">
            <a:latin typeface="Helvetica Light"/>
            <a:cs typeface="Helvetica Light"/>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Version xmlns="http://schemas.microsoft.com/sharepoint/v3/fields" xsi:nil="true"/>
    <_Status xmlns="http://schemas.microsoft.com/sharepoint/v3/fields">Not Started</_Statu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0DE64AEEDD9B7A4D93545ACBE97D4615" ma:contentTypeVersion="2" ma:contentTypeDescription="Create a new document." ma:contentTypeScope="" ma:versionID="f49002b78e3a4a71b814eef46a983816">
  <xsd:schema xmlns:xsd="http://www.w3.org/2001/XMLSchema" xmlns:xs="http://www.w3.org/2001/XMLSchema" xmlns:p="http://schemas.microsoft.com/office/2006/metadata/properties" xmlns:ns2="http://schemas.microsoft.com/sharepoint/v3/fields" targetNamespace="http://schemas.microsoft.com/office/2006/metadata/properties" ma:root="true" ma:fieldsID="38f6db2dd0d9a0cf6a8dc37be32b365b" ns2:_="">
    <xsd:import namespace="http://schemas.microsoft.com/sharepoint/v3/fields"/>
    <xsd:element name="properties">
      <xsd:complexType>
        <xsd:sequence>
          <xsd:element name="documentManagement">
            <xsd:complexType>
              <xsd:all>
                <xsd:element ref="ns2:_Status" minOccurs="0"/>
                <xsd:element ref="ns2:_Vers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fields" elementFormDefault="qualified">
    <xsd:import namespace="http://schemas.microsoft.com/office/2006/documentManagement/types"/>
    <xsd:import namespace="http://schemas.microsoft.com/office/infopath/2007/PartnerControls"/>
    <xsd:element name="_Status" ma:index="8" nillable="true" ma:displayName="Status" ma:default="Not Started" ma:internalName="_Status">
      <xsd:simpleType>
        <xsd:union memberTypes="dms:Text">
          <xsd:simpleType>
            <xsd:restriction base="dms:Choice">
              <xsd:enumeration value="Not Started"/>
              <xsd:enumeration value="Draft"/>
              <xsd:enumeration value="Reviewed"/>
              <xsd:enumeration value="Scheduled"/>
              <xsd:enumeration value="Published"/>
              <xsd:enumeration value="Final"/>
              <xsd:enumeration value="Expired"/>
            </xsd:restriction>
          </xsd:simpleType>
        </xsd:union>
      </xsd:simpleType>
    </xsd:element>
    <xsd:element name="_Version" ma:index="9" nillable="true" ma:displayName="Version" ma:internalName="_Version">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ma:displayName="Status"/>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B6F2769-7194-4217-93D3-3AF3A4742282}">
  <ds:schemaRefs>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sharepoint/v3/fields"/>
    <ds:schemaRef ds:uri="http://www.w3.org/XML/1998/namespace"/>
    <ds:schemaRef ds:uri="http://purl.org/dc/dcmitype/"/>
  </ds:schemaRefs>
</ds:datastoreItem>
</file>

<file path=customXml/itemProps2.xml><?xml version="1.0" encoding="utf-8"?>
<ds:datastoreItem xmlns:ds="http://schemas.openxmlformats.org/officeDocument/2006/customXml" ds:itemID="{E4214858-785C-42F7-BE66-6D0E79395FC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field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7D2A1B0-FF3E-4009-940D-AED0EB70AA20}">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FNEMasterTemplateForThemePreview.pptx</Template>
  <TotalTime>34790</TotalTime>
  <Words>807</Words>
  <Application>Microsoft Office PowerPoint</Application>
  <PresentationFormat>On-screen Show (4:3)</PresentationFormat>
  <Paragraphs>112</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Helvetica</vt:lpstr>
      <vt:lpstr>Helvetica Light</vt:lpstr>
      <vt:lpstr>Times</vt:lpstr>
      <vt:lpstr>Wingdings</vt:lpstr>
      <vt:lpstr>Office Theme</vt:lpstr>
      <vt:lpstr>Review</vt:lpstr>
      <vt:lpstr>Accounting</vt:lpstr>
      <vt:lpstr>Question 1: Standard</vt:lpstr>
      <vt:lpstr>Question 1: Answer</vt:lpstr>
      <vt:lpstr>Question 2: A bit harder</vt:lpstr>
      <vt:lpstr>Question 2: Answer</vt:lpstr>
      <vt:lpstr>Competitive strategy</vt:lpstr>
      <vt:lpstr>Example</vt:lpstr>
      <vt:lpstr>Valuation</vt:lpstr>
      <vt:lpstr>Terminal Value Formula</vt:lpstr>
      <vt:lpstr>Multiples Questions</vt:lpstr>
      <vt:lpstr>Multiples Answers</vt:lpstr>
      <vt:lpstr>Pitches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FileNewTemplate</dc:title>
  <dc:creator>Diana</dc:creator>
  <cp:lastModifiedBy>Austin Wang</cp:lastModifiedBy>
  <cp:revision>1312</cp:revision>
  <cp:lastPrinted>2018-11-29T03:08:36Z</cp:lastPrinted>
  <dcterms:created xsi:type="dcterms:W3CDTF">2010-04-12T23:12:02Z</dcterms:created>
  <dcterms:modified xsi:type="dcterms:W3CDTF">2021-11-30T00:50:40Z</dcterms:modified>
  <cp:contentStatus>Draft</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0x0101000DE64AEEDD9B7A4D93545ACBE97D4615</vt:lpwstr>
  </property>
</Properties>
</file>